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7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290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43.xml" ContentType="application/inkml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2" r:id="rId1"/>
    <p:sldMasterId id="2147483808" r:id="rId2"/>
    <p:sldMasterId id="2147483820" r:id="rId3"/>
  </p:sldMasterIdLst>
  <p:notesMasterIdLst>
    <p:notesMasterId r:id="rId37"/>
  </p:notesMasterIdLst>
  <p:handoutMasterIdLst>
    <p:handoutMasterId r:id="rId38"/>
  </p:handoutMasterIdLst>
  <p:sldIdLst>
    <p:sldId id="732" r:id="rId4"/>
    <p:sldId id="734" r:id="rId5"/>
    <p:sldId id="775" r:id="rId6"/>
    <p:sldId id="776" r:id="rId7"/>
    <p:sldId id="777" r:id="rId8"/>
    <p:sldId id="778" r:id="rId9"/>
    <p:sldId id="779" r:id="rId10"/>
    <p:sldId id="780" r:id="rId11"/>
    <p:sldId id="781" r:id="rId12"/>
    <p:sldId id="782" r:id="rId13"/>
    <p:sldId id="783" r:id="rId14"/>
    <p:sldId id="784" r:id="rId15"/>
    <p:sldId id="785" r:id="rId16"/>
    <p:sldId id="786" r:id="rId17"/>
    <p:sldId id="257" r:id="rId18"/>
    <p:sldId id="803" r:id="rId19"/>
    <p:sldId id="801" r:id="rId20"/>
    <p:sldId id="258" r:id="rId21"/>
    <p:sldId id="802" r:id="rId22"/>
    <p:sldId id="787" r:id="rId23"/>
    <p:sldId id="788" r:id="rId24"/>
    <p:sldId id="789" r:id="rId25"/>
    <p:sldId id="790" r:id="rId26"/>
    <p:sldId id="791" r:id="rId27"/>
    <p:sldId id="792" r:id="rId28"/>
    <p:sldId id="793" r:id="rId29"/>
    <p:sldId id="794" r:id="rId30"/>
    <p:sldId id="795" r:id="rId31"/>
    <p:sldId id="796" r:id="rId32"/>
    <p:sldId id="797" r:id="rId33"/>
    <p:sldId id="798" r:id="rId34"/>
    <p:sldId id="799" r:id="rId35"/>
    <p:sldId id="800" r:id="rId3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Tahoma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Tahoma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0929"/>
  </p:normalViewPr>
  <p:slideViewPr>
    <p:cSldViewPr>
      <p:cViewPr varScale="1">
        <p:scale>
          <a:sx n="74" d="100"/>
          <a:sy n="74" d="100"/>
        </p:scale>
        <p:origin x="1084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45" Type="http://schemas.openxmlformats.org/officeDocument/2006/relationships/customXml" Target="../customXml/item3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customXml" Target="../customXml/item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customXml" Target="../customXml/item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4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r>
              <a:rPr lang="en-US"/>
              <a:t>Lecture-1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023B7232-710D-494E-88C7-F703C04F40C2}" type="datetimeFigureOut">
              <a:rPr lang="en-US" smtClean="0"/>
              <a:pPr>
                <a:defRPr/>
              </a:pPr>
              <a:t>6/14/2026</a:t>
            </a:fld>
            <a:endParaRPr lang="en-US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496DCEF7-9E9F-4185-8062-A1F4E6576C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99762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44.5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242 148 20441,'0'0'4226,"-2"26"-3689,-9 85 1,8-82-88,-1-1 0,-2 0-1,0 0 1,-2-1-1,-22 51 1,21-56-298,9-21-143,-4 10 83,-1 0-1,0 0 1,-8 12-1,11-21-83,1 0 0,-1 0 0,1 0-1,-1 0 1,0 0 0,0 0 0,0 0 0,0-1-1,0 1 1,0-1 0,0 1 0,-1-1-1,1 0 1,0 0 0,-1 0 0,1 0 0,-1 0-1,1-1 1,-1 1 0,-4 0 0,5-2-5,0 1 0,0-1 0,0 1 0,0-1 0,0 0 0,0 0 0,0 0 0,0 0 0,0 0 0,0 0 1,1 0-1,-1 0 0,0-1 0,1 1 0,-1-1 0,1 1 0,-1-1 0,1 0 0,0 0 0,0 1 0,0-1 0,0 0 1,-1-3-1,-4-7 6,2 0 0,-7-21 0,10 28-12,-7-30-5,1 0-1,2-1 1,2 0-1,2-60 1,1 85 8,0 0 0,1 0 1,1 0-1,0 0 0,0 0 0,1 1 1,1-1-1,0 1 0,0 0 1,1 0-1,0 0 0,1 0 1,0 1-1,0 0 0,1 1 0,0-1 1,13-11-1,-10 11 13,0 1 0,1 0 0,-1 0 0,1 1 0,1 1 0,-1 0 0,1 1 0,0 0 0,1 0-1,-1 1 1,20-3 0,-5 3 15,0 2 0,0 0-1,1 2 1,39 4-1,-62-4-24,0 1 0,0 0 0,0 0 0,1 1 0,-1-1-1,-1 1 1,1 0 0,0 0 0,0 1 0,-1 0 0,1-1-1,-1 1 1,0 1 0,0-1 0,0 1 0,0 0 0,-1-1-1,0 1 1,1 1 0,-1-1 0,-1 1 0,1-1-1,-1 1 1,0 0 0,0-1 0,2 9 0,1 5 1,-1 0 1,-1-1 0,-1 1 0,-1 0-1,0 1 1,-3 26 0,1-37-4,-1-1-1,0 0 1,0 0 0,0 0 0,-1 0-1,1-1 1,-2 1 0,1-1 0,-1 1-1,0-1 1,0 0 0,-1-1 0,0 1-1,0-1 1,-10 9 0,3-4 0,0-1 0,-1 0 0,0-1 0,-1 0 0,1-1 0,-26 8 0,21-9-2,0-1 1,-1-1 0,-35 2-1,-62-4-49,71-2 14,45 1 33,-1 1 0,1-1 1,0 0-1,0 0 0,0 1 1,0-1-1,1 0 0,-1 0 1,0 1-1,0-1 0,1 0 1,-1 0-1,1 0 0,0 2 0,5 6 11,1 0-1,0-1 0,0 1 1,1-1-1,0-1 0,15 11 1,12 12 18,20 25 9,26 25-14,-79-78-138,1-1 0,-1 1 0,0-1 1,0 0-1,1 1 0,-1-1 0,1-1 0,-1 1 1,1 0-1,-1 0 0,1-1 0,0 0 0,-1 1 1,1-1-1,-1 0 0,1 0 0,0-1 0,-1 1 1,1 0-1,-1-1 0,1 1 0,-1-1 0,6-2 1,2-2-913,0 0 1,0 0 0,-1-1-1,12-8 1,37-27-5647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44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448 12 14567,'0'0'7387,"-14"-3"-7005,12 2-363,-7-1 85,0 0 0,0 1 0,0-1 1,0 2-1,0 0 0,0 0 0,-1 0 1,1 1-1,0 0 0,-13 5 0,-22 6 406,4-1 362,-58 23 0,87-29-717,0 1-1,0 0 1,0 0-1,1 1 1,-1 0-1,2 1 1,-1 0-1,1 1 1,-12 14 0,19-19-135,-1-1 0,1 0 0,-1 1 0,1 0 0,1-1 0,-1 1 0,0 0 0,1 0 0,0 0 0,0 0 0,0 0 0,0 0 0,1 1 0,-1-1 0,1 0 0,0 0 0,1 5 0,-1-8-19,0 0-1,1 0 1,-1 0 0,0 0 0,1 0 0,-1 0 0,1 0 0,-1 0 0,1 0 0,-1 0-1,1-1 1,-1 1 0,1 0 0,0 0 0,0-1 0,-1 1 0,1 0 0,0-1 0,0 1-1,0-1 1,0 1 0,-1-1 0,1 1 0,2-1 0,26 4 8,-23-3-8,14 0-73,0-1 1,0 0-1,0-1 0,0-2 1,0 0-1,36-10 1,-46 9 37,0 0 0,1-1 1,-2 0-1,1 0 0,-1-1 1,0 0-1,0-1 1,0 0-1,-1-1 0,0 1 1,0-1-1,-1-1 0,-1 0 1,8-11-1,-11 14 40,-1 3 10,-1 1 1,0-1-1,1 1 1,-1-1-1,1 1 1,0 0 0,0-1-1,3-2 1,-5 5 393,0 16-375,0 1 19,5 32-1,-5-44-61,1 0 1,1 0-1,-1 0 1,1 0-1,-1 0 1,1-1-1,1 1 0,-1-1 1,0 0-1,1 1 1,6 6-1,-9-11-28,1 0 0,-1 0-1,0 0 1,1 1 0,-1-1-1,0 0 1,0 0 0,1 0-1,-1 0 1,0 0 0,1 0-1,-1 0 1,0 0 0,0 0-1,1-1 1,-1 1 0,0 0 0,1 0-1,-1 0 1,0 0 0,0 0-1,1 0 1,-1 0 0,0-1-1,0 1 1,1 0 0,-1 0-1,0 0 1,0-1 0,0 1-1,0 0 1,1 0 0,-1-1 0,0 1-1,0-1 1,3-4-430,-1 0 1,0 0-1,-1 0 1,1-1-1,-1 1 1,0-1-1,0-5 0,3-14-1553,10-33-4157,1 0-3898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45.0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1 1 10933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45.2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1 119 10933,'104'-89'4538,"-83"74"-2621,-15 14-171,6 14 1760,16 41 367,9 36-2769,-12-29-673,-11-29-320,24 63 63,-38-95-172,0 1 1,1-1-1,-1 0 0,0 0 0,1 0 1,-1 0-1,0 1 0,1-1 1,-1 0-1,0 0 0,0 0 1,1 0-1,-1 0 0,0 0 0,1 0 1,-1 0-1,0 0 0,1 0 1,-1 0-1,0 0 0,1 0 0,-1 0 1,0 0-1,1 0 0,-1-1 1,0 1-1,1 0 0,-1 0 1,0 0-1,0 0 0,1-1 0,-1 1 1,0 0-1,0 0 0,1-1 1,-1 1-1,0 0 0,0 0 0,0-1 1,1 1-1,-1 0 0,0-1 1,5-10 18,-1 0 0,0 0 0,0 0 0,2-16 0,5-18-9,1 10 49,1 1-1,1 0 1,30-49 0,-41 79-139,-1 0 0,1 0 1,0 0-1,0 1 0,1-1 1,-1 1-1,1 0 0,0 0 1,0 0-1,0 1 0,0-1 0,0 1 1,0 0-1,1 0 0,-1 0 1,1 1-1,5-2 0,10 1-4716,1 3-4145,-4 2-1391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45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 5378,'0'0'14807,"3"3"-13878,-3 18-257,0 6 240,0 10 81,0 2-305,0 0-320,0-2-192,0-4-128,0-12-48,-3-12 0,0-3-192,3-12-8756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46.3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 52 7491,'0'0'8748,"7"-9"-6867,19-25 139,-20 26 2451,-8 12-3737,-15 28 47,1 0 1,-13 41-1,22-53-658,2-1-1,0 2 0,2-1 1,0 0-1,0 30 1,2-28-97,3 31 14,-2-52-39,0 0 0,1 0 0,-1 0-1,0 0 1,1 0 0,-1 0-1,1 0 1,-1 0 0,1 0 0,-1 0-1,1 0 1,0 0 0,0 0-1,-1-1 1,1 1 0,0 0 0,0-1-1,0 1 1,0 0 0,-1-1 0,1 1-1,0-1 1,2 1 0,-1 0-1,1-1 0,0 1 1,0-1-1,-1 1 0,1-1 0,0 0 1,0 0-1,5-1 0,-1 0 1,-1 0-1,0-1 0,1 0 0,-1 0 0,0 0 0,0-1 1,10-6-1,4-7 10,-2-2 0,0 0 0,24-31 0,5-6-2,-29 36-4,0 1 0,0 1 1,30-20-1,-41 32-7,0 1 0,0 0 0,0 0 0,1 1-1,0 0 1,0 0 0,-1 1 0,1 0 0,1 0 0,-1 1 0,0 0 0,0 0 0,0 1 0,12 1-1,-16 0 2,-1 0-1,0 1 1,0-1-1,1 0 0,-1 1 1,0 0-1,-1 0 0,1 0 1,0 0-1,0 0 1,-1 0-1,1 1 0,-1-1 1,0 1-1,0 0 0,0 0 1,0 0-1,0 0 1,-1 0-1,1 0 0,0 4 1,5 9-7,-1 0 1,6 31 0,-8-24 5,-2-1 0,0 1 1,-2 22-1,0-28 8,0-15-4,0 0-1,0 0 0,0 0 0,-1 1 0,1-1 0,0 0 0,-1 0 1,0 0-1,1 0 0,-1 1 0,0-1 0,0 0 0,0-1 1,0 1-1,-1 0 0,1 0 0,0 0 0,-4 2 0,2-1 0,-1-1 0,0 0 0,0 0-1,0 0 1,0 0 0,0-1-1,0 1 1,-1-1 0,-3 1-1,-5 0-154,0 0 0,0 0-1,0-1 1,0-1-1,0 0 1,0 0 0,0-2-1,1 0 1,-1 0-1,0-1 1,1 0 0,-1-1-1,-15-8 1,14 5-438,0-1 0,1-1 0,0 0 0,0-1 0,1 0 1,0-1-1,1-1 0,1 1 0,-1-2 0,-11-19 0,5 5-1995,-14-31 0,-8-30-5082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46.4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 11861,'0'0'9381,"191"-15"-9093,-146 15-288,3 6-288,-5 3-2930,8-2-7074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46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385 0 11573,'0'0'10629,"-28"4"-9538,-94 16-80,112-18-850,-1 1-1,1 0 0,0 0 1,0 1-1,1 0 0,-1 1 1,1 0-1,0 0 0,-12 10 1,8-6 74,4-3-178,1 0 0,0 0 1,0 0-1,1 1 0,-1 0 1,2 1-1,-1 0 1,1 0-1,0 0 0,1 1 1,-1-1-1,2 2 0,-1-1 1,1 0-1,1 1 0,0-1 1,0 1-1,1 0 0,0 0 1,1 0-1,0 18 1,0-26-59,1 0 1,0 0-1,0 1 1,1-1 0,-1 0-1,0 0 1,1 1-1,-1-1 1,1 0 0,0 0-1,0 0 1,0 0 0,0 0-1,0 0 1,0 0-1,0 0 1,1 0 0,-1-1-1,1 1 1,-1 0 0,4 2-1,-1-2-18,0 0 0,1 0 0,-1-1-1,1 1 1,-1-1 0,1 0 0,-1 0 0,1-1 0,8 1-1,3 0-179,-1-1-1,0 0 1,21-3-1,-28 1 113,-1 1 0,1-2 1,-1 1-1,1-1 0,-1 0 0,0 0 1,0-1-1,8-6 0,6-5-288,37-34 0,-50 40 373,1 0 0,-1-1 1,-1 1-1,0-2 0,0 1 0,7-15 0,-10 15 920,-3 16 387,-2 9-1410,0 18 193,0-21-134,0 1 0,1-1 0,0 0 0,1 1 0,1-1 1,0 0-1,0 0 0,9 23 0,-11-34 319,3 2-2958,3-8-3648,9-23-2789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47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361 425 11173,'0'0'7508,"8"-10"-5417,-3 5-1734,-2 2-239,-1 1 0,0-1 0,1 0 0,-1 0 0,0 0 0,-1 0 0,3-3 0,-4 6-97,0-1 0,0 1 0,0-1 0,0 1-1,0-1 1,0 1 0,0 0 0,0-1-1,0 1 1,0-1 0,0 1 0,0-1 0,0 1-1,0 0 1,0-1 0,0 1 0,0-1 0,-1 1-1,1-1 1,0 1 0,0 0 0,0-1 0,-1 1-1,1 0 1,-1-1 0,0 0 35,0 0 0,0 1 0,-1-1 0,1 1 0,0-1 0,-1 1 0,1-1 0,0 1 0,-1 0-1,1-1 1,0 1 0,-3 0 0,-5-1 155,-31-2 1023,-51 3 1,80 0-1058,0 2 0,-1-1 0,1 1 0,0 1 0,0 0 0,1 0 0,-1 1 0,1 0 0,-14 9 0,13-6-47,0 0 0,1 1-1,0 0 1,1 1 0,-12 13-1,17-17-110,0 0-1,1 0 0,-1 1 1,1 0-1,0-1 0,0 1 1,1 1-1,0-1 0,0 0 1,0 0-1,-1 14 0,3-17-17,-1 1 0,1 0 0,0-1 1,0 1-1,0 0 0,0 0 0,1-1 0,-1 1 0,1 0 0,2 6 0,-2-9-4,1 1-1,-1-1 1,1 1-1,-1-1 1,1 0-1,0 1 0,-1-1 1,1 0-1,0 0 1,0 0-1,0 0 1,-1-1-1,1 1 1,0 0-1,0-1 1,0 0-1,0 1 1,0-1-1,5 0 0,5 2-91,0-1-1,1 0 0,-1-1 0,1-1 0,-1 0 0,0-1 0,1 0 0,12-4 0,-16 3 11,1-1 0,-1 0 0,0-1-1,-1 0 1,1 0 0,-1-1 0,0 0-1,-1 0 1,1-1 0,11-14 0,5-9-288,-1-1 0,34-63 0,24-75-365,-72 148 936,0 0 0,-1-1 0,-1 0 0,-1 0 0,-1 0 0,-1-1 0,2-25 1,-6 47 414,-4 11-556,0 0 1,-1 0-1,0 0 0,0-1 1,-1 0-1,-11 14 0,-15 24 257,20-23-225,1 1-1,0-1 1,2 2 0,2-1-1,-7 34 1,7-14-35,2 0 0,1 59 0,4-91-55,1 21 11,0-33-13,-1 0 1,0 0-1,1 0 0,-1 1 0,1-1 0,-1 0 0,1 0 1,0 0-1,-1 0 0,1 0 0,0-1 0,0 1 0,0 0 1,-1 0-1,1 0 0,0-1 0,0 1 0,0 0 0,0-1 1,0 1-1,1-1 0,-1 1 0,0-1 0,2 1 0,7 1-265,0-1 0,0 0 0,0-1 0,0 0-1,-1-1 1,1 0 0,0 0 0,0-1 0,0 0-1,-1-1 1,1 0 0,-1 0 0,0-1 0,10-6-1,15-9-3160,-2-1-1,41-34 0,-45 33-287,14-9-1737,19-14 2012,-52 37 4683,0-1 0,-1 0 0,0 0-1,8-10 1,-11 10 393,-3-1 5052,-9 7-599,-4 4-5519,-3 5-165,0-1 1,0 2-1,0 0 1,1 0-1,-22 20 1,17-12 12,0 1 1,1 1-1,-18 24 1,28-32-275,0 0-1,1 1 1,-7 15 0,11-22-128,1 1-1,-1 0 1,1-1 0,-1 1-1,1 0 1,1 0 0,-1 0 0,1 0-1,0 0 1,1 9 0,-1-13-14,0 0-1,0-1 1,0 1 0,0-1 0,1 1 0,-1 0 0,0-1 0,0 1 0,1-1 0,-1 1 0,0-1 0,1 1-1,-1-1 1,1 1 0,-1-1 0,1 1 0,-1-1 0,1 0 0,-1 1 0,1-1 0,-1 0 0,1 1 0,0-1-1,-1 0 1,1 0 0,-1 1 0,1-1 0,1 0 0,11 3-77,1 0 1,0-1-1,-1-1 0,1 0 1,0 0-1,24-4 0,-27 2-61,0 0-1,0-1 1,-1-1 0,1 0-1,0 0 1,-1-1-1,0-1 1,0 1 0,12-9-1,-12 6 33,0 0 0,-1-1 0,0 0-1,-1 0 1,0-1 0,0 0 0,-1 0 0,0-1-1,0 0 1,-1 0 0,0 0 0,-1-1 0,-1 0 0,1 0-1,-2 0 1,0-1 0,0 1 0,-1-1 0,2-21-1,-3 22 275,-1-17 491,0 28-627,0-1 1,0 0-1,0 1 1,-1-1-1,1 0 1,0 1-1,0-1 1,0 0-1,-1 1 1,1-1-1,0 1 1,-1-1-1,1 1 1,0-1-1,-1 1 1,1-1-1,-1 1 1,1-1-1,-1 1 1,1-1-1,-1 1 1,1 0-1,-1-1 1,0 1-1,1 0 1,-1-1-1,1 1 1,-1 0 0,0 0-1,1 0 1,-1 0-1,0-1 1,0 1-1,0 0-197,21 0-6929,8 0 1518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47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1 13174,'0'0'10522,"-17"3"-9980,-6 2-306,-26 9 0,45-12-190,0-1 0,1 1-1,-1 0 1,1 0 0,-1 1 0,1-1-1,0 1 1,0 0 0,0 0 0,0 0-1,1 0 1,-1 0 0,1 1 0,0-1 0,0 1-1,-3 7 1,0-3 64,0 3-35,1-1 0,0 0-1,0 1 1,1-1 0,0 1 0,1 0-1,0 0 1,1 0 0,0 23-1,1-33-71,0 1 0,1 0-1,-1 0 1,0 0 0,0-1 0,1 1-1,-1 0 1,1-1 0,0 1-1,-1 0 1,1-1 0,0 1-1,0-1 1,0 1 0,0-1-1,0 1 1,0-1 0,0 0-1,2 2 1,0-1 0,0 0 1,0 0-1,0-1 0,0 1 1,0-1-1,0 0 0,0 0 0,1 0 1,4 1-1,8 0-18,0-1 1,0-1-1,24-2 0,-27 1-23,-4 0-142,1-1 0,-1 0 0,1 0 0,-1-1 0,0-1 0,0 1 0,0-1 0,0-1 0,-1 0 0,0 0 0,0 0 0,13-12 0,2-4-2870,-1-2-1,31-40 1,-16 14-4655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48.3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9668,'0'0'13796,"2"-3"-13100,-1 3-678,-1 0-1,0 0 1,0 0-1,0-1 0,0 1 1,0 0-1,0 0 0,1 0 1,-1 0-1,0-1 1,0 1-1,0 0 0,0 0 1,1 0-1,-1 0 0,0 0 1,0 0-1,0 0 1,1 0-1,-1 0 0,0-1 1,0 1-1,1 0 0,-1 0 1,0 0-1,0 0 1,0 0-1,1 0 0,-1 0 1,0 1-1,0-1 0,0 0 1,1 0-1,-1 0 0,0 0 1,0 0-1,0 0 1,1 0-1,-1 0 0,0 0 1,0 1-1,0-1 0,1 0 1,-1 0-1,0 0 1,4 16 578,-4 36 155,0-32-542,0 282 642,0-175-5824,0-159 2145,-1-2 353,5-40 0,-2 63 2400,0 0-1,0 0 1,1 1-1,0-1 0,1 0 1,0 1-1,9-17 1,-6 15 570,1 1 0,-1 1 0,2-1 0,14-14 0,-18 21-97,0 0 1,0 0-1,0 0 0,0 1 0,1 0 0,-1 0 1,1 0-1,0 1 0,0 0 0,0 0 1,12-2-1,38-1 1283,105 5 0,-76 1-2762,-49-1-2438,-3 0-3479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48.6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14967,'0'0'11845,"97"-3"-11845,-91 3-48,-3 0-720,-3-19-6147,3-14-6691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48.9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0 10293,'0'0'11477,"1"15"-10082,-1 9-866,0 0-1,-2 1 0,-8 37 0,-1 16-45,-4 114-1,-2 14-489,14-174-476,2-28-1113,1-11-348,1-12-28,2-39-3894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49.1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 0 14711,'0'0'5426,"-21"224"-4513,15-139-417,-7 3-112,10-9-272,-6-7-32,3-17-48,3-7-16,0-18-16,0-17 0,3-7-208,-3-12-3970,0-34-1488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49.3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 11461,'0'0'7764,"188"-15"-7652,-112 27-112,-1 0-160,-2-6-1521,-13-3-2481,-8-3-6643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49.6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109 159 12502,'0'0'9788,"-5"2"-9281,3-2-491,1 0 0,-1 1 0,1 0-1,-1-1 1,1 1 0,-1 0 0,1 0 0,0 0-1,-1-1 1,1 2 0,0-1 0,0 0 0,0 0-1,-1 0 1,1 0 0,1 1 0,-1-1 0,0 0 0,0 1-1,0-1 1,1 1 0,-1-1 0,1 1 0,-1-1-1,1 1 1,-1 0 0,1-1 0,0 1 0,0-1-1,0 1 1,0 0 0,0-1 0,0 1 0,1-1 0,-1 1-1,0 0 1,1-1 0,-1 1 0,1-1 0,1 3-1,-1-3-12,0 1-1,0 0 1,1-1-1,-1 1 1,1-1-1,0 1 1,-1-1-1,1 0 1,0 1-1,0-1 1,0 0-1,0 0 1,3 0-1,28 9-27,-29-9 15,9 2-218,0-1 0,0-1-1,0 0 1,23-2 0,-33 1 157,0 0 0,0-1 0,0 1 0,-1-1 0,1 0 1,0 0-1,-1 0 0,1 0 0,-1-1 0,1 1 0,-1-1 1,0 1-1,1-1 0,-1 0 0,0 0 0,3-3 0,-1 0 25,-1 0 0,0 0 0,0 0 0,0 0 0,-1-1 0,0 1 0,3-10 0,-1-4 57,0 1 1,-2-1-1,0 0 1,-1-20-1,-1 35 44,0 0-1,0 0 1,0 0-1,0 1 0,-1-1 1,0 0-1,0 0 1,-2-6-1,2 8-14,0 1-1,0-1 1,-1 1-1,1 0 1,0 0 0,-1-1-1,1 1 1,0 0-1,-1 0 1,0 0-1,1 0 1,-1 1-1,1-1 1,-1 0-1,0 1 1,0-1 0,1 1-1,-1-1 1,0 1-1,-3 0 1,-3-1 82,0 0 0,-1 1 0,1 0 0,0 0 0,0 1 0,0 0 0,0 1 0,0 0 0,0 0 0,1 0 0,-11 5 0,6 0 33,0 0 0,1 1 1,-1 0-1,1 0 0,-18 20 1,20-19-73,2-1 1,-1 1 0,1 1 0,1-1 0,0 1 0,0 0 0,1 0 0,0 1 0,0 0-1,2 0 1,-1 0 0,1 0 0,1 0 0,0 1 0,1-1 0,0 1 0,0 11 0,2-19-80,-1-1 1,0 0 0,1 0 0,0 1 0,0-1 0,0 0-1,0 0 1,0 0 0,0 0 0,1 0 0,0 0 0,0 0-1,-1-1 1,2 1 0,-1 0 0,0-1 0,0 0 0,1 1 0,-1-1-1,1 0 1,0 0 0,0-1 0,-1 1 0,1 0 0,0-1-1,1 0 1,-1 0 0,4 1 0,10 3-93,0-1-1,0-1 1,0-1-1,19 1 1,-5-1-645,1-1 0,-1-1 0,39-6 0,-57 3 251,0 1 0,0-2 1,0 0-1,-1 0 0,1-1 1,-1-1-1,-1 0 1,1-1-1,-1 0 0,14-11 1,50-51-4212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50.1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42 10229,'0'0'12323,"4"-9"-11646,10-20-458,-10 25-5,-7 24 260,-8 15 146,5-17-408,1 1 0,1-1 0,-3 26 0,6-34-204,0 0 1,1 0 0,0 1-1,1-1 1,0 0-1,5 18 1,-5-24-21,1 0 1,0 0-1,0 0 1,0-1-1,0 1 0,1-1 1,0 1-1,-1-1 1,1 0-1,0 0 0,1 0 1,-1 0-1,0-1 1,1 1-1,0-1 0,-1 0 1,1 0-1,7 2 1,-1 0-164,1-1 1,0-1 0,0 0 0,0 0 0,0-1 0,20 0-1,-25-2 123,-1 1 0,1-1-1,-1 0 1,1-1-1,-1 1 1,1-1-1,-1 0 1,0 0-1,0-1 1,0 1-1,0-1 1,-1-1 0,1 1-1,-1 0 1,1-1-1,-1 0 1,0 0-1,-1 0 1,1-1-1,-1 1 1,5-9-1,3-6 95,-1-1-1,-1 0 1,0-1-1,5-23 0,-9 28 539,-5 14-51,-1 3 30,-7 24 52,5-16-581,1 1 0,0-1 1,1 1-1,0-1 1,0 19-1,2-24-32,-1 0 0,1-1 0,-1 1-1,1 0 1,0 0 0,0-1 0,1 1 0,-1-1 0,1 1 0,0-1 0,0 1-1,0-1 1,0 0 0,1 0 0,-1 0 0,1-1 0,4 5 0,3-1-192,1 1 0,-1-1 0,1-1 0,1 0 0,-1 0 0,1-1 0,0-1 0,0 0 0,0-1 1,0 0-1,0 0 0,0-2 0,1 1 0,-1-2 0,13-1 0,-21 2 160,1-1 1,-1 0-1,0 0 0,1 0 1,-1 0-1,0-1 1,0 0-1,0 0 0,0 0 1,0 0-1,-1 0 0,1-1 1,-1 1-1,1-1 1,3-4-1,-3 1 21,0 1 0,0-1 0,0 0 0,0 0 0,-1 0 0,0-1 0,0 0 0,2-10 0,0-7 469,0 0 1,-2-1-1,-1 1 1,-1-31-1,-2 54-425,1-1 0,0 0 0,0 0 0,0 1 0,0-1-1,0 0 1,1 1 0,-1-1 0,0 0 0,1 1 0,0-1-1,-1 0 1,1 1 0,1-2 0,-1 2-115,0 0-1,0 1 1,0-1-1,0 1 1,1 0 0,-1-1-1,0 1 1,0 0 0,0 0-1,1 0 1,-1 0 0,0 0-1,1 0 1,1 0-1,3 0-291,34 2-3217,7 8-2157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50.6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227 216 13254,'0'0'9837,"-31"-5"-8965,-94-9-341,122 14-519,1 0 0,-1 0 0,0 0 0,0 0 0,0 0 0,0 1 0,1-1 0,-1 1 0,0 0 0,0 0 0,1 0 0,-1 0 0,1 0 0,-1 1 0,1-1 0,-3 3 0,3-2-4,1-1 0,-1 1 1,1 0-1,0 0 0,0 1 0,-1-1 1,2 0-1,-1 0 0,0 1 1,0-1-1,0 3 0,0 0 6,-1 1-12,0 1-1,1-1 0,0 1 1,0 0-1,0 0 0,1 0 1,0-1-1,1 1 0,-1 0 1,1 0-1,2 6 0,-2-9-60,1 0 0,0 0 0,-1 0 0,1 0 0,1-1 0,-1 1 0,0-1 0,1 0 1,0 1-1,0-1 0,0 0 0,0 0 0,0-1 0,0 1 0,1-1 0,-1 0 0,1 0 0,6 3 0,0-2-181,1 0-1,0 0 1,0-1 0,0 0 0,0-1-1,0-1 1,19 0 0,-11 0 60,-16 0 168,1-1 0,0 1 1,-1 0-1,1-1 1,-1 0-1,0 0 1,1 0-1,-1 0 1,0 0-1,1-1 1,-1 0-1,0 1 0,0-1 1,0 0-1,0-1 1,-1 1-1,1 0 1,-1-1-1,1 1 1,-1-1-1,4-6 1,1-3 137,0-1 0,-1 0 0,-1 0 0,5-19 0,9-21 1245,-16 49-1313,-1 0-1,1 1 1,-1-1-1,1 0 1,0 1-1,0-1 1,1 1-1,-1 0 1,1 0-1,0 0 1,-1 1-1,1-1 1,0 1-1,1 0 1,-1 0-1,0 0 1,1 1-1,-1-1 1,8 0-1,7-1-85,0 0 0,0 2 0,26 0 0,-31 1 81,-13 1-53,1-1 0,-1 0 0,0 1 0,0-1 0,0 1 0,1 0 0,-1-1 0,0 1 0,0 0 0,0 0 0,0-1 0,0 1 0,0 0 0,-1 0 0,1 0 0,0 0 0,0 0 0,-1 0 0,1 1 0,0-1 0,-1 0 0,1 0 0,-1 0 0,0 1 0,1-1 0,-1 0 0,0 0 0,0 1 0,0-1 0,0 3 0,3 49-1,-4-43 0,2 5-4,-1 0 0,0-1 1,-1 1-1,-1-1 1,-1 1-1,0-1 1,0 1-1,-1-1 1,-13 26-1,15-34 5,-5 6 19,6-11 37,1-6 149,0-3-91,-1-10-72,1 0 0,1-1 0,1 1 0,0 0 0,2 1 0,7-26 0,-5 27-129,1 0 0,0 0 0,1 0 0,1 1 0,0 0 0,2 1 0,-1 0 0,2 0 0,0 2-1,0-1 1,1 1 0,0 1 0,1 0 0,1 1 0,0 1 0,23-12 0,32-6-2828,-24 11-2627,-23 7-592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50.7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1 144,'0'0'23259,"9"36"-22299,-3 3-656,0 4-224,0-1-80,-3 1 0,3-7-304,-6-12-1056,6 0-1090,0-21-1599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51.2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95 0 10389,'0'0'9159,"-4"14"-8866,4-13-288,-4 13 23,1-1-1,-2 0 1,0 0-1,-1 0 1,0 0-1,-9 13 1,11-20-22,-1 0-7,0 0 1,1 0 0,0 0 0,0 0-1,1 0 1,0 1 0,0 0-1,0-1 1,1 1 0,0 0 0,0 1-1,0 8 1,2-16 1,0 1 0,0 0-1,1-1 1,-1 1 0,0-1-1,0 1 1,1-1 0,-1 1-1,0 0 1,1-1 0,-1 1-1,1-1 1,-1 0 0,1 1 0,-1-1-1,1 1 1,-1-1 0,1 0-1,-1 1 1,1-1 0,-1 0-1,1 0 1,0 1 0,-1-1 0,1 0-1,-1 0 1,1 0 0,0 0-1,-1 0 1,1 0 0,0 0-1,0 0 1,28 0 41,-19-1-27,-1 1-5,1-1 1,-1 0-1,1-1 0,-1 0 0,0-1 0,0 0 1,0 0-1,0-1 0,-1 0 0,12-7 0,9-8 24,41-36 0,-11 8 58,-44 36 550,28-15 0,-42 25-597,0 1 1,0 0-1,0-1 1,0 1-1,0 0 1,0 0-1,0 0 1,0 0-1,0 0 1,0 0-1,0 0 1,0 0-1,0 0 1,0 0-1,0 0 1,0 1-1,0-1 1,0 0-1,0 1 1,0-1-1,0 1 1,0-1 0,0 1-1,1 1 1,18 19-236,-15-16 282,5 7-170,1-1-1,0-1 0,0 0 1,1 0-1,0-1 1,1-1-1,0 0 1,22 9-1,-34-16 79,0-1-1,-1 1 1,1 0 0,0-1 0,-1 1-1,1 0 1,-1 0 0,1-1-1,-1 1 1,1 0 0,-1 0-1,1 0 1,-1 0 0,0-1 0,1 1-1,-1 0 1,0 0 0,0 0-1,0 0 1,0 0 0,0 0-1,0 0 1,0 1 0,-2 23 137,2-24-128,-1 2 33,0 0-1,0 0 1,0 0 0,0 0 0,0-1-1,-1 1 1,1 0 0,-1 0 0,0-1-1,0 1 1,0-1 0,0 0 0,0 1-1,0-1 1,-1 0 0,1 0 0,-1-1-1,1 1 1,-1 0 0,0-1 0,0 0-1,0 1 1,0-1 0,-5 1 0,-4 1-362,0-1 0,-1 0 0,1 0 1,-21-1-1,29-4-2823,-2-9-1990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51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376 45 13382,'0'0'8943,"-31"-8"-8538,-102-24-95,126 31-283,-1-1 0,1 1 1,-1 1-1,0-1 0,1 1 0,-1 0 1,1 1-1,-1 0 0,0 0 0,1 1 1,0 0-1,-1 0 0,1 0 1,0 1-1,0 1 0,0-1 0,1 1 1,-1 0-1,1 0 0,0 1 0,0 0 1,-6 6-1,7-6-27,1-1 0,0 1 0,1 0 0,-1 0 0,1 0 0,0 1 0,0-1 0,1 1 0,-1 0 0,1-1 0,-1 9 0,2-12-22,0 0 1,1 1-1,-1-1 1,1 0-1,0 1 0,0-1 1,0 0-1,0 1 1,0-1-1,0 0 0,1 0 1,-1 1-1,1-1 1,-1 0-1,1 0 0,0 1 1,0-1-1,0 0 1,0 0-1,0 0 0,1 0 1,-1 0-1,1-1 1,-1 1-1,1 0 0,-1-1 1,1 1-1,0-1 1,0 1-1,0-1 0,4 2 1,8 1-221,1 0 0,0-2 0,1 1 0,-1-2 0,0 0 0,29-2 0,-38 0 218,0 0 1,-1 0 0,1 0-1,-1 0 1,1-1 0,-1 0-1,0 0 1,1-1 0,-1 1-1,0-1 1,0 0 0,-1-1-1,1 1 1,-1-1 0,5-4-1,-1-1 81,0 0-1,0-1 1,-1 1-1,-1-1 0,1-1 1,5-12-1,-4 5 914,-8 27-179,0 22-754,1-28-120,-1 0 0,1 0 0,0 0 0,0 0 0,0 0 0,1 0 0,-1 0 0,1 0 0,0-1 0,-1 1 0,1 0 0,0-1 0,1 1 0,-1-1 0,0 0 0,1 0 0,4 3 0,-4-3-431,1 0 0,-1-1 0,0 1 0,1-1 0,-1 0 0,1 0-1,0 0 1,-1-1 0,6 1 0,18 0-6460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51.9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11093,'0'0'10485,"12"127"-10389,-12-76-96,0-5-304,0-4-2017,12-12-1473,0-18-4066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52.0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37 14215,'0'0'7907,"203"-37"-8787,-140 37-2178,-5 0-1968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52.2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14295,'0'0'7395,"6"115"-7363,-6-63-32,0-1-16,0-8-16,0-13-336,3-9-1201,3-12-672,3-9-864,4 0-2034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52.4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94 5939,'0'0'10741,"115"-94"-10741,-115 128-32,0 11-16,0 3-273,0 1-255,0-10-272,-6-2 224,3-10 95,3-6 273,0-9-768,-3-12-897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53.4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0 7619,'-8'15'748,"1"0"0,1 0 0,-5 18-1,11-32-700,0 0 0,0-1 1,0 1-1,0-1 0,0 1 0,0 0 0,0-1 0,0 1 0,0-1 0,0 1 0,1 0 0,-1-1 1,0 1-1,0-1 0,1 1 0,-1-1 0,0 1 0,1-1 0,-1 1 0,1-1 0,-1 0 1,1 1-1,-1-1 0,1 1 0,-1-1 0,1 0 0,-1 1 0,1-1 0,-1 0 0,1 0 1,-1 1-1,1-1 0,-1 0 0,1 0 0,0 0 0,-1 0 0,2 0 0,30 1 934,-19-2-753,167 6-2384,-88-1-4057,-28-4 2381,-36 0 4771,8 0 16006,-37 0-16940,0 0 1,1 0-1,-1-1 1,1 1-1,-1 0 1,0 0-1,1 0 1,-1 0-1,0 0 1,0 0-1,1 0 1,-1 1 0,1-1-1,-1 0 1,0 0-1,1 0 1,-1 1-1,0-1 1,1 0-1,-1 1 1,1-1-1,-1 0 1,1 1-1,-1-1 1,1 1 0,-2 0-1,2 1-61,-1-1-1,0 0 0,1 1 1,-1-1-1,1 0 1,-1 1-1,1-1 1,0 1-1,-1-1 1,1 1-1,0-1 1,0 2-1,0 0-108,0-1-1,0 0 1,0 0 0,0 0-1,1 0 1,-1 0 0,1 0-1,-1 0 1,1 0 0,0 0-1,0 0 1,0 0-1,0 0 1,0 0 0,0 0-1,1-1 1,-1 1 0,0 0-1,3 1 1,4 0-102,0-1 0,0 1 0,0-2-1,0 1 1,1-1 0,-1 0 0,1 0 0,16-2 0,-14 1 422,-10 0-73,0-1 0,0 1 0,0 0 0,0-1 0,0 1 0,0-1 0,0 1 0,0-1 0,0 1 0,-1-1 0,1 1 0,0-1 0,0 0 0,-1 0 0,1 1 0,0-1 1,-1 0-1,1 0 0,-1 0 0,1 0 0,-1 0 0,1 1 0,-1-1 0,0 0 0,1 0 0,-1 0 0,0 0 0,0 0 0,0 0 0,0 0 0,1 0 0,-2-2 0,2-45 2545,-2 31-1787,-5-19 651,10 36-1683,24-1-291,0 2 1,1 0 0,-1 2-1,43 11 1,-57-10 468,-10-2 31,0-1-1,0 1 1,0-1-1,1-1 1,7 2-1,-11-2 681,-1 10-169,0-2-489,-1-5-33,1 1 0,0-1 0,1 0 0,-1 0 1,0 0-1,1 0 0,1 5 0,-1-7-11,-1 0 0,1 0 0,0 0 1,0 0-1,0 0 0,-1 0 0,1 0 0,0 0 0,0-1 0,0 1 0,1 0 1,-1-1-1,0 1 0,0 0 0,0-1 0,0 0 0,1 1 0,-1-1 0,0 0 1,0 1-1,1-1 0,1 0 0,42 4 116,1-2 1,0-2-1,89-12 0,-133 12-98,-1 0-1,1-1 0,-1 1 0,1 1 0,-1-1 0,1 0 0,-1 0 1,1 1-1,0-1 0,-1 0 0,1 1 0,-1 0 0,0-1 0,1 1 1,-1 0-1,0 0 0,1-1 0,-1 1 0,0 0 0,2 2 0,18 27 315,-16-20-298,-4-9-28,0 0-1,0 0 1,0-1-1,0 1 1,-1-1-1,1 1 1,0-1-1,0 1 1,0-1-1,0 1 1,0-1-1,0 0 1,0 1-1,0-1 1,0 0-1,0 0 1,1 0-1,0 0 1,26-1 19,-17 1-10,-4-1 26,1 0 0,-1-1 0,0 0 0,0 0 0,0-1 0,0 0 0,0 0 0,0 0 0,8-7 0,27-11 544,-28 16-484,0 1 1,0 1 0,1 0 0,-1 0 0,17 1 0,76 2-156,-48 1 86,-35-1-91,-23 0-160,-1-4-1187,-3-19-2196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55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1 18969,'0'0'6960,"-12"33"-6266,12-33-694,-51 145 376,48-133-350,0 0 1,0 1-1,1-1 1,1 0-1,0 1 0,1-1 1,0 0-1,1 1 1,0-1-1,1 0 0,1 1 1,3 11-1,2 8-14,-3-11-10,-3-14-7,0 1 1,-1 0-1,2 12 1,-2-19-183,2-5-13,15-32-2375,1 0 1,2 2-1,48-61 1,-6 22-3706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55.3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0 7988,'0'0'16183,"33"191"-15703,-33-127-176,-3-7-160,-6-8-111,0-13 31,-3-9-64,-6-9-177,-6-9-975,-4-9-1105,-8 0-1681,6-18-2705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55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42 1985,'0'0'12608,"28"-7"-10097,0-1-1893,-5 1-209,0 1 0,0 2 1,1 0-1,0 1 0,34 0 0,-52 3-391,221 5 461,-78 11-3841,-8 11-9041,-135-24 21577,-10 2-4997,-10 3-2605,13-8-1336,-5 3-68,1-1 0,0 1 0,-1 0 0,1 1 0,0-1 0,1 1 0,-1 0 0,1 0 0,-1 0 0,1 1 0,0 0-1,1-1 1,-1 1 0,1 1 0,0-1 0,1 0 0,-1 1 0,1-1 0,0 1 0,0 0 0,1 0 0,-1 0 0,1 0 0,0 8 0,1-13-165,0 1 1,1 0-1,-1-1 0,0 1 1,1 0-1,-1-1 0,1 1 1,-1-1-1,1 1 0,0-1 1,0 1-1,-1-1 0,1 0 0,0 1 1,0-1-1,1 0 0,-1 0 1,2 2-1,1 0-15,0 0 0,0-1-1,0 1 1,0-1 0,1 0 0,7 2 0,4 0-233,1 0 1,31 2 0,-26-4-20,1 0 0,-1-2 0,0-1 0,24-3-1,-44 4 285,1-1-1,-1 0 0,0 0 1,0 0-1,1 0 0,-1 0 1,0 0-1,0-1 0,0 1 0,0-1 1,-1 1-1,1-1 0,0 0 1,-1 0-1,1 0 0,-1 0 0,1 0 1,-1 0-1,0 0 0,0 0 1,0-1-1,0 1 0,0 0 0,-1-1 1,1 1-1,-1 0 0,1-3 1,1-10 384,-1-1 0,-1 1 1,-1-22-1,0 8-27,1 8-1746,2 19-1909,8 2-3035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57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196 19 2577,'0'0'11099,"0"-3"-9699,0 2-1337,0 1-1,0-1 0,0 1 0,0-1 1,0 0-1,0 1 0,0-1 1,0 1-1,0-1 0,-1 1 1,1-1-1,0 1 0,0-1 0,-1 1 1,1-1-1,0 1 0,0-1 1,-1 1-1,1-1 0,-1 1 0,1 0 1,0-1-1,-1 1 0,1 0 1,-1-1-1,1 1 0,-1 0 1,1-1-1,-1 1 0,0 0 0,-22-2 1672,12 3-1437,5-1-82,0 0 0,0 1 0,0 0 0,0 0 0,0 1-1,1-1 1,-1 1 0,1 1 0,-1-1 0,1 1 0,0 0 0,0 0 0,0 0 0,0 1 0,1 0 0,-1 0-1,1 0 1,0 0 0,0 1 0,0-1 0,1 1 0,0 0 0,-5 9 0,3-3-60,0 0 1,1 1-1,0-1 0,0 1 1,1 0-1,1 0 1,0 0-1,1 0 0,0 1 1,2 21-1,0-27-143,0 0 0,1-1-1,0 1 1,0-1 0,0 1 0,1-1-1,0 0 1,0 0 0,1 0-1,-1 0 1,1-1 0,1 1 0,-1-1-1,1 0 1,0-1 0,0 1-1,0-1 1,1 0 0,8 6 0,6 1-39,0-1 1,0-1 0,1 0 0,39 10 0,-25-11-495,-1-1 0,59 4 0,71-8-4526,-163-3 5038,-1 0 9,10 1-1138,1-2-1,0 1 1,13-4-1,-15 1-640,1 0-1,-1-1 1,12-6-1,-21 10 1714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58.3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1 1857,'0'0'21484,"-4"13"-20561,-3 5-512,-38 124 1172,37-113-1489,1 0 0,2 0 0,-3 38 0,8 21-209,0-86 55,0 0 0,0 0 0,0 0 1,0 0-1,1 0 0,-1 0 0,1-1 0,0 1 1,-1 0-1,1 0 0,0 0 0,0-1 0,0 1 0,0 0 1,0-1-1,1 1 0,-1-1 0,0 1 0,1-1 1,-1 0-1,1 0 0,-1 1 0,1-1 0,0 0 1,0 0-1,-1-1 0,1 1 0,0 0 0,0-1 1,3 2-1,7 0-772,-1 0 0,0-1 1,0-1-1,16 0 0,-11 0-511,41-1-4555,3-4-3333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58.6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43 12550,'0'0'10834,"-20"15"-10180,-61 50-316,79-63-332,0 0 0,0 0 0,0 0-1,0 0 1,0 1 0,1-1-1,-1 1 1,1-1 0,0 1-1,-1 0 1,0 3 0,2-5-5,0 0 0,0 0 0,0 0 0,0 0 0,0 0 0,0 0 0,0 0 0,0 0 0,0 0 0,0 0 0,1 0 0,-1 0 0,0 0 0,1 0 0,-1 0 0,1 0 0,-1 0 0,1 0 0,-1-1 0,2 2 0,1 1-11,-1-1-1,1 0 0,0 0 0,0-1 0,0 1 0,0 0 0,1-1 1,-1 0-1,0 0 0,7 1 0,10 2-372,0-1 0,1-1 1,-1-2-1,1 0 0,22-3 0,-38 3 342,0-1 1,-1 1-1,1-1 0,-1 0 0,0-1 0,1 1 1,-1-1-1,0 0 0,0 0 0,0-1 0,0 1 1,0-1-1,0 1 0,-1-1 0,0-1 0,1 1 1,-1 0-1,0-1 0,4-6 0,-3 3 149,-1 0-1,0 0 0,0-1 1,0 1-1,-1-1 1,0 0-1,-1 1 0,0-1 1,0 0-1,0-14 1,-1-26 999,0 47-1358,12-4-5965,15 4-2900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58.9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1 143 15639,'0'0'8255,"6"24"-8007,25 76-91,-29-95-150,0 0 1,0 0-1,0 0 0,1 0 0,0-1 0,0 1 1,0-1-1,1 1 0,-1-1 0,1 0 1,0-1-1,0 1 0,7 4 0,-7-6-38,0 0 0,1 0 0,-1 0 0,0-1 0,1 0 0,-1 0 0,1 0 1,-1 0-1,1-1 0,-1 0 0,1 0 0,6 0 0,-9-1 29,0 1 0,-1-1 0,1 1 1,0-1-1,0 0 0,-1 0 0,1 0 1,-1 0-1,1 0 0,-1 0 0,1 0 0,-1 0 1,0 0-1,1-1 0,-1 1 0,0-1 1,0 1-1,0-1 0,0 1 0,0-1 1,1-2-1,14-42 17,-13 36-10,15-57 176,-13 42 185,2-1-1,1 1 1,1 1-1,17-34 1,-24 56-389,-1-1 0,1 1 1,0-1-1,0 1 0,0 0 1,0 0-1,0 0 0,0 0 0,1 0 1,-1 0-1,1 1 0,-1-1 1,1 1-1,0 0 0,-1-1 0,1 1 1,4-1-1,3 1-972,-1 0 1,1 0-1,-1 0 0,12 2 1,-3-1-2252,17 0-4109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49:59.4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24 11061,'0'0'10824,"0"13"-10293,0-5-465,-1-3-34,1 0 1,0 0-1,1 0 0,-1 0 1,2 8-1,-1-11-25,0 0-1,-1 0 0,1-1 0,0 1 1,0 0-1,0-1 0,0 1 0,0-1 1,0 1-1,0-1 0,0 0 0,0 1 1,1-1-1,-1 0 0,1 0 0,-1 0 1,1 0-1,-1 0 0,1 0 0,0-1 1,-1 1-1,1 0 0,2 0 0,11 2 4,1-1 0,-1 0-1,1-2 1,29-1-1,-42 1-2,-1 0 0,1 0-1,-1-1 1,1 1-1,-1-1 1,1 0-1,-1 0 1,0 0 0,0 0-1,1 0 1,-1 0-1,0-1 1,0 1-1,0-1 1,0 1-1,0-1 1,0 0 0,-1 0-1,1 0 1,-1 0-1,1 0 1,-1 0-1,2-4 1,-1 1 26,0 0 0,0 0 1,-1 0-1,1 0 0,-2-1 0,1 1 0,0 0 1,-1-1-1,0 1 0,-1-7 0,1 12-12,0-1-1,0 0 0,0 0 1,0 1-1,0-1 0,-1 0 1,1 1-1,0-1 0,-1 0 0,1 1 1,0-1-1,-1 0 0,1 1 1,-1-1-1,1 1 0,-1-1 1,1 1-1,-1-1 0,1 1 0,-1-1 1,0 1-1,1-1 0,-1 1 1,0 0-1,1-1 0,-2 1 1,-20-3 157,16 3-78,-15-2 98,-1 1 0,1 1 0,-1 1-1,1 1 1,-22 4 0,36-4-154,1-1 1,0 2 0,0-1 0,0 0 0,0 1-1,1 0 1,-1 1 0,1-1 0,-7 6-1,9-6-10,0 1-1,0-1 0,0 1 0,0-1 0,1 1 0,-1 0 1,1 0-1,0 1 0,0-1 0,0 0 0,1 1 1,0-1-1,0 0 0,-1 7 0,1-8-31,1 0 0,0 1 0,0-1 1,0 0-1,0 0 0,0 0 0,1 0 0,-1 0 0,1 1 0,0-1 0,0 0 0,0 0 1,0-1-1,1 1 0,-1 0 0,4 5 0,-2-4-17,1-1 0,-1 1 0,1-1 1,0 0-1,0 0 0,0 0 0,0-1 0,1 1 0,8 2 0,4 1-154,1-1 0,0 0 0,0-2 0,30 3 0,77 0-846,-111-6 957,0-1 0,0 0 0,0-1 0,0-1 0,-1 0-1,26-10 1,-12-1 62,0-2 1,-1 0-1,27-25 0,13-7 291,-63 46-274,0 1-1,0-1 1,-1 1-1,1-1 1,0 1-1,0 0 0,1 0 1,-1 0-1,0 1 1,0-1-1,0 1 0,1-1 1,-1 1-1,0 0 1,0 0-1,1 1 0,-1-1 1,0 1-1,0 0 1,0-1-1,0 1 0,0 1 1,0-1-1,0 0 1,0 1-1,0-1 1,0 1-1,-1 0 0,1 0 1,-1 0-1,1 0 1,-1 1-1,0-1 0,0 1 1,0-1-1,0 1 1,0 0-1,-1-1 0,3 6 1,2 10-17,-1 0-1,-1 1 1,-1-1 0,0 1-1,-2 0 1,0 0 0,-2 24 0,1-20-24,0-21 20,0-1-1,0 0 0,0 0 0,-1 0 1,1 1-1,0-1 0,0 0 0,-1 0 1,1 0-1,-1 0 0,1 0 0,-1 0 1,0 0-1,1 0 0,-1 0 0,0 0 1,0 0-1,0 0 0,0 0 0,1 0 0,-1-1 1,0 1-1,0 0 0,-1-1 0,1 1 1,0-1-1,0 1 0,0-1 0,0 1 1,0-1-1,-1 0 0,0 1 0,-6 0 1,0 0 0,0-1-1,-1 0 1,-7-1 0,-1 1 19,10-1-9,0 1 0,0-1 0,1-1 0,-1 1 0,1-1 0,-1 0 0,1 0 0,0-1 0,0 0 0,0 0 0,0-1 1,0 1-1,1-1 0,-11-9 0,11 8-222,1 0 1,-1-1-1,1 1 1,0-1-1,0 0 1,-4-8-1,6 10-391,0-1 1,0-1-1,0 1 1,1 0-1,-1 0 1,1-1-1,1 1 1,-1-8-1,1-21-6115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02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118 1 10341,'0'0'9097,"-6"29"-7984,2-11-921,-34 194 1240,32-152-1077,-2 14-117,-20 94-1,14-133-223,4-12-28,9-22-39,-1-5 77,1-8 14,1 1 0,1-1-1,0 0 1,1 1 0,0 0 0,0-1 0,1 1 0,1 0 0,0 0-1,0 1 1,1-1 0,0 1 0,1 0 0,1 0 0,-1 1 0,1 0 0,1 0-1,0 1 1,0-1 0,0 2 0,1-1 0,0 1 0,1 1 0,0 0-1,15-8 1,-19 12 0,0 0 1,0 0-1,0 1 0,0 0 0,1 0 0,11-1 0,-15 2-28,0 0-1,0 0 0,0 0 1,0 1-1,0-1 1,0 1-1,0-1 0,-1 1 1,1 0-1,0 0 1,0 1-1,0-1 1,-1 0-1,1 1 0,-1 0 1,4 1-1,0 6 8,0-1 1,0 1-1,-1 0 0,0 0 0,7 19 1,15 51-2,-13-10 417,-13-60-4040,2-30-16205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03.0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29 110 11733,'0'0'5995,"4"17"-5827,14 51-74,-17-64-91,0-1 0,0 1 0,1-1 0,-1 0 1,1 1-1,0-1 0,0 0 0,0 0 0,0 0 1,0 0-1,1-1 0,-1 1 0,1 0 0,0-1 0,0 0 1,0 0-1,4 3 0,-2-3-9,0-1 0,1 1 0,-1-1 0,1 0 0,-1 0 0,1 0-1,0-1 1,7 0 0,-10 0 4,1-1 0,0 1-1,-1-1 1,1 0 0,0 0-1,-1 0 1,1 0 0,-1 0-1,1-1 1,-1 0 0,0 0-1,6-4 1,-3 1-2,0 0 0,-1 0 0,0-1 0,0 1 0,0-1 0,4-7 0,-2 1 143,-1 0-1,0 0 1,0 0 0,-2-1-1,1 0 1,-2 0 0,3-14-1,-2-23 1426,-4 49-1537,-1-1 1,1 1-1,0 0 1,-1 0-1,1 0 1,0 0-1,-1 0 1,1 0-1,-1 0 1,0 0-1,1 0 1,-1 0-1,0 0 1,0 1-1,1-1 1,-1 0 0,0 0-1,0 1 1,0-1-1,0 1 1,0-1-1,0 0 1,0 1-1,0 0 1,0-1-1,0 1 1,0 0-1,-3-1 1,-35-4 6,34 4 17,-11 0 12,1 0 0,0 1 0,0 1 1,-1 0-1,-18 5 0,28-4-4,0-1-1,0 2 1,0-1 0,0 1-1,1-1 1,0 1 0,-1 1-1,1-1 1,0 1 0,0 0-1,1 0 1,-1 1 0,1-1-1,0 1 1,-7 10 0,8-8-6,0 0 0,0 0 0,0 0 0,1 0 0,0 1 1,1-1-1,0 1 0,0-1 0,0 1 0,1-1 0,1 14 0,-1-17-53,0-1 0,1 0 0,-1 1 0,1-1 0,0 0 0,0 0 0,0 0 0,1 0 0,-1 0 0,1 0 0,0 0 0,-1 0 0,1 0 0,1-1 0,1 3 0,1 0-22,0-1 1,0 0-1,0-1 0,0 1 1,1-1-1,0 0 0,8 3 1,1 0-336,0-2 0,1 0 0,0-1 0,-1 0 0,27 0 0,-28-2-135,0 0-598,0-1 0,23-3-1,-32 2 518,0 0 0,0 0-1,-1-1 1,1 0 0,0 0-1,-1 0 1,0 0 0,1-1-1,-1 1 1,0-1 0,4-4-1,32-33-7912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03.2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1 9220,'0'0'8975,"-8"26"-7983,-4 6-719,2-5-44,1 1 0,2 0-1,0 0 1,-2 30 0,4 147 719,6-134-999,-2-70 4,1 1 1,0 0 0,0-1-1,0 1 1,1 0 0,-1-1 0,0 1-1,0 0 1,1-1 0,-1 1 0,1 0-1,0-1 1,-1 1 0,1-1 0,0 1-1,0-1 1,0 0 0,0 1 0,0-1-1,2 2 1,0-1-213,-1-1 0,1 0-1,0 0 1,-1-1 0,1 1 0,0 0 0,-1-1-1,1 0 1,0 1 0,-1-1 0,5-1 0,22 1-3378,9-3-2702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03.7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276 30 9893,'0'0'7147,"-11"36"-6083,-38 118-205,-35 69 680,38-107-1079,24-52-277,13-35-125,-1 0 0,-25 48 0,33-73-57,-3 3-20,3-19 8,2-8 11,4-109 15,-2 109-10,1 0 1,1 1-1,1-1 1,12-32-1,9-8 62,65-108 0,-72 138-60,2 0 0,1 2 0,1 1 0,1 1 0,31-27 1,-47 47-15,1 0 1,-1 0 0,1 1-1,0 0 1,1 0 0,-1 1-1,1 1 1,0-1 0,-1 1-1,2 1 1,-1 0 0,0 1-1,0 0 1,0 0 0,1 1-1,-1 0 1,0 1 0,14 2-1,-21-2 5,0 0 0,1 0 0,-1 0 0,0 0-1,0 0 1,-1 1 0,1-1 0,0 1-1,0 0 1,-1 0 0,1 0 0,-1 0 0,1 0-1,-1 0 1,0 1 0,0-1 0,0 1-1,0 0 1,-1-1 0,1 1 0,-1 0 0,1 0-1,-1 0 1,0 0 0,0 0 0,0 4-1,2 9-6,0-1-1,-2 1 0,0 0 0,-1 18 1,0-18-8,-1-8 19,0 1 0,0-1 0,0 1-1,-1-1 1,0 0 0,-1 0 0,0 0 0,0 0 0,-1 0-1,0 0 1,0-1 0,-1 0 0,-7 9 0,7-10 4,0 0 0,0-1-1,0 1 1,-1-1 0,0-1 0,0 1 0,-1-1 0,1 0 0,-1 0 0,0-1 0,0 0 0,0 0-1,0-1 1,0 0 0,-12 2 0,6-2 3,-1-1-1,1 0 1,0-1-1,-1-1 1,-13-1 0,23 1-15,0 0 1,1 0-1,-1 0 1,1 0 0,-1 0-1,1-1 1,0 0 0,-1 0-1,1 0 1,0 0 0,0 0-1,0 0 1,1-1-1,-1 1 1,0-1 0,1 0-1,0 0 1,0 0 0,-1 0-1,2 0 1,-1-1-1,-2-4 1,1 0-486,1 0-1,0-1 1,0 0 0,1 1 0,0-1-1,0 0 1,1 0 0,0 0-1,1 0 1,0 1 0,0-1-1,3-11 1,1 9-939,0 0 0,0 1 0,8-12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03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1569,'0'0'13782,"3"154"-13414,6-112-96,6-2-272,4-10-144,5-12-992,-3-12-2626,3-6-7187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04.4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60 8228,'0'0'7043,"3"15"-6798,0-2-196,0-2-1,0 0-1,-1 0 1,0 0 0,-1 0-1,0 0 1,-1 0-1,-2 22 1,-8 22 244,-5 30-88,14-74-196,2-26-24,1 0-1,0 0 1,0 0 0,2 0-1,0 0 1,1 1-1,0 0 1,1 0 0,11-19-1,-8 17-4,1 0-1,0 2 1,1-1-1,1 1 1,0 1-1,1 0 1,22-17-1,-30 26-1,1 0 0,-1 0 0,0 1 0,1 0-1,0 0 1,0 0 0,0 1 0,0-1 0,0 2 0,1-1 0,-1 1 0,0 0-1,1 0 1,-1 0 0,1 1 0,-1 0 0,7 1 0,-10 1 23,-1-1 0,1 1 0,-1 0 0,1 0 0,-1-1 0,0 1 1,0 1-1,0-1 0,0 0 0,-1 0 0,1 1 0,0-1 0,1 5 0,13 14-1,-13-18-34,0 0 0,1-1 1,-1 1-1,1-1 0,0 0 0,0 0 0,0 0 1,0-1-1,0 1 0,0-1 0,5 1 1,4 0-304,0-1 0,18-1 0,-16 0 99,-11 0 226,-1 0 0,0 0 0,1 0 0,-1-1 1,0 1-1,1-1 0,-1 0 0,0 0 0,0 0 0,0 0 0,0 0 1,0-1-1,0 1 0,5-5 0,-5 3 38,-1 0-1,1 0 1,-1 0 0,0 0 0,1-1-1,-2 1 1,1-1 0,0 0 0,-1 1-1,0-1 1,2-6 0,0 0 139,2-16 1699,-10 26-1244,2 2-614,1 1-1,-1-1 0,1 0 1,-1 1-1,1-1 0,0 1 1,0 0-1,0 0 0,0 0 1,1 0-1,-1 0 0,1 0 1,-1 0-1,1 0 0,0 1 1,1-1-1,-2 6 0,-1 9 91,-1 37-1,5 50 122,-4 55-112,3-153-107,-1 0-1,-1 1 1,1-1-1,-1 0 1,0 0-1,-1 0 1,1-1-1,-1 1 1,-1 0-1,-5 7 1,6-10-2,0 0 0,-1 0 0,1-1 0,-1 1 0,0-1 0,0 0 0,0 0 0,-1-1 0,1 1 0,-1-1 1,1 0-1,-1 0 0,0 0 0,0-1 0,-9 2 0,-2 0-399,0-2 0,0 0 0,-1-1 0,-17-2 0,33 2 148,-1 0 0,0 0-1,0 0 1,1-1 0,-1 1 0,0-1-1,1 1 1,-1-1 0,0 0-1,1 0 1,-1 1 0,1-1-1,-1 0 1,-1-2 0,0-1-1034,0-1 0,0 1 0,0-1 0,1 0 0,-3-6 0,5 11 1248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04.9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57 6051,'0'0'5866,"2"35"-4041,4 119-363,-4 107 2045,-2-163-2737,0-92-715,-1 21 71,1-27-126,0 1 1,0 0 0,0-1 0,0 1-1,-1 0 1,1-1 0,0 1-1,0-1 1,0 1 0,-1 0-1,1-1 1,0 1 0,0-1-1,-1 1 1,1-1 0,0 1-1,-1-1 1,1 1 0,-1-1-1,1 1 1,-1-1 0,1 0 0,-1 1-1,1-1 1,-1 0 0,1 1-1,-1-1 1,1 0 0,-1 0-1,0 1 1,0-1 0,0 0-3,1 0 0,-1 0 0,1 0 0,-1 0 1,1-1-1,-1 1 0,1 0 0,-1 0 1,1 0-1,-1-1 0,1 1 0,-1 0 0,1 0 1,-1-1-1,1 1 0,0 0 0,-1-1 0,1 1 1,-1-1-1,1 1 0,0-1 0,-1 1 0,1 0 1,0-1-1,0 1 0,-1-1 0,1 0 0,-4-20-56,3 18 44,-7-97-433,3-100 0,5 186 444,0 0 0,1 0 0,0 1 0,1-1 0,1 0 0,0 1 0,1-1 0,0 1 0,1 0 0,0 0 0,2 1 0,-1 0 0,1 0 0,1 0 0,13-16 0,-13 19-2,0 1 0,1 0 0,0 0 0,0 1 0,0 0 0,1 0 0,0 1 0,1 1 0,-1 0 0,1 0 0,0 1 0,0 0 0,0 1 0,1 0 0,-1 1 0,1 0 0,-1 1 0,1 0 0,0 1 0,0 0 0,-1 1 0,17 3 0,-21-2 4,0 1 0,0-1-1,0 1 1,-1 0-1,1 1 1,-1-1 0,0 1-1,0 1 1,0-1-1,-1 1 1,0 0-1,0 0 1,0 0 0,0 1-1,4 6 1,-4-4-2,0 0 1,-1 0-1,0 0 1,0 0-1,-1 1 0,0-1 1,0 1-1,-1 0 1,0 0-1,-1 0 1,1 14-1,-1-20-3,-1-1 0,0 1 0,0 0 0,0-1 0,-1 1 0,1-1 0,0 1 0,-1 0 0,0-1 0,-1 4 0,1-5 2,0 0-1,-1 0 1,1 0 0,0 0-1,0-1 1,-1 1-1,1 0 1,-1-1-1,1 1 1,0-1-1,-1 0 1,1 1-1,-1-1 1,1 0 0,-1 0-1,1 0 1,-1 0-1,1 0 1,-2-1-1,-6 1-126,7 1-103,-1-1 0,1 0 0,-1 0 0,0 0 0,1 0-1,-1 0 1,1 0 0,-1-1 0,0 1 0,1-1-1,-1 0 1,1 0 0,0 0 0,-1 0 0,1 0-1,0 0 1,-1-1 0,1 1 0,0-1 0,0 0 0,0 1-1,-2-3 1,-12-22-7487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05.2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1 2401,'0'0'10805,"34"75"-9957,-56-50-111,1-4-193,0-3-144,3-6-304,0-3-80,9-3-16,-3-6-512,2 0-1425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06.4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374 386 6963,'0'0'8567,"-25"-13"-7775,-84-40 33,102 50-709,0 1 1,0 0 0,-1 0 0,1 0-1,0 1 1,0 0 0,-1 0 0,1 1 0,-1 0-1,1 0 1,0 1 0,-1 0 0,1 0 0,0 1-1,0 0 1,-1 0 0,-6 4 0,6-2-2,0 1 0,0 0 1,1 0-1,0 0 1,0 1-1,0 0 0,1 1 1,0 0-1,0 0 1,1 0-1,-7 12 0,9-16-99,1 1 1,1 0-1,-1 0 0,0 0 0,1 0 0,0 0 0,0 0 0,0 5 0,0-7-18,1 0 0,0-1 1,0 1-1,0 0 0,0-1 1,1 1-1,-1 0 1,0-1-1,1 1 0,-1 0 1,1-1-1,0 1 0,-1-1 1,1 1-1,0-1 0,0 0 1,0 1-1,0-1 0,0 0 1,0 1-1,0-1 0,1 0 1,-1 0-1,0 0 0,3 1 1,8 4-80,0 0 0,0-2 0,1 1 0,-1-2 0,1 1 0,0-2 0,17 2 0,98 1-848,-120-5 913,0 0-1,0 0 1,0-1-1,0 0 1,0-1-1,0 0 1,11-4-1,-14 3 20,1 0-1,0 0 1,-1-1-1,0 0 1,0 0-1,0 0 1,-1 0-1,1-1 1,-1 0 0,4-5-1,-5 7 43,7-11 346,0 1 1,0-1 0,11-25-1,-22 72 995,1-30-1389,0 0-1,0 0 0,0 0 1,1 0-1,-1 0 0,1 0 1,0 0-1,-1 0 0,1 0 1,1 0-1,1 4 0,0-5-12,0 0 0,0 0-1,0-1 1,0 1-1,1-1 1,-1 0 0,0 0-1,0 0 1,1 0-1,-1-1 1,0 1-1,5-1 1,51 0-605,-33-1 324,-22 1 279,0-1-1,0 1 0,0-1 0,0 1 1,-1-1-1,1-1 0,0 1 0,-1 0 1,1-1-1,0 1 0,-1-1 1,0 0-1,1-1 0,4-3 0,-3 1 11,0 0 0,0-1 0,0 0 0,-1 0-1,0 0 1,0 0 0,4-10 0,0-2 9,-1-2 1,-1 1-1,-1-1 1,5-36-1,-5 6-48,-5-78 0,-1 62-101,1 65 144,0 1 1,0-1 0,0 1 0,0 0 0,0-1 0,0 1-1,0 0 1,0-1 0,-1 1 0,1 0 0,0-1-1,0 1 1,0 0 0,-1-1 0,1 1 0,0 0 0,0 0-1,-1-1 1,1 1 0,0 0 0,0 0 0,-1-1-1,1 1 1,0 0 0,-1 0 0,1 0 0,0 0 0,-1-1-1,1 1 1,-1 0 0,1 0 0,0 0 0,-1 0 0,1 0-1,0 0 1,-1 0 0,1 0 0,-1 0 0,1 0-1,0 0 1,-1 0 0,1 1 0,0-1 0,-1 0 0,1 0-1,0 0 1,-1 1 0,-20 11-76,11-2 86,2 0 1,0 1 0,0 0-1,1 1 1,-6 12 0,-2 2 23,5-7 25,1 0 0,0 0 0,2 1 0,0 0 0,1 0 0,2 1 0,0-1 0,0 1 0,2 0 0,1 30 0,1-47-63,0 0-1,0-1 1,1 1-1,-1-1 1,1 1-1,0-1 1,0 1-1,0-1 1,0 1-1,1-1 1,-1 0-1,1 0 1,0 1-1,0-1 1,0 0-1,1-1 1,-1 1 0,0 0-1,1-1 1,0 1-1,0-1 1,0 0-1,0 0 1,0 0-1,0 0 1,0-1-1,7 3 1,3 0-93,0-1 1,0 0 0,0-1 0,1 0-1,-1-1 1,19 0 0,-27-2 95,0 1-1,1 0 1,-1-1 0,0 0 0,0-1-1,0 1 1,0-1 0,0 0 0,0 0 0,0 0-1,-1-1 1,1 1 0,-1-1 0,0-1-1,1 1 1,-1 0 0,5-7 0,3-5 59,0-1 1,-1 0 0,14-27-1,-15 24 212,26-35 0,-36 53-246,0 1-1,1-1 1,-1 0-1,1 0 0,-1 1 1,1-1-1,0 0 1,-1 0-1,1 1 1,0-1-1,-1 1 1,1-1-1,0 1 1,0-1-1,-1 1 1,1-1-1,0 1 1,0 0-1,1-1 1,0 18 471,-3-3-412,1 0-80,-1-8 0,1-1 0,0 0 0,0 0 0,0 0 0,0 1 0,1-1 0,0 0 0,0 0 0,0 0 0,1 0 0,0 0 0,0 0 0,0-1 0,0 1 0,4 4 0,1-2-55,0-1 0,1 0 0,-1 0 0,1-1 0,1 0 0,-1 0 0,1-1 0,-1 0 0,1-1 0,0 0 0,13 3 0,-7-3-43,0 0 0,-1-1 0,1-1 1,0 0-1,0-1 0,26-3 0,-39 2 97,1 1-1,-1-1 1,1 0-1,-1 1 1,0-1-1,0-1 1,0 1-1,1 0 1,-1 0 0,0-1-1,-1 1 1,1-1-1,0 0 1,0 1-1,-1-1 1,1 0-1,-1 0 1,2-3-1,2-3 94,-1-1 0,0 1-1,3-14 1,-5 18-23,-2 3 308,0 6-492,0-2 82,0-1-1,0 1 1,1 0 0,-1-1 0,0 1-1,1-1 1,0 1 0,0-1 0,0 1 0,0-1-1,0 0 1,0 1 0,0-1 0,1 0-1,-1 0 1,1 0 0,0 0 0,-1 0-1,1 0 1,0-1 0,0 1 0,0-1 0,1 1-1,-1-1 1,0 1 0,0-1 0,5 1-1,2 1-455,0 0-1,1-1 1,-1-1 0,1 0-1,-1 0 1,14-1-1,-23 0 413,0-1 0,0 1 1,1 0-1,-1-1 0,0 1 0,0-1 0,0 1 0,0-1 0,0 1 0,0-1 0,0 1 0,0-1 1,0 1-1,0-1 0,0 0 0,0 1 0,0-1 0,0 1 0,0-1 0,-1 0 0,1 0-114,0-1-122,-1 0 0,1-1 0,-1 1 0,0 0 0,0 0 0,0-1 0,0 1 1,0 0-1,-2-3 0,-31-27-7392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06.5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 5939,'0'0'9188,"170"-15"-8100,-92 27-767,10 30-321,6 16-481,3-4-2416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11.1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145 354 13750,'0'0'8506,"-2"-7"-7677,-4-21-39,6 27-617,0 0-1,0 0 1,0 0 0,-1 0-1,1 0 1,0 0 0,0 0-1,-1 0 1,1 0 0,0 0 0,-1 0-1,1 0 1,-1 0 0,1 1-1,-1-1 1,1 0 0,-1 0-1,0 1 1,1-1 0,-1 0 0,0 1-1,0-1 1,0 0 0,1 1-1,-2-1 1,-1 1-65,0 1-1,1-1 1,-1 1 0,0-1-1,1 1 1,-1 0 0,1 0-1,-1 0 1,1 1-1,0-1 1,-1 1 0,1-1-1,0 1 1,0 0 0,0-1-1,0 1 1,0 0 0,1 1-1,-1-1 1,0 0 0,0 3-1,-6 7-25,2 0 1,-10 26-1,15-35 0,-9 28 31,1 0 0,1 1 0,2-1 0,2 1 0,0 0 0,3 1 0,0-1 0,5 35 0,-4-64-112,0 0 1,1 1-1,0-1 1,0 0 0,0 0-1,0 0 1,0 0-1,0 0 1,1 0 0,-1-1-1,1 1 1,0 0-1,0-1 1,0 1 0,0-1-1,1 0 1,2 2-1,-1 0 4,0-2 0,1 1 0,0 0 0,0-1 0,0 0 0,0 0 0,0-1 0,0 1 0,9 0 0,-5 0-34,1-2 0,-1 1 0,0-1 0,0-1 0,1 1 0,-1-2 0,0 1 0,0-1 0,0-1 0,0 1 0,15-8 0,-8-1-31,-1 0 1,0 0-1,0-1 0,-1-1 0,-1-1 0,0 0 0,-1 0 1,-1-2-1,0 1 0,-1-1 0,0-1 0,-2 1 0,8-19 1,-14 27 95,1 0 0,-1 0 0,0 0 0,-1 0 0,0 0 0,0-1 0,-1-8 0,-1 25-4,0 0-1,0 1 1,-1-1 0,-4 12 0,3-10-4,0 1 0,-3 19-1,4-4 11,2 1-1,2 28 0,-2-52-39,1 1 0,-1-1 0,1 1 0,0-1 0,0 0 0,0 1 0,1-1 0,-1 0 0,1 0 0,0 0 0,0 0 0,0 0 0,0 0 0,0 0 0,5 3 0,-3-2-6,1-1 0,-1 0 0,1 0 0,-1-1 0,1 0 1,0 1-1,0-2 0,0 1 0,9 2 0,-4-3-8,0 1-1,1-2 1,-1 1 0,0-1 0,1-1-1,-1 0 1,0 0 0,0-1-1,0 0 1,16-6 0,-11 0-27,0-1 0,0-1 1,-1 0-1,0-1 0,-1 0 1,0-1-1,14-18 0,-14 17 31,-2-2-1,0 1 1,-1-1-1,0-1 1,-1 0-1,-1 0 1,0-1-1,-2 0 1,0 0-1,0 0 1,-2-1-1,0 0 1,-1 0-1,-1 0 1,0-35-1,-2-211 61,5 264-56,87 2 48,131-6-24,-208 2-13,1 0-1,0-1 1,-1-1 0,0-1-1,0 0 1,0-1 0,0-1-1,-1 0 1,0 0 0,23-19-1,-16 1 4,-19 23 23,-2 22 35,-1-8-28,-1 0-1,1 0 0,-2 0 1,-5 19-1,-4 11 44,-15 106 117,-6 24-156,23-131-40,-2-1 1,-18 43 0,23-64-11,13-31-47,8-12-2,0 2 48,1 2-1,1-1 1,0 2-1,2 1 1,0 0-1,31-23 1,-37 32-1,0 0-1,1 1 1,0 1 0,1 0 0,-1 1 0,1 1 0,0 0 0,1 0 0,-1 1 0,1 1 0,0 1 0,21-1 0,18 3-81,-53 0 92,0 0 1,0 0 0,0 0 0,-1 1 0,1-1-1,0 1 1,0-1 0,-1 0 0,1 1 0,0-1 0,-1 1-1,1-1 1,0 1 0,-1 0 0,1-1 0,-1 1 0,1 0-1,-1-1 1,1 1 0,-1 0 0,0 0 0,1-1 0,-1 1-1,0 0 1,0 0 0,1 0 0,-1-1 0,0 1-1,0 0 1,0 0 0,0 1 0,0 34-10,0-26-4,0 3 10,0-1-1,1 1 1,1-1-1,0 1 1,0-1-1,8 23 1,-8-31 4,0 0-1,0 0 1,0 0 0,0-1 0,0 1-1,1-1 1,0 1 0,0-1 0,0 0-1,0 0 1,0 0 0,1 0 0,-1-1-1,1 0 1,-1 1 0,1-1 0,0 0-1,0-1 1,0 1 0,0-1 0,1 0-1,-1 0 1,6 1 0,5 0-7,-1-1 1,0 0-1,0-1 1,0 0-1,1-1 0,-1-1 1,19-5-1,-25 5-16,-1-1 0,0 0 0,1 0 0,-1-1 0,-1 1 0,1-1 0,-1-1 0,1 0 0,-1 1 0,-1-2 0,1 1 0,-1-1 0,0 0-1,0 0 1,5-8 0,-5 4 8,0-1-1,0 0 0,-1 0 0,0-1 0,-1 1 1,0-1-1,-1 0 0,0 0 0,-1 0 0,0 0 1,-2-16-1,2 27 16,-1 0-1,0 0 1,0-1-1,0 1 1,-1 0 0,1 0-1,0 0 1,0-1 0,0 1-1,-1 0 1,1 0 0,-1 0-1,1 0 1,-1 0 0,1 0-1,-1 0 1,0 0 0,1 0-1,-1 0 1,0 0-1,0 0 1,0 0 0,0 1-1,0-1 1,0 0 0,0 1-1,0-1 1,-1 0 0,-2 0 2,0 0 0,-1 0 1,1 1-1,0-1 1,0 1-1,-8 1 1,-1-1 19,9 0-18,1 0 0,-1 1 0,0-1 0,0 1 0,0 0-1,1 0 1,-1 0 0,1 0 0,-1 0 0,0 1 0,1 0-1,0 0 1,-1 0 0,1 0 0,0 0 0,0 0 0,0 1 0,1 0-1,-1-1 1,1 1 0,-1 0 0,1 0 0,0 1 0,0-1 0,0 0-1,-2 6 1,0 3 8,1-1 0,-1 1-1,2 0 1,0 0 0,0 0-1,1 1 1,1 13 0,0-23-13,0 0 1,0-1 0,0 1 0,1-1-1,-1 1 1,1 0 0,0-1 0,0 1-1,0-1 1,0 1 0,0-1-1,0 0 1,1 1 0,-1-1 0,1 0-1,-1 0 1,3 2 0,0-1 5,0 0-1,-1 0 1,1-1 0,0 0 0,0 0 0,0 0 0,0 0-1,1 0 1,5 1 0,10 0-127,0 0-1,-1-1 0,37-1 1,-41-2-104,-6 2-339,1-1 1,0-1-1,-1 0 0,1 0 0,-1-1 0,1 0 0,14-6 0,-12 4-1001,0 1 1,1 0-1,-1 1 1,14-1-1,13-1-4738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11.4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52 11861,'0'0'8628,"2"-7"-7755,4-21-156,-6 27-697,0 1 0,0-1-1,0 1 1,0 0 0,0-1-1,0 1 1,-1 0 0,1-1-1,0 1 1,0 0 0,0-1-1,0 1 1,-1 0 0,1 0-1,0-1 1,0 1 0,-1 0-1,1 0 1,0-1 0,-1 1-1,1 0 1,0 0-1,-1 0 1,1 0 0,0-1-1,-1 1 1,1 0 0,0 0-1,-1 0 1,1 0 0,0 0-1,-1 0 1,1 0 0,-1 0-1,1 0 1,-17 0 253,12 0-112,-9 0 117,-38 3 1050,48-2-1224,1-1 0,-1 1 0,0 0 0,1 1 0,-1-1-1,1 1 1,0-1 0,-1 1 0,1 0 0,0 0 0,0 1-1,-3 2 1,1 0-2,1 0 0,0 0 0,0 0 0,0 1 0,1 0 0,0-1 0,0 1 0,0 0 0,1 1 0,0-1 0,-2 10 0,1-2-62,2 0 0,0 1 1,0-1-1,3 18 0,-2-30-42,0-1 0,0 1 0,1 0 0,-1-1 0,1 1 0,0-1 0,-1 1 0,1-1 0,0 0 0,0 1 0,0-1 0,0 0 1,0 1-1,0-1 0,0 0 0,0 0 0,0 0 0,1 0 0,-1 0 0,0 0 0,1 0 0,-1-1 0,1 1 0,-1 0 0,1-1 0,-1 1 0,1-1 0,3 1 0,4 1-105,1-1 0,0 0 0,16-1 1,-21 0 48,2 1-15,0-2 0,0 1 0,0-1-1,0 0 1,0-1 0,0 0 0,0 0-1,-1 0 1,1-1 0,-1 0-1,9-5 1,-8 3-1,0-1 0,0 1 0,-1-1 0,1-1 0,-1 1 1,-1-1-1,1 0 0,6-13 0,-7 12-46,-1-1 1,0 1-1,-1 0 1,1-1-1,-2 0 0,4-16 1,-5 18-1179,-1 0 1,1 0-1,-1-1 0,0 1 1,-3-11-1,-2 2-4406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12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2 128 6995,'0'0'9983,"13"2"-8040,-4 0-1504,-4-2-266,0 1 0,0 0 1,1 0-1,-1 0 0,6 3 0,-9-3-76,0 0 0,0 0-1,-1 0 1,1 0 0,0 0 0,0 1-1,-1-1 1,1 0 0,-1 1 0,0 0 0,1-1-1,-1 1 1,0 0 0,0-1 0,0 1 0,0 0-1,0 0 1,0 0 0,-1 0 0,2 3 0,1 20 486,0-1 0,-1 1 0,-1 0 0,-5 45 1,3-64-556,0 0 0,-1-1 1,1 1-1,-1-1 1,0 1-1,0-1 0,-1 0 1,0 0-1,1 0 1,-7 7-1,7-9-18,0 0 0,0-1 0,-1 1-1,1-1 1,-1 0 0,1 0 0,-1 0 0,0 0-1,0 0 1,0-1 0,0 1 0,0-1 0,-1 0-1,1 0 1,0 0 0,0 0 0,-1 0 0,-6 0 0,10-2 2,-1 1 0,1-1 0,-1 1 0,1-1 1,0 1-1,-1-1 0,1 1 0,0-1 1,-1 1-1,1-1 0,0 0 0,0 1 1,-1-1-1,1 0 0,0 1 0,0-1 0,0 1 1,0-1-1,0 0 0,0 1 0,0-1 1,0 0-1,0 1 0,0-1 0,0 0 1,1 0-1,-1-5 74,1-3-7,0 0 0,0 0 1,1 0-1,0 0 0,1 1 1,0-1-1,0 1 0,1-1 1,0 1-1,9-14 0,5-4 237,40-43 0,-22 30-127,50-42-1,-68 66-408,0 1 0,1 1 1,0 1-1,1 0 0,27-11 1,-42 22-530,0-1 1,-1 1 0,1 0-1,0 1 1,0-1 0,0 1-1,6 0 1,-7 0-589,7 0-6496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13.1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70 14375,'0'0'9500,"1"14"-9103,-2-5-352,1-4-31,0 0-1,0 0 0,0 0 0,1 0 1,0 0-1,1 4 0,-2-7-10,1-1-1,-1 1 1,1-1-1,0 0 1,-1 1-1,1-1 1,0 0-1,0 0 1,0 1-1,0-1 1,0 0-1,0 0 1,0 0 0,0 0-1,0 0 1,1-1-1,-1 1 1,0 0-1,1-1 1,-1 1-1,0 0 1,1-1-1,-1 0 1,1 1-1,-1-1 1,1 0-1,-1 0 1,3 0-1,7 1-30,0-1-1,0 0 1,-1-1 0,1 0-1,0-1 1,19-5-1,-26 6 8,-1-1-1,1 1 1,-1-1-1,0 0 1,1 0-1,-1 0 1,0-1-1,0 1 1,0-1-1,-1 1 1,1-1-1,-1 0 1,1 0-1,-1 0 1,0 0-1,0-1 1,0 1-1,-1 0 1,1-1-1,-1 0 1,0 1-1,0-1 1,1-5-1,0-44-4,-2 52 34,-1 0 1,1 0-1,0 0 1,-1 0-1,1 0 1,-1 0-1,1 0 1,-1 0 0,0 0-1,1 0 1,-1 0-1,0 1 1,1-1-1,-1 0 1,0 0-1,0 1 1,0-1-1,0 0 1,0 1 0,0-1-1,0 1 1,0-1-1,0 1 1,0-1-1,0 1 1,0 0-1,0 0 1,0 0 0,0-1-1,0 1 1,-2 0-1,-41-2 292,36 3-198,-6-1 50,0 0 0,0 2 0,1 0 0,-1 0 0,1 1 0,0 1 0,0 0 0,0 1 0,0 1 0,1-1 0,0 2 0,0 0 0,0 0 0,1 1 1,0 1-1,1 0 0,-19 20 0,25-25-86,0 1 1,0 0-1,0 0 1,1 1-1,-1-1 1,1 1-1,1 0 1,-1 0 0,1 0-1,0 0 1,0 0-1,1 0 1,-1 1-1,2-1 1,-1 7-1,1-11-59,0-1-1,0 1 0,0 0 1,0-1-1,1 1 0,-1-1 1,1 1-1,-1 0 0,1-1 1,-1 1-1,1-1 0,0 0 1,0 1-1,0-1 0,0 1 1,0-1-1,0 0 0,2 2 1,0-1 0,0 0 0,0 0 0,0-1 0,0 1 0,0-1 0,0 1 0,0-1 0,6 1 0,6 1-3,0-1 0,0-1 0,20 0 0,-22-1-12,260 1-1936,-147-1-3528,-89-1-408,-1-4-5152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13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403 546 1489,'0'0'19635,"-24"-11"-18498,-80-36-203,97 44-827,1 1 1,-1 0-1,0 0 1,0 1 0,1-1-1,-1 1 1,0 1-1,0 0 1,0 0-1,-10 1 1,-1 0 187,10 0-210,0 0 0,1 0 0,-1 0 0,0 1 0,1 1 0,-1-1 0,1 1 0,0 0 0,-1 1 0,2 0 0,-1 0 0,0 1 0,1-1 0,0 1 0,0 1 0,0-1 0,1 1 1,0 0-1,0 0 0,0 1 0,1-1 0,0 1 0,0 0 0,0 0 0,1 0 0,1 1 0,-1-1 0,1 1 0,0 0 0,1-1 0,-1 1 0,1 10 0,1-17-85,0 0 0,0 0 0,0 1-1,1-1 1,-1 0 0,0 0 0,0 0 0,1 0-1,-1 0 1,1 0 0,-1 0 0,1 0 0,-1 0-1,1 0 1,0 0 0,0 0 0,-1 0 0,1 0-1,0-1 1,0 1 0,1 1 0,1-1-10,-1 1 1,1-1-1,0 0 1,0 0-1,0 0 1,-1 0-1,1-1 0,5 1 1,6 0-110,1-1-1,26-2 1,-32 1 36,1-1-19,0 0 0,0-1 0,0 0 0,0 0 0,0-1 0,-1-1 0,0 0 0,0 0 0,0 0 0,-1-1 0,0 0-1,0-1 1,0 0 0,9-12 0,2-3-23,-1 0 0,-1-1 1,-1-1-1,14-28 0,14-41 63,56-174 1,-91 235 767,7-34-1,-20 81-509,-1 1 0,0-1 0,-1 0 0,-13 23 0,1 0 94,-46 126 443,55-135-646,2-1 0,1 1 0,-4 57 0,3-15-159,13-70-401,12-1-567,1-1 0,-1-1 0,1 0 0,-1-1 0,0-1 0,0-1-1,22-9 1,-36 12 924,152-70-15729,-95 32 16802,-47 26 4700,-11 1 4739,-6 13-9270,-2 0-1034,1 1 0,0 0 0,0 0 0,0 0 0,0 0 0,0 1 0,0-1 0,0 1 0,1 0 0,-1 0 1,1 1-1,-1-1 0,1 1 0,0 0 0,0 0 0,0 0 0,0 0 0,0 0 0,1 0 0,0 1 0,-3 4 0,1-2-19,1 0 0,0 1 0,0-1 0,1 1-1,-1-1 1,1 1 0,1 0 0,-1 0 0,1 0-1,1 0 1,-1 0 0,2 12 0,-1-18-77,0 0 0,1 0 0,-1 0 0,0-1 0,1 1 0,-1 0 0,1 0 0,-1 0 0,1 0 0,0-1 0,-1 1 0,1 0 0,0-1 0,0 1 0,-1 0 1,1-1-1,0 1 0,0-1 0,0 0 0,0 1 0,-1-1 0,1 1 0,0-1 0,0 0 0,0 0 0,0 0 0,2 1 0,31 0-236,-27-1 166,-3 0 47,0 0 0,0 0 0,1 0 0,-1-1-1,0 1 1,0-1 0,0 0 0,0 0 0,-1-1-1,1 1 1,0-1 0,4-3 0,-5 3 26,0 0 0,-1-1 0,0 1 0,1-1 0,-1 0 0,0 0 0,0 0 1,-1 0-1,1 0 0,-1 0 0,1 0 0,-1-1 0,0 1 0,0 0 0,0-5 0,1-8 56,0 0 0,-1-32 0,1-13 402,-2 59-500,1-1 0,-1 0 0,1 1 0,0-1 0,-1 1 0,1-1 0,0 1 0,1-1 0,-1 1 0,0 0 0,1-1 0,-1 1 0,1 0 0,0 0 0,0 0 0,0 0 0,0 0 0,0 1 0,0-1 0,0 1 0,0-1 0,1 1 0,-1 0 0,0 0 0,1 0 0,-1 0 0,1 0 0,3 0 0,7-2-1802,0 1 1,1 1 0,-1 0 0,20 2 0,-11 0-3482,6-1-3422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14.5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80 6547,'0'0'12566,"0"17"-11699,0 56-211,0-72-630,0 1 0,0-1 0,0 1 0,0-1 0,0 0 0,0 1 0,0-1 0,1 1 0,-1-1 0,1 1 0,-1-1 0,1 0 0,-1 1 0,1-1 0,0 0 0,0 1 0,0-1 0,-1 0 0,1 0 0,0 0 0,0 0 0,1 0 0,0 1 0,0-1-15,0-1 0,-1 1 0,1-1 0,0 1 0,0-1 0,-1 0 0,1 0 0,0 0 0,0 0 0,0 0 0,2-1 0,2 1 47,-1 0-48,0 0 1,0 0-1,-1 0 0,1-1 1,0 1-1,-1-1 1,1 0-1,0-1 0,-1 1 1,5-3-1,-6 2-6,0 0-1,0-1 1,-1 1-1,1-1 0,-1 0 1,1 0-1,-1 0 1,0 0-1,0 0 1,-1 0-1,1 0 1,0-1-1,0-4 1,2-2 77,0 0 0,-1 0 0,0-1 0,-1 1 0,0-1 0,-1 0 0,0 1 0,-1-1 0,0 0 0,-2-12 0,2 22-52,-1 0 1,1 0-1,0 0 1,-1 0-1,1 0 1,-1 0-1,1 0 1,-1 0-1,0 0 0,1 0 1,-1 0-1,0 1 1,0-1-1,1 0 1,-1 1-1,0-1 1,0 0-1,0 1 1,0-1-1,0 1 1,0-1-1,0 1 1,0 0-1,0-1 1,0 1-1,0 0 1,0 0-1,-1 0 1,-35-1 411,26 1-270,5 1-101,-1 0 0,0 0 0,1 0-1,-1 1 1,1 0 0,-1 0 0,1 1 0,0 0 0,0 0 0,0 0 0,0 1 0,1 0-1,-1 0 1,1 0 0,0 1 0,1 0 0,-1-1 0,1 2 0,-5 5 0,3-2-27,0-1 1,1 1-1,0 0 1,1 0-1,0 0 1,0 0-1,1 1 1,0 0-1,0 0 1,1 0-1,1 0 1,-1 10 0,2-18-43,0 0 1,0 0-1,0 0 1,1-1-1,-1 1 1,0 0-1,1-1 1,0 1-1,-1 0 1,1-1-1,0 1 1,0-1-1,0 1 1,0-1 0,0 1-1,0-1 1,0 1-1,3 1 1,-1-1-5,0 0 0,1 1 0,-1-2 0,1 1 0,0 0 0,-1-1 0,1 1 0,4 0 0,9 1-78,-1 0 0,1-2 0,19 1 0,-30-2 32,7 0-43,28 1-486,44-4 0,-72 2 464,1-2-1,-1 1 1,0-1-1,0-1 1,0 0-1,0-1 1,14-8-1,-4-2-8,-2 0 1,0-1-1,-1-1 0,32-35 1,25-22 367,-73 71-180,1 0 0,-1 1 0,1-1 0,0 1-1,-1-1 1,1 2 0,0-1 0,0 0 0,0 1 0,0 0 0,1 0 0,-1 0 0,0 1 0,10 0 0,-14 0-60,0 1-1,0-1 1,-1 0 0,1 0 0,0 1 0,0-1 0,0 0-1,-1 1 1,1-1 0,0 1 0,0-1 0,-1 1 0,1-1 0,0 1-1,-1 0 1,1-1 0,0 1 0,-1 0 0,1-1 0,-1 1 0,0 0-1,1 0 1,-1-1 0,1 1 0,-1 0 0,0 0 0,0 0 0,1 0-1,-1 1 1,4 28 56,-4-27-49,0 5 22,2 13 42,-2 0 1,0-1-1,-1 1 0,-1 0 0,-5 19 0,6-35-46,0 0 0,-1 0 0,1-1 0,-1 1 0,0-1 0,-1 1 0,1-1 0,-1 0 0,0 0 0,0 0 0,0 0 0,0-1 0,-1 1-1,0-1 1,1 0 0,-1 0 0,0 0 0,-1-1 0,1 1 0,0-1 0,-1 0 0,1 0 0,-1-1 0,0 1 0,1-1 0,-9 1 0,-3 0-50,-31 0 1,38-2-145,8 0 78,0 0 1,1 0-1,-1 0 0,1 0 0,-1 0 1,1-1-1,-1 1 0,0 0 1,1 0-1,-1 0 0,1-1 1,-1 1-1,1 0 0,-1 0 0,1-1 1,-1 1-1,1-1 0,-1 1 1,1 0-1,0-1 0,-1 1 1,1-1-1,0 1 0,-1-1 0,1 1 1,0-1-1,0 1 0,-1-1 1,1 1-1,0-1 0,0 1 1,0-1-1,0 0 0,0 1 0,-1-1 1,1 1-1,0-2 0,5-25-5680,16-10-5458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15.0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13 3041,'0'0'16632,"9"-4"-14740,-7 3-1789,-1 0 1,1 0-1,0 0 1,0 0 0,-1 0-1,1 0 1,0 1 0,0-1-1,0 1 1,0 0-1,0-1 1,0 1 0,0 0-1,0 0 1,3 1-1,-4-1-62,0 0-1,-1 1 0,1-1 0,0 1 0,-1-1 0,1 1 0,-1-1 0,1 1 0,-1 0 0,1-1 1,-1 1-1,0-1 0,1 1 0,-1 0 0,0-1 0,1 1 0,-1 0 0,0 1 0,3 27 646,-5-4-356,-2 0-1,0 0 1,-2 0 0,-12 35 0,4-13-136,-11 33-18,-10 32-34,30-92-120,1 0 0,1 0 0,-1 33 0,4-39-14,0-12 11,1-5-13,-1-1 0,1 0-1,-1 0 1,1 1 0,0-1 0,0 1 0,1-1 0,-1 1 0,1-1 0,0 1 0,0 0 0,0 0 0,0 0 0,0 0-1,1 0 1,4-4 0,1-3 0,18-23-3,2 1 1,55-50-1,-72 73-2,-1 1 0,2 1 0,-1-1 1,1 2-1,0 0 0,0 0 0,0 1 1,1 0-1,0 1 0,0 1 0,0 0 1,0 1-1,14-1 0,-16 3 3,26 0-1,-35 0-3,-1 1 0,1-1-1,-1 0 1,0 1 0,1-1 0,-1 1 0,0 0 0,1-1 0,-1 1 0,0 0 0,0 0 0,0 0 0,0 0 0,0 0 0,0 0 0,0 0 0,0 0 0,0 0 0,0 0 0,0 1 0,-1-1-1,2 2 1,2 13-4,-1 1 0,0-1 0,-1 1 0,-1 0 0,0 0 0,-3 22 0,1-4 3,1 20-98,0-54-269,4-2-1948,4-2 1368,0-1-1,-1 1 0,0-1 1,0-1-1,0 1 0,0-1 0,-1 0 1,0-1-1,0 0 0,11-12 0,-5 5-1116,35-34-5720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15.3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0 8628,'0'0'12406,"-9"23"-11550,-28 71-389,36-90-439,-1 0 0,1 0 0,-1 0 1,1 0-1,0 0 0,1 0 0,-1 0 0,1 0 0,0 5 0,0-3 30,1-5-49,0 0-1,-1-1 1,1 1 0,0-1 0,0 1 0,-1-1 0,1 0-1,0 1 1,0-1 0,0 0 0,0 1 0,0-1-1,-1 0 1,1 0 0,0 0 0,0 0 0,0 0 0,0 0-1,0 0 1,0 0 0,0 0 0,0 0 0,1-1 0,0 1 19,0 0-21,0 0 1,-1-1-1,1 1 0,0-1 1,0 1-1,-1-1 1,1 0-1,0 1 0,-1-1 1,1 0-1,0 0 1,-1 0-1,1 0 0,-1-1 1,0 1-1,1 0 0,-1-1 1,0 1-1,0 0 1,0-1-1,0 0 0,0 1 1,0-1-1,0 1 1,-1-1-1,1 0 0,0 0 1,-1 1-1,0-1 1,1 0-1,-1-3 0,2-8 115,0 0-1,-2 0 0,0-18 1,0 16 79,-1 14-179,1 0 0,0 0 0,-1 0 0,1 0-1,-1 1 1,1-1 0,-1 0 0,0 0 0,1 0 0,-1 0 0,0 1 0,1-1 0,-1 0-1,0 1 1,0-1 0,0 0 0,0 1 0,0-1 0,0 1 0,0-1 0,1 1 0,-1 0 0,-1-1-1,1 1 1,0 0 0,0 0 0,0 0 0,0 0 0,0 0 0,0 0 0,-2 0 0,-42 1 554,37-1-399,5 1-131,0-1-1,0 1 1,0 0 0,1-1 0,-1 1-1,0 1 1,1-1 0,-1 0 0,1 1-1,-1-1 1,1 1 0,0 0 0,0-1-1,0 1 1,0 0 0,0 1 0,0-1-1,0 0 1,1 0 0,-1 1 0,1-1-1,-1 1 1,1-1 0,-1 5 0,-1 0-1,1 0 1,0 0 0,0 0 0,1 1-1,0-1 1,0 0 0,1 1 0,0 11-1,0-17-45,1-1 0,-1 0-1,1 1 1,0-1 0,0 0-1,-1 1 1,1-1 0,0 0-1,0 0 1,0 0-1,0 0 1,0 0 0,0 0-1,1 0 1,-1 0 0,0 0-1,0 0 1,1-1 0,-1 1-1,0-1 1,1 1 0,-1-1-1,1 1 1,2-1 0,42 9-452,-46-9 451,97 2-3038,-57-3 702,-27 1 1067,0-1 0,0 0 0,0-1 0,-1 0 0,1-1 0,13-5 1,31-14-6151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15.8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1 212 3938,'0'0'17469,"3"0"-16351,-2 0-1078,-1 0 0,1 0 0,0 0 0,-1 0-1,1 0 1,0 0 0,-1 0 0,1 0 0,0 0 0,-1 1 0,1-1 0,-1 0 0,1 0 0,0 1-1,-1-1 1,1 0 0,-1 1 0,1-1 0,-1 1 0,1-1 0,-1 0 0,1 1 0,-1-1 0,1 1 0,-1-1-1,0 1 1,1 0 0,-1-1 0,1 2 0,0 20 550,-2-20-581,1 0 0,-1 0 0,1 0-1,0 0 1,0 0 0,0 0 0,0 0 0,0 0-1,1 0 1,-1 0 0,0 0 0,1 0 0,0 0-1,-1 0 1,1-1 0,0 1 0,0 0 0,0 0-1,0-1 1,0 1 0,0-1 0,1 1 0,-1-1 0,0 1-1,1-1 1,1 2 0,7 0-79,-1 0 1,1 0-1,0-1 1,0 0-1,0 0 1,0-1-1,0-1 1,0 0-1,11-1 1,-1 1-63,-17 0 127,1-1 0,-1 1 0,0-1 0,0 0 0,0 0 0,0 0 0,0 0 0,0-1 0,0 1 0,0-1 0,0 1 0,-1-1 0,1 0 0,-1 0 0,1-1 0,-1 1 0,0 0 0,0-1 0,0 1 0,0-1 0,0 0 0,0 0 0,-1 0 0,1 1 0,-1-1 0,0-1 0,1-5 0,1 0-6,0-1 1,-1 0 0,0 0-1,0-15 1,-2 26 7,0 1 0,0-1 0,0 0 0,0 1 0,1-1 0,-1 0 0,1 1 1,-1-1-1,1 0 0,-1 1 0,1-1 0,0 0 0,-1 0 0,1 0 0,0 0 0,0 1 0,0-1 1,0 0-1,0-1 0,0 1 0,0 0 0,0 0 0,0 0 0,1-1 0,-1 1 0,0 0 0,1-1 0,-1 1 1,0-1-1,3 1 0,3 0-42,1 1 1,0-1-1,0-1 1,10 0-1,-14 0 24,26 1-193,-17 0 134,0-1-1,0 0 1,1-1 0,-1 0 0,15-4 0,-25 5 82,0-1 0,0 0 0,0-1 0,0 1-1,0 0 1,-1-1 0,1 1 0,0-1 0,-1 0 0,0 0 0,1 0 0,-1 0-1,0-1 1,0 1 0,0 0 0,0-1 0,-1 0 0,1 1 0,0-1-1,-1 0 1,0 0 0,0 0 0,0 0 0,0 1 0,0-2 0,-1 1-1,1-4 1,1-95 895,-2 100-917,0 0 1,1 0-1,-1 0 1,1 0-1,0 0 0,-1 0 1,1 0-1,0 0 1,0 1-1,1-1 1,-1 0-1,0 1 1,0-1-1,1 1 1,-1-1-1,1 1 1,-1 0-1,1-1 0,0 1 1,-1 0-1,1 0 1,0 0-1,0 0 1,0 1-1,0-1 1,0 1-1,2-1 1,7-2-911,0 1 0,0 1 1,19-1-1,-25 2 436,40-1-3857,6 1-2257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16.7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172 173 4434,'0'0'15380,"-16"1"-14099,4-1-1026,6 0-180,1 0 0,-1 0 1,0 0-1,1 1 0,-1 0 0,0 0 0,1 0 0,-1 1 0,1 0 0,0 0 0,0 0 0,-1 0 0,1 1 0,1 0 1,-10 7-1,9-5-10,0 1 1,0-1-1,0 1 1,1 0-1,0 0 1,0 0-1,-3 10 1,5-12-53,1 0 1,-1 0-1,1 0 1,0 0-1,0 0 1,1 1-1,-1-1 0,1 0 1,0 1-1,0-1 1,0 0-1,1 0 1,1 9-1,-2-12-21,1 0 0,-1-1 0,1 1-1,0 0 1,-1 0 0,1 0 0,0 0 0,-1 0 0,1-1-1,0 1 1,0 0 0,0-1 0,-1 1 0,1 0 0,0-1 0,0 1-1,0-1 1,0 0 0,0 1 0,0-1 0,0 0 0,0 1-1,0-1 1,2 0 0,30 1-376,-21-1 180,-12 0 196,8 0-125,-1 0 0,1-1 0,-1 1 1,12-4-1,-15 3 106,-1 0 0,0 0 1,0-1-1,0 1 0,-1-1 0,1 0 1,0 0-1,-1 0 0,1 0 1,-1-1-1,0 1 0,1-1 1,1-3-1,31-45-7,-23 31 66,1 2-1,1-1 0,21-20 0,-30 34 34,1 0 0,0 0 0,0 0 0,0 1 0,1 0 0,0 1 0,-1-1 0,1 1 0,1 0 1,-1 1-1,0 0 0,0 0 0,1 1 0,8-1 0,-8 1 53,38-1 297,-43 2-397,0 0 1,0 0-1,0 1 0,0-1 0,0 1 0,0-1 0,0 1 0,-1 0 0,1 0 0,0 1 0,-1-1 0,5 3 0,-4-1 1,1 1 0,-1 0-1,0 0 1,0 0-1,-1 1 1,1-1 0,-1 1-1,3 8 1,11 44 21,-13-25-29,0 0-1,-3 35 0,0-40-14,0-26 5,0-1 1,0 0-1,0 1 1,0-1-1,0 1 1,0-1-1,0 1 0,-1-1 1,1 1-1,0-1 1,0 0-1,0 1 0,-1-1 1,1 1-1,0-1 1,0 0-1,-1 1 0,1-1 1,0 0-1,-1 1 1,1-1-1,0 0 0,-1 0 1,1 1-1,-1-1 1,1 0-1,0 0 0,-1 0 1,1 1-1,-1-1 1,1 0-1,-1 0 0,1 0 1,-1 0-1,1 0 1,-1 0-1,1 0 0,0 0 1,-1 0-1,1 0 1,-1 0-1,1 0 0,-1 0 1,1-1-1,-1 1 1,1 0-1,0 0 0,-1 0 1,1-1-1,-1 1 1,1 0-1,0 0 0,-1-1 1,1 1-1,0 0 1,-1-1-1,1 1 0,-1-1 1,0-3 7,0 0-1,1 0 1,-1 0 0,0 0 0,1 0-1,0-1 1,0 1 0,1 0 0,-1 0 0,1 0-1,0 0 1,0 0 0,0 0 0,0 0-1,3-4 1,0-2-7,1 1 0,0 0 0,0 0 0,1 1 0,9-11 0,4-1-103,0 0-1,2 1 1,0 2 0,1 0 0,0 1 0,1 1 0,1 1-1,1 1 1,0 2 0,0 0 0,1 2 0,0 0-1,29-4 1,-60 15 59,-1 0 0,1 0 0,0 1 0,0-1 0,-1 1 0,-5 5 0,-36 28 610,42-32-498,-20 20 477,24-23-514,0 1 1,0-1-1,0 1 1,0-1 0,1 0-1,-1 1 1,0-1-1,1 1 1,-1-1-1,1 1 1,0 0 0,-1-1-1,1 1 1,0-1-1,0 1 1,0 0-1,0-1 1,1 1-1,-1-1 1,1 4 0,0-5-31,-1 1 0,1 0 1,0-1-1,0 1 0,0-1 1,0 1-1,0-1 1,0 1-1,0-1 0,-1 0 1,1 1-1,0-1 0,1 0 1,-1 0-1,0 0 0,0 0 1,0 0-1,0 0 1,1 0-1,28 0-37,-22-1 1,-5 2 21,-1-1 1,1 0 0,0 0 0,-1-1 0,1 1 0,-1 0-1,1-1 1,-1 1 0,1-1 0,-1 0 0,1 0 0,-1 0-1,3-2 1,-4 2 8,1-1-1,-1 1 1,0-1 0,0 0-1,0 0 1,0 1 0,0-1-1,-1 0 1,1 0 0,-1 0-1,1 0 1,-1 0 0,1 0-1,-1 0 1,0 0 0,0-4-1,0-1-11,1-1 0,-1 0-1,-1 0 1,1 0 0,-4-10 0,4 15 11,-1 0 1,0 1-1,0-1 1,-1 1-1,1-1 1,-1 1-1,1 0 1,-1-1-1,0 1 1,0 0-1,1 0 1,-1 0 0,-1 0-1,1 1 1,0-1-1,0 1 1,-1-1-1,-2 0 1,-4-2 23,0 0 0,0 1 1,-1 1-1,1 0 0,-1 0 0,0 1 1,1 0-1,-1 0 0,-15 2 1,22-1-12,0 1 0,0-1 1,0 1-1,0 0 1,0 0-1,0 0 0,1 0 1,-1 0-1,0 1 1,0-1-1,1 1 1,-1 0-1,1 0 0,0 0 1,-1 0-1,1 0 1,0 0-1,0 1 0,0-1 1,1 1-1,-1-1 1,0 1-1,1 0 0,0 0 1,0 0-1,-2 4 1,-1 5 33,1 0 1,0 0-1,0 1 1,1-1-1,0 20 0,1-10-23,-1-9-13,2 0 0,0 0 1,1 0-1,2 17 0,-2-27-8,-1 0 0,1 0 0,1 1 0,-1-1 0,0 0 1,1 0-1,-1 0 0,1 0 0,0 0 0,0-1 0,0 1 0,0 0 0,1-1 0,-1 0 0,1 1 0,-1-1 0,1 0 0,0 0 0,0 0 0,0-1 0,3 2 0,0 0-34,0-1 0,0 0 0,1 0-1,-1-1 1,0 0 0,1 0 0,-1 0 0,0-1-1,1 0 1,-1 0 0,10-2 0,-13 2 18,1-1 0,-1 0 1,0 0-1,0 0 0,0-1 0,1 1 0,-1-1 1,0 1-1,-1-1 0,1 0 0,0 0 0,-1-1 1,1 1-1,-1-1 0,1 1 0,-1-1 0,0 0 1,0 1-1,-1-1 0,1 0 0,0 0 1,1-5-1,5-17 149,-1 1-1,-1-1 1,-1-1 0,-1 1 0,-1-1 0,-1-34 0,-3 59-158,1 0 0,-1 0 0,0 1 0,0-1 0,0 0 0,-1 0 0,1 0 1,0 1-1,0-1 0,0 1 0,0-1 0,-1 1 0,1-1 0,0 1 0,-2-1 0,-2-1-194,-60-34-5671,21 13-1888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17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12038,'0'0'6154,"41"10"-6002,-9-2-131,50 12 38,126 15 0,79-3 451,-301-33-318,1 1 1,-19 1-1,-7 0-46,-457-1 1241,560 13-1496,53 14-1025,24 5-3930,20-1-9444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19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57 11669,'0'0'6633,"26"-11"-5585,9-4-700,43-12 1,-73 26-303,-1 0 1,0 1 0,1-1 0,-1 1 0,1 0 0,-1 0 0,1 0 0,-1 1 0,0-1 0,1 1 0,-1 0 0,0 0 0,1 1 0,-1-1 0,0 1 0,0 0 0,0 0 0,-1 1-1,1-1 1,0 1 0,-1-1 0,1 1 0,-1 0 0,3 4 0,3 2 100,-1-3-52,-1 1-1,0 0 0,0 1 1,-1-1-1,0 1 1,-1 1-1,0-1 1,0 1-1,0 0 1,4 14-1,-5-8 38,0 1 0,-1 1 0,-1-1 0,0 0-1,-1 26 1,-1-31-66,-1-1 1,0 1-1,0-1 0,-1 1 0,-1-1 0,1 1 0,-2-1 1,1 0-1,-8 12 0,1-5 24,0-1 0,-1-1 0,-1 0 1,-19 20-1,-103 83 456,96-88-208,2 1 0,-63 70 1,95-96-281,0 0 0,0 1 1,1 0-1,-1 0 1,1-1-1,1 2 1,-1-1-1,-1 7 1,3-11-51,1 0 0,0 0-1,-1 0 1,1 0 0,0 0 0,0 0 0,0 0 0,1 0 0,-1 1 0,0-1 0,1 0-1,-1 0 1,1 0 0,0 0 0,0 0 0,0 0 0,0-1 0,0 1 0,0 0 0,0 0-1,0-1 1,1 1 0,-1-1 0,1 1 0,-1-1 0,1 1 0,0-1 0,1 1 0,15 8-10,0 0 1,25 8-1,-22-10-717,-1 1 0,19 12 1,-37-19-409,1 1 0,-1-1 0,0 1 1,1 0-1,-1-1 0,2 7 1,7 6-1442,-5-11 8082,-6-15-2786,0 10-2975,0 0 1,0 0-1,0 0 1,0 0 0,0 0-1,-1 0 1,1 0-1,-1 0 1,1 0-1,0 0 1,-1 0-1,1 0 1,-1 0 0,0 0-1,-16-13-3915,-6-7-2820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51.3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42 9236,'0'0'11766,"13"-8"-10686,37-22-37,-50 30-1007,0 0-1,1-1 0,-1 1 1,0 0-1,1-1 1,-1 1-1,0 0 1,1 0-1,-1-1 0,0 1 1,1 0-1,-1 0 1,0 0-1,1 0 0,-1 0 1,0-1-1,1 1 1,-1 0-1,1 0 0,-1 0 1,0 0-1,1 0 1,-1 0-1,1 0 0,-1 0 1,0 0-1,1 1 1,-1-1-1,0 0 1,1 0-1,-1 0 0,0 0 1,1 0-1,-1 1 1,1-1-1,-1 12 117,0-8 62,-2 42 573,-2 1 0,-13 63 0,-32 94 54,42-175-719,-3 7-39,4-15-77,1-1-1,0 1 0,2 0 0,-1 24 1,3-44-24,1 0 1,0 0-1,0 0 0,0-1 1,0 1-1,0 0 1,0 0-1,1 0 1,-1 0-1,0 0 1,0 0-1,1-1 1,-1 1-1,0 0 1,1 0-1,-1 0 1,1-1-1,-1 1 0,1 0 1,0 1-1,1-1-54,0-1-1,1 1 0,-1 0 0,0-1 0,0 0 0,0 1 1,0-1-1,1 0 0,1 0 0,13 0-445,-1-1-1,1 0 1,-1-1 0,0-1-1,1 0 1,-1-1 0,17-7-1,-7 0-1073,-1-1-1,0-1 1,36-25-1,111-92-6632,-93 55 7295,-10-6 4283,-53 61 4159,-22 24-4929,-1 4-2329,-8 8 99,1 1 0,0 1 0,1 0 0,-14 25 0,26-41-325,1 0 0,-1 0 0,0 0 0,0 0 0,1 0 0,-1 0 0,1 0 0,-1 1 0,1-1 0,0 0 0,0 0 0,1 4 0,-1-5-27,0 0 0,1 0 0,-1 0 0,0 0 0,1 0 0,-1 0 0,1 0 0,0 0-1,-1-1 1,1 1 0,0 0 0,-1 0 0,1-1 0,0 1 0,0 0 0,0-1 0,-1 1 0,1-1 0,2 1 0,3 1-9,1 0 1,-1-1-1,1 0 0,0 0 0,-1 0 0,13-2 1,5 2 7,-14-1-18,1 1 0,0-1 0,0 0 0,-1-1 0,1-1 0,0 0 0,-1 0 0,1-1 0,-1 0 0,15-7 0,-13 3-30,0-1 0,0-1 0,0 0 0,-1 0 0,-1-1 1,16-19-1,-21 23 40,0-1 1,-1 0 0,1 0-1,-2 0 1,1 0 0,-1-1 0,0 0-1,0 1 1,-1-1 0,0 0 0,-1 0-1,0 0 1,1-11 0,-2 14 12,0-1 1,-1 0-1,1 1 1,-1-1-1,0 0 1,-4-9 0,4 12-10,-1 0 0,1 0 0,-1 0 0,0 1 1,0-1-1,0 0 0,0 1 0,0-1 0,-1 1 0,1 0 1,-1 0-1,-3-2 0,5 1-536,6 2-46,40-1-3327,0 1 0,0 3 1,62 10-1,-3 6 1030,-58-8 6338,-46-10-3256,1 0-1,-1 1 0,0-1 0,1 0 1,-1 0-1,1 1 0,-1-1 0,0 0 1,0 1-1,1-1 0,-1 1 0,0-1 1,1 0-1,-1 1 0,0-1 1,0 1-1,0-1 0,0 1 0,1-1 1,-1 1-1,0-1 0,0 0 0,0 1 1,0-1-1,0 1 0,0-1 1,0 1-1,0-1 0,0 1 0,-1 0 1,-4 14 1914,-1-6-1145,-1-1 0,-15 14 0,0 0-86,-11 10-74,14-14-266,-24 28 0,39-41-462,1 0 0,-1 0 1,1 0-1,0 0 0,0 1 0,0-1 0,1 1 1,0-1-1,0 1 0,1 0 0,-2 9 0,2-14-83,1 0 1,0 0-1,0 0 0,0 1 0,0-1 0,0 0 0,0 0 0,0 0 0,1 0 0,-1 0 0,0 0 0,1 0 0,-1 0 0,0 0 0,1 0 1,-1 0-1,1 0 0,0 0 0,-1 0 0,1-1 0,0 1 0,-1 0 0,1 0 0,0 0 0,0-1 0,0 1 0,0-1 0,0 2 1,3-1-21,0 0 0,0 0 0,0 0 1,1 0-1,-1-1 0,6 0 1,-9 0 23,25 2-101,1-1 1,41-6 0,-59 4 80,1-1 1,0 0-1,-1 0 1,1-1-1,-1 0 1,0-1-1,0 0 1,0-1-1,-1 0 1,13-9-1,-13 7 62,1-1 1,-1-1-1,0 1 0,-1-1 1,0 0-1,-1-1 0,0 1 0,0-2 1,-1 1-1,0 0 0,-1-1 1,0 0-1,0 0 0,-1 0 0,-1 0 1,0-1-1,-1 1 0,0-1 1,0 1-1,-2-1 0,-2-20 1,3 29-29,-1 0 0,0 0 1,-1 0-1,1 0 0,0 0 1,-1 0-1,0 0 0,0 0 1,1 1-1,-2-1 0,1 1 1,0-1-1,0 1 0,-1 0 1,0 0-1,1 0 0,-1 0 1,0 0-1,-5-2 1,-4-1-940,0 1 0,1 0 0,-26-3 0,13 1-4526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52.2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2881 823 10661,'0'0'9794,"-11"-4"-9517,3 0-209,-1 1-1,1 1 0,-1 0 1,0 0-1,0 0 1,0 1-1,0 1 1,0-1-1,0 2 0,-10 0 1,-55 4 669,0-3 1,-87-9-1,-149-30 448,43 3-698,-518 6 26,547 38-350,182-4-105,0 3 1,-63 18-1,-16 17 0,-203 99 0,278-116-78,41-18 2,-33 20-1,50-27 14,0-1 1,1 1-1,-1 0 1,1-1-1,0 1 0,-1 0 1,1 0-1,0 0 1,0 0-1,0 0 0,1 0 1,-1 0-1,0 0 1,1 0-1,-1 0 0,1 1 1,0-1-1,-1 0 1,1 0-1,0 0 0,1 4 1,0 3 7,0 1 0,1-1 1,4 14-1,9 27 113,17 64 35,-2 68 4,9 249 0,-30 187-47,-9-550-99,-10 60-5,-1-3-339,11-124 159,17-11 91,-1 0 0,-1-1 0,1-1 0,14-15 0,-15 13 87,1 1-1,0 1 0,30-18 1,-22 19-3,0 1 1,0 0-1,1 2 0,1 1 1,-1 1-1,41-3 0,161 0 21,-214 9-19,594 1 115,678-3 173,-1228 1-290,100-14 0,-119 7-4,0-1 0,0-1 1,49-22-1,-48 15 9,0-2 0,-1-2 0,39-28-1,-52 30 1,-1-1-1,0 0 0,-2-2 0,-1-1 1,21-27-1,-3-6 9,-3-1 0,-2-2 1,33-82-1,-23 31 3,31-122 1,-44 110 7,20-152 1,-41 183 15,-3 0 1,-8-135-1,-4 179-45,-2 0 0,-2 1 0,-1 0 0,-3 0 0,-2 1 0,-2 1 1,-1 0-1,-3 2 0,-1 0 0,-2 1 0,-2 2 0,-32-38 0,39 54-615,-2 0-1,-1 2 1,-1 0 0,-1 1 0,-51-32 0,-22-2-5203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55.6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192 70 6579,'0'0'9415,"9"-11"-8241,3-3-676,6-8-119,3 0 6259,-22 31-6448,0 1-1,0 0 0,-1-1 1,0 1-1,-1-1 1,0 0-1,-7 13 0,0 2 116,-104 308 1620,84-224-1671,-19 127 0,26-19-91,21-167-137,2-48-84,3-4-142,17-17-977,-1-2 1,-1 0 0,-1-1 0,-1 0 0,-1-2 0,14-31-1,0-13-5161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56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82 413 8724,'0'0'8753,"27"-4"-7720,-4 0-763,27-4 701,79-1-1,152-3 1536,441-75-1,75-32-1961,-615 97-335,-1-7 0,256-77 0,-426 103 4,1 0 1,0 1-1,-1 0 1,22 0-1,-32 2 25,0-1-142,2 6-70,47 245 812,-19-77-499,21 95-107,-40-179-168,2 96 0,-14 147 19,0-316-84,0-1 1,-1 1 0,-1-1 0,-1 0-1,0 1 1,-1-1 0,0 0 0,-1-1-1,-8 17 1,-7 10 16,-2 0 0,-2-2 0,-1 0 0,-2-2 0,-2-1 0,-63 61 0,46-56 3,-1-2 1,-3-2-1,-1-2 1,-1-3-1,-2-2 1,-1-2-1,-1-3 0,-1-2 1,-1-2-1,-118 23 1,70-27 64,-137 2 1,-110-17 14,196-3-53,-95 0-3,-597 17 200,632-9-299,216-7 85,2-2-28,-1 1 1,1-1-1,0 1 0,0-1 0,-1 1 1,1 0-1,0 0 0,0-1 0,0 1 1,0 0-1,0 0 0,2-1 0,0-1 2,11-12-55,0 1 1,1 1-1,18-13 0,-25 21-584,0 0 0,0 1 0,1-1 0,-1 2 0,12-5 0,16-2-3753,5-4-2953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0:59.4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38 5971,'0'0'12501,"9"-7"-11023,27-20-344,-28 23-669,-7 12 17,-6 25 338,-2 0 0,-1-1 0,-22 56 0,2-3-287,-26 108-242,65-210-4592,0 1 0,23-24 1,21-21-4307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1:00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391 22 9684,'0'0'8981,"-4"7"-8549,2-3-410,-1 0 1,0 0-1,1 0 1,-1 0-1,-1-1 0,1 1 1,0-1-1,-1 0 1,0 0-1,0 0 1,0-1-1,0 1 0,0-1 1,0 0-1,-1 0 1,-6 2-1,-15 5 53,-1 1-1,2 2 0,-1 1 0,2 0 1,0 2-1,-38 31 0,52-38-36,1 0-1,0 1 1,1 0-1,0 0 1,1 1-1,0 0 1,0 0-1,1 1 1,0 0-1,1 0 1,1 0-1,-1 1 1,2-1-1,-1 1 1,2 0-1,0 0 1,0 0-1,0 13 1,2-24-38,0 1 0,0-1 1,0 0-1,0 0 0,0 1 1,0-1-1,1 0 0,-1 0 0,0 0 1,1 1-1,-1-1 0,0 0 1,1 0-1,0 0 0,-1 0 0,1 0 1,0 0-1,-1 0 0,1 0 1,0 0-1,0 0 0,2 2 1,-1-3 0,0 1 1,0-1-1,0 1 1,0-1 0,0 0-1,0 0 1,0 0 0,0 0-1,0 0 1,0 0 0,0-1-1,0 1 1,0-1 0,0 1-1,-1-1 1,4-1 0,6-4 8,0 0 1,-1-1 0,0 0 0,-1-1 0,1 1 0,15-19 0,-2 3 6,-4 6 3,1 0 0,39-25 1,-50 36-16,0 1-1,0 1 1,1 0 0,-1 0 0,1 1 0,0 0 0,1 1 0,-1 0-1,18-1 1,-14 2 12,0 1 0,0 1-1,1 0 1,18 4 0,-27-4-2,0 1 0,1 1 0,-1-1 1,0 1-1,0 0 0,-1 1 1,1-1-1,-1 1 0,1 0 0,-1 1 1,6 6-1,-4-3 39,0 1 1,0-1-1,-1 1 0,0 0 1,-1 0-1,0 1 0,0-1 1,-1 1-1,5 19 1,-5-13 30,-1 0 0,-1 1 0,-1 0 0,0-1 0,-3 27 0,2-42-80,0 1 1,0-1 0,-1 0-1,1 0 1,0 1-1,-1-1 1,1 0 0,-1 0-1,1 0 1,-1 1-1,0-1 1,0 0 0,1 0-1,-1 0 1,0 0-1,0 0 1,0 0 0,0-1-1,0 1 1,0 0-1,0 0 1,0-1 0,-1 1-1,1-1 1,0 1-1,0-1 1,-1 1 0,0-1-1,-5 2-6,1-1 1,-1 0-1,1-1 1,-9 0-1,13 0-9,2 0 5,-1 0-1,1 0 1,0 0-1,0 0 1,0 0 0,0 0-1,0 0 1,-1 0-1,1 0 1,0 0-1,0 0 1,0 0-1,0 0 1,-1 0 0,1 0-1,0 0 1,0 0-1,0 0 1,0 0-1,0 0 1,0-1-1,0 1 1,-1 0-1,1 0 1,0 0 0,0 0-1,0 0 1,0 0-1,0-1 1,0 1-1,0 0 1,0 0-1,0 0 1,0 0 0,0 0-1,0-1 1,0 1-1,-1 0 1,1 0-1,0 0 1,0 0-1,0 0 1,1-1 0,-1 1-1,0 0 1,0 0-1,0-4-141,0 0-1,0 0 1,0 0-1,1 0 1,-1 0-1,1 0 0,0 0 1,0 0-1,1 1 1,-1-1-1,1 0 1,0 1-1,0-1 1,5-5-1,3-4-527,0 1-1,18-15 0,-25 24 583,168-148-3875,-140 126 3499,2 2 0,0 1-1,61-28 1,-49 33 1031,-13 13 2614,-31 9-1637,-2 0-1301,1 1-1,-1 0 1,0-1-1,0 1 1,-1-1-1,0 0 1,0 1-1,0-1 1,-5 8-1,-33 46 946,32-49-1084,0 0-1,1 1 1,0-1-1,0 1 1,2 1-1,-1-1 1,-4 15-1,9-21-87,0 1 0,0-1 1,0 1-1,1-1 0,0 11 0,0-15-10,0-1 1,0 1-1,0-1 1,1 1-1,-1-1 1,0 1-1,0-1 1,0 1-1,1-1 1,-1 1-1,0-1 1,0 1-1,1-1 1,-1 0-1,0 1 1,1-1-1,-1 0 1,1 1-1,-1-1 1,0 0-1,1 1 1,-1-1-1,1 0 1,-1 0-1,1 0 1,-1 1-1,1-1 1,-1 0-1,1 0 1,17 0 35,-11 0-20,0 0-7,0 0 1,-1 0 0,1 0-1,-1-1 1,1 0 0,-1 0-1,0-1 1,1 0 0,-1 0-1,0-1 1,0 1 0,0-1-1,-1 0 1,1-1 0,-1 0-1,1 0 1,-1 0 0,0 0-1,4-6 1,2-3 47,0-1 0,-2 0 0,1 0 0,-2-1-1,0-1 1,0 1 0,-2-1 0,0-1 0,-1 1 0,0-1 0,-2 0-1,0 0 1,0 0 0,-2 0 0,-1-30 0,0 44-107,0 0 0,0 0 1,-1 1-1,1-1 0,-1 0 1,0 0-1,0 0 0,0 1 1,0-1-1,0 0 0,-1 1 1,1-1-1,-1 1 0,0 0 0,0-1 1,-2-1-1,-2-1-1093,0 1 0,1-1 0,-2 1-1,1 1 1,-9-4 0,-16-7-12584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1:10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640 60 8580,'0'0'7598,"16"-9"-7046,51-26 291,-41 23-245,-21 9 2514,-8 3 190,-14 1-1886,-108-2-214,-152 3 502,264-2-1637,0 1 1,0 0 0,0 1 0,1 1 0,-1 0 0,1 0 0,-17 8 0,24-8-20,0-1 0,0 1 0,0 0 0,1 0 0,-1 0 0,1 1 0,0 0 0,0 0 1,0 0-1,1 0 0,-1 1 0,1-1 0,0 1 0,0 0 0,1 0 0,-1 0 0,1 0 0,0 0 0,-1 9 0,-14 82 638,11-56-463,-14 54-1,13-72-185,0 0 1,-12 21-1,17-38-33,-1 1 0,-1 0 0,1-1 0,-1 1 0,0-1 1,0 0-1,0-1 0,-1 1 0,1-1 0,-1 0 0,-1 0 1,-7 5-1,12-12-2,1 0 1,-1 0-1,0 0 0,1 0 1,0-1-1,0 1 1,0 0-1,0-6 0,0 3-2,1-1-2,-1 0 0,1 0 0,0 0-1,1 0 1,-1 0 0,1 0 0,1 0 0,-1 1-1,1-1 1,0 1 0,1 0 0,0 0 0,0 0 0,0 1-1,0-1 1,1 1 0,0 0 0,0 0 0,0 0-1,1 1 1,11-7 0,-4 3-2,0 2 1,0 0-1,1 0 0,0 1 0,-1 1 1,2 0-1,-1 1 0,0 1 1,26-2-1,-22 3 2,-1 0 0,1 1 0,-1 0 0,0 1 1,0 0-1,19 5 0,-32-4 0,0-1 1,1 1-1,-1-1 0,0 1 0,0 0 0,0 1 0,0-1 0,0 1 1,-1-1-1,1 1 0,-1 0 0,0 1 0,1-1 0,-2 1 1,1-1-1,0 1 0,-1 0 0,1 0 0,-1 0 0,0 0 0,-1 0 1,1 0-1,-1 1 0,2 5 0,1 19-1,-1 0 0,-1 0 0,-1 1-1,-5 43 1,4-71 3,-1-1-1,1 1 0,0 0 1,-1 0-1,0-1 1,1 1-1,-1 0 0,0-1 1,0 1-1,0-1 1,0 1-1,0-1 0,0 0 1,0 1-1,0-1 0,-1 0 1,1 0-1,0 0 1,-1 0-1,1 0 0,-1 0 1,1 0-1,-1 0 1,0-1-1,1 1 0,-4 0 1,-2 1-6,0 0-1,0-1 1,-1 0-1,-13-1 1,12 1-87,-21-1-259,29 1 254,0-1 0,0 0 0,0-1-1,0 1 1,0 0 0,0 0 0,0 0 0,0-1 0,0 1 0,0 0 0,0-1-1,0 1 1,0-1 0,0 1 0,0-1 0,0 0 0,0 1 0,1-1 0,-1 0-1,0 1 1,-1-3 0,1 0-617,1-1 1,-1 0-1,1 1 0,-1-1 0,1 1 0,0-1 1,0 0-1,1 1 0,-1-1 0,1 0 0,0 1 1,0-1-1,2-5 0,2 1-2861,0 0 1,1 1-1,8-10 1,-14 16 3529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1:10.6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386 77 5763,'0'0'14105,"9"-12"-12598,27-35-234,-30 35-580,-9 7-404,-14 5-179,12 0 22,-33 0 192,-56 1 642,83 0-817,-1 1 0,1 0 0,0 0 0,0 1-1,1 1 1,-15 5 0,9 0 14,0-1-1,1 2 1,0 0 0,0 1-1,1 1 1,-14 15 0,20-19-128,2-1 1,-1 2-1,1-1 1,0 0 0,1 1-1,0 0 1,0 1-1,1-1 1,1 1-1,-1 0 1,1 0-1,-2 14 1,4-16-36,0-1 0,0 1 0,1-1 0,0 1 0,1-1 0,0 1 0,0-1 0,2 10 0,-1-13 0,0 0 0,0 0 0,0 0 0,0 0 0,1 0 0,0-1 0,-1 1 0,1-1 0,0 0 0,1 0 0,-1 0 0,1 0 0,-1 0 0,8 3 0,5 2-17,0 0 1,1-1 0,0 0-1,1-2 1,-1 0-1,1-1 1,0 0 0,0-2-1,0 0 1,0-1-1,1-1 1,-1-1 0,35-5-1,-44 3 20,0 1-1,0-1 0,0-1 1,0 0-1,0 0 0,-1-1 1,1 0-1,-1 0 0,-1-1 1,1 0-1,-1 0 1,0-1-1,0 0 0,-1 0 1,0-1-1,0 1 0,8-16 1,-6 9 12,-1 0 1,-1-1-1,0 0 1,0 0-1,-2 0 1,0-1-1,0 1 1,-2-1-1,2-30 1,-4 28 18,-2-23 49,2 38-81,-1 1 0,0-1 0,0 1 0,0-1 0,0 1 0,0 0-1,0-1 1,-1 1 0,1 0 0,-1 0 0,1 0 0,-1 0 0,-3-2 0,0-1-17,-1 1 0,0-1-1,0 1 1,0 0 0,-9-3 0,-6 2-4037,20 14-6868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1:13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1 116 10389,'0'0'13691,"29"-19"-13133,9-6-263,56-27 0,-85 48-222,0 1 1,0 0-1,1 0 1,-1 1-1,1 0 1,0 1-1,-1 0 1,19 1-1,-28 0-73,242 8 1329,-114-4-247,-119-4-902,-7 0 108,-5-1-240,1 1 0,-1 0 0,0 0 0,1-1 1,-1 1-1,1 1 0,-5 0 0,-6 0 4,-60 6 70,1 2 0,0 4 1,-133 42-1,204-54-123,-24 8 17,25-8-18,-1-1 0,0 0 0,0 1 0,0-1 0,0 1 0,1-1 0,-1 1 0,0-1 0,0 1 0,1-1 0,-1 1 0,0 0 0,1-1 0,-1 1 0,1 0 0,-1 0 0,1 0 1,-1-1-1,0 3 0,1-3 2,0 0-1,0 1 1,0-1 0,0 0 0,0 1 0,0-1 0,1 0 0,-1 0 0,0 1 0,0-1 0,0 0 0,0 0 0,0 0 0,1 1 0,-1-1-1,0 0 1,0 0 0,0 0 0,1 1 0,-1-1 0,0 0 0,0 0 0,0 0 0,1 0 0,-1 0 0,0 1 0,0-1 0,1 0-1,-1 0 1,0 0 0,1 0 0,-1 0 0,0 0 0,0 0 0,1 0 0,-1 0 0,32 6 169,0-2 0,0-1 0,0-2 0,39-2 0,-18 0-104,120 1 169,-169 0-636,-11 0-1399,-31 2-3434,-17 5-6133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1:26.4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276 324 2465,'0'0'3631,"-5"-7"-3399,-13-19 35,17 24-246,0-1 0,0 1 0,0 0 1,0 0-1,1-1 0,-1 1 0,0 0 0,1-1 0,0 1 1,0 0-1,0-1 0,0 1 0,0-1 0,0 1 0,1-4 0,0-5-354,1-16-64,-1 16 364,-1-1-1,-2-21 1,2 30 13,-1-1 1,0 1-1,0 0 0,0-1 1,0 1-1,0 0 0,-1 0 1,1 0-1,-1 0 0,0 0 1,0 0-1,0 0 0,0 1 1,-3-3-1,-9-6-245,0 2-1,-1 0 1,0 0-1,-1 1 1,-28-9-1,34 12 39,-87-35-2240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2:01.6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14343,'0'0'12955,"37"-1"-12419,-20 1-502,11-1 5,0 0 0,0 3-1,0 0 1,-1 1 0,1 2 0,-1 1-1,52 19 1,-61-18-20,12 5 4,-1 1 0,-1 1 0,0 2 0,40 29 0,-66-44-20,-1 1 0,1-1 0,0 1 0,-1-1 0,1 1 1,-1-1-1,1 1 0,-1 0 0,0 0 0,0 0 0,0 0 1,0 0-1,0 0 0,0 0 0,-1 0 0,1 0 1,0 3-1,-1-4 6,-1 1 0,1 0 0,0-1 0,0 1 0,-1-1 0,1 1 0,-1 0 0,0-1 0,1 1 0,-1-1 0,0 0 0,0 1 0,0-1 0,0 1 0,0-1 0,0 0 0,-2 2 0,-4 2 26,0 0-1,0 0 1,0-1-1,-1 0 1,1 0 0,-15 4-1,-40 11 33,40-13-65,1 1 0,0 0 0,-26 14 0,45-20-5,0 0 0,0 1 1,1-1-1,-1 1 0,0-1 1,0 1-1,1 0 0,-1-1 0,1 1 1,-1 0-1,1 0 0,0 0 1,0 0-1,0 0 0,0 1 0,0-1 1,0 0-1,1 0 0,-1 1 0,1-1 1,-1 0-1,1 1 0,0-1 1,0 0-1,0 1 0,0-1 0,1 4 1,0 0-3,1 0 1,-1-1-1,1 0 1,0 1-1,1-1 1,-1 0-1,1 0 1,0 0-1,0-1 1,6 7-1,31 35 41,-1-4 30,-2 1-1,36 56 1,-69-93-44,-1-1 1,0 0 0,0 1-1,-1-1 1,0 1 0,0 0-1,0-1 1,0 1 0,-1 0-1,0 0 1,0 12 0,-1-18-15,0 1 0,0-1 0,0 1 0,0-1 0,0 1 0,0-1 0,0 0 0,0 1 0,0-1 0,-1 1 0,1-1 0,0 1 0,0-1 0,-1 1 0,1-1-1,0 0 1,0 1 0,-1-1 0,1 0 0,0 1 0,-1-1 0,1 0 0,-1 1 0,1-1 0,0 0 0,-1 0 0,1 1 0,-1-1 0,1 0 0,-1 0 0,-17 2 113,12-2-52,-133-1 407,125-1-474,-1 0-1,0 0 0,0-1 0,1-1 0,0-1 0,0 0 1,-15-8-1,25 12-19,1-1 0,0 0 0,0 0 0,0 0 0,0 0 0,1 0 0,-1-1 0,1 1 0,-1-1 0,1 0 0,0 1 0,0-1 0,0 0 0,0-1 0,-3-5 0,5 6-45,-1-1 1,0 1-1,1 0 0,0 0 1,0-1-1,0 1 1,0 0-1,0 0 0,1-1 1,-1 1-1,1 0 0,0 0 1,0 0-1,2-5 1,1 0-193,1-1 1,1 1 0,-1 0 0,1 0-1,1 1 1,-1-1 0,1 1 0,0 1-1,17-12 1,-3 5-528,0 1 0,1 0 0,1 2 0,0 1 1,0 1-1,1 0 0,0 2 0,0 1 0,1 1 0,-1 1 0,49 1 0,-38 1 258,61 3-66,-86 0 754,0-1 1,0 1-1,1 1 0,-1-1 0,-1 2 0,18 7 0,-25-10-48,-1-1 1,0 1 0,0-1-1,0 1 1,0-1 0,0 1-1,0 0 1,0 0-1,0 0 1,0-1 0,0 1-1,0 0 1,0 0-1,0 0 1,-1 0 0,1 0-1,0 1 1,-1-1 0,1 0-1,-1 0 1,1 0-1,-1 1 1,0-1 0,1 0-1,-1 0 1,0 1 0,0-1-1,0 0 1,0 0-1,0 1 1,0-1 0,0 0-1,-1 0 1,1 2 0,-2 0 147,1 0 0,-1 0 0,0 0 0,0-1 0,0 1 0,0 0 0,0-1 1,0 0-1,-1 1 0,1-1 0,-5 3 0,3-3-184,1 0 0,0 0 0,0 0 0,0 0 0,0 1 0,0 0 0,0-1 0,1 1 0,-1 0 0,1 0 1,0 0-1,0 1 0,0-1 0,0 1 0,0-1 0,1 1 0,0-1 0,0 1 0,0 0 0,0-1 0,0 1 0,0 7 0,1-9-82,1-1 0,-1 1-1,0 0 1,1-1 0,-1 1 0,1 0-1,0-1 1,-1 1 0,1-1 0,0 1 0,0-1-1,0 0 1,0 1 0,0-1 0,0 0-1,0 1 1,1-1 0,-1 0 0,0 0 0,1 0-1,-1 0 1,1-1 0,-1 1 0,1 0-1,-1 0 1,1-1 0,2 1 0,5 2-32,0-1 0,0 0 0,16 1 1,-6-1-94,1-1 0,-1-1 1,0 0-1,28-5 0,-42 4 116,1 0 0,-1 0-1,1-1 1,-1 0-1,1 0 1,-1 0-1,0-1 1,0 0 0,-1 0-1,1 0 1,0-1-1,-1 1 1,0-1-1,0 0 1,0 0 0,0 0-1,-1-1 1,1 1-1,2-8 1,-3 7 68,-1-1 1,-1 0-1,1 0 1,-1 0 0,0 0-1,0-1 1,-1 1-1,0 0 1,-1-10-1,1 0 355,-5-3 252,4 9-32,18 8-866,5 3-507,0 2 0,0 0 0,24 7 0,9 2-1711,-21-6 1009,124 21-12831,-91-18 13167,-56-8 2423,0 1 4767,-6 6 4190,-3-5-10096,0 1-1,0-1 0,0 0 0,0 0 0,0-1 1,1 1-1,0 0 0,-1-1 0,1 1 1,0-1-1,4 3 0,40 20 468,-36-19-497,3 0-120,0-1 0,1 0 0,0-1 0,19 3 0,8 2-376,-39-8 374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2:09.1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1 15847,'0'0'6094,"-17"33"-5865,-49 108-47,63-135-176,0 0 0,0 1 0,1-1 0,0 1 0,1 0 0,-1-1 0,1 1 0,0 0 0,1 0 0,0 0 0,0 8 0,1 4-6,-1 17-131,13-36-936,-11 0 996,0-1 0,0 0 0,0 1 1,0-1-1,0 0 0,0 0 0,0 0 0,0-1 1,0 1-1,0 0 0,-1-1 0,1 1 0,-1-1 1,1 1-1,-1-1 0,1 0 0,-1 1 0,0-1 1,1-2-1,5-5-178,12-13 26,1 2 0,1 0-1,0 2 1,2 0 0,0 1 0,1 2-1,0 0 1,33-13 0,-46 23 228,1 0 0,-1 1 0,1 1 0,-1 0 1,23-3-1,62 2 184,-88 4-161,0 1-21,-1 0-1,0 1 1,1-1-1,-1 1 1,0 0-1,-1 1 1,11 5-1,-9-5-20,0 1 0,0-1 0,1 0 0,14 2-1,19-2-233,0-2-1,1-3 0,-1-1 1,67-13-1,-99 15 281,23-3 40,1 2 0,52 4 0,-50 4-1016,-3 0-4080,-22-6-2224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2:37.5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546 110 15719,'0'0'6963,"3"-17"-6565,9-52 149,-11 67-483,-1 1 0,0-1-1,0 1 1,1-1 0,-1 1 0,0-1 0,0 1 0,0-1 0,0 1-1,-1-1 1,1 1 0,-1-3 0,1 4-56,0 0 0,-1-1 0,1 1 0,0 0 0,-1 0 0,1 0 0,0 0 0,0 0 0,-1-1 0,1 1 0,0 0 0,-1 0 0,1 0 0,0 0 0,-1 0 0,1 0 0,0 0 0,-1 0 0,1 0 0,0 0 0,-1 0 0,1 0 0,0 0 0,-1 0 0,1 1 0,0-1 0,-6 1 178,-156-2 1610,143 2-1673,0 0 1,0 2-1,0 0 1,0 1-1,1 1 1,-1 1 0,1 1-1,0 0 1,1 1-1,0 1 1,0 0-1,1 2 1,0 0-1,1 0 1,0 1-1,1 1 1,1 1-1,0 0 1,-11 16-1,18-22-110,1 1-1,1 0 0,-1 0 1,2 0-1,-1 0 0,1 1 0,0-1 1,-1 13-1,3-19-12,1 0 0,-1 0 0,1 0-1,0 1 1,0-1 0,0 0 0,0 0 0,1 0 0,-1 0 0,1 0 0,0 0-1,0 1 1,0-1 0,0-1 0,0 1 0,1 0 0,-1 0 0,1 0-1,0-1 1,0 1 0,0-1 0,0 0 0,0 1 0,0-1 0,1 0 0,-1 0-1,1 0 1,-1-1 0,4 3 0,10 2 1,1 0-1,0-2 1,0 1-1,0-2 1,34 3 0,95-6 21,-73-2-21,58 2-4,-129 0-10,-7 2-14,-63 24 34,-91 50-1,150-71-5,0 0-1,1 0 0,-1 1 0,1 1 0,-12 11 0,17-14-1,-1 0 0,1 0 0,0 0 0,0 0-1,0 1 1,1-1 0,-1 1 0,1 0-1,0 0 1,1 0 0,-1 0 0,1 0 0,-1 6-1,2-8 1,-2 8-3,2 1 1,-1 0-1,3 16 0,-2-25 4,1 0-1,0 0 0,-1 0 1,1 0-1,0 0 0,0 0 1,1 0-1,-1 0 0,0-1 0,1 1 1,0 0-1,0-1 0,0 0 1,0 1-1,0-1 0,0 0 0,0 0 1,5 3-1,0-1 2,0 0 0,1-1 0,0 0 0,0 0 0,0-1 0,0 0 0,0 0 0,9 1 0,10-1 8,32-2 0,-29 0-7,-16 0-77,0-1 0,0 0 0,0-1 0,15-4 1,-22 4-42,1-1 1,-1 1-1,0-2 1,0 1-1,0-1 1,0 0-1,0 0 1,10-10-1,36-37-2831,-4-2-3307,-26 22-34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2:37.8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0 12710,'0'0'10829,"14"12"-10077,46 40-144,-56-48-563,-1 0-1,1 0 1,-1 0-1,0 1 1,0-1-1,0 1 1,-1-1-1,1 1 1,-1 0-1,-1 0 1,3 7-1,-2-2 40,-1 0 0,0 0 0,-1 1 0,-1 9 0,1 3 75,0-19-139,0 0 0,-1-1 0,1 1 0,-1 0 0,1-1-1,-1 1 1,0 0 0,-1-1 0,1 1 0,-1-1 0,1 0 0,-1 1 0,0-1 0,0 0 0,0 0 0,-1 0 0,-4 5-1,3-5-8,0 0 0,-1 0 0,1-1 0,-1 1 0,1-1 0,-1 0 0,0 0 0,0 0 0,0-1 0,0 0 0,0 0 0,-7 1 0,-60 1-288,72-3 220,-1 0 1,1 0-1,0 0 1,-1-1-1,1 1 0,0 0 1,-1 0-1,1 0 1,0 0-1,-1 0 0,1-1 1,0 1-1,-1 0 1,1 0-1,0-1 0,0 1 1,-1 0-1,1-1 1,0 1-1,0 0 0,0 0 1,-1-1-1,1 1 1,0 0-1,0-1 0,0 1 1,0 0-1,0-1 1,0 0-1,-2-17-1256,8-14-1204,1 19 722,0 0 0,1 1 0,0 0 0,1 0 0,20-20 0,16-10-7135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2:38.4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6355,'173'20'5106,"-132"-14"-978,-41-6-4063,0 0-1,1 0 1,-1 0 0,0 0-1,0 0 1,0 0 0,0 0-1,1 0 1,-1 0 0,0 0-1,0 0 1,0 0-1,1 0 1,-1 0 0,0 0-1,0 0 1,0 1 0,0-1-1,0 0 1,1 0 0,-1 0-1,0 0 1,0 0 0,0 0-1,0 1 1,0-1 0,0 0-1,0 0 1,1 0 0,-1 0-1,0 1 1,0-1 0,0 0-1,0 0 1,0 0 0,0 0-1,0 1 1,0-1-1,0 0 1,0 0 0,0 0-1,0 1 1,0-1 0,0 0-1,0 0 1,0 0 0,0 0-1,0 1 1,0-1 0,-1 0-1,1 0 1,-1 8 171,1 39 1405,-1-34-1463,1 0 0,0 1 1,1-1-1,0 0 0,5 17 1,-5-26-169,0-1 0,0 1 0,1-1 0,0 0 0,-1 0 0,1 1 0,0-1 0,1-1 0,-1 1 0,0 0 0,1 0 0,0-1 0,-1 1 0,1-1 0,0 0 0,0 0 0,0 0 0,1 0 1,-1-1-1,0 1 0,1-1 0,-1 0 0,1 0 0,4 1 0,8 1 0,0-1 0,0-1 1,0 0-1,0-1 0,1-1 1,17-3-1,-28 2-22,0 1 1,0-2-1,0 1 1,-1 0-1,1-1 0,-1 0 1,1 0-1,-1-1 1,0 0-1,0 0 0,-1 0 1,1 0-1,-1-1 1,5-6-1,-1 1-5,-1 0 1,0-1-1,-1 0 0,0 0 0,0-1 1,3-12-1,-37 155 2466,-4 133-1179,27-200-1166,5-59-98,0 0 0,-1 1 0,0-1-1,0 0 1,0 0 0,0 0 0,-1 0 0,0 0 0,0 0-1,-5 8 1,7-13-6,0 1-1,-1-1 1,1 0-1,0 0 1,-1 1 0,1-1-1,0 0 1,-1 0-1,1 0 1,0 0-1,-1 0 1,1 1 0,0-1-1,-1 0 1,1 0-1,-1 0 1,1 0-1,0 0 1,-1 0 0,1 0-1,-1 0 1,1 0-1,0-1 1,-1 1-1,1 0 1,0 0 0,-1 0-1,1 0 1,0 0-1,-1-1 1,1 1-1,0 0 1,-1 0 0,1-1-1,0 1 1,-1 0-1,1 0 1,0-1-1,0 1 1,-1 0 0,1-1-1,0 1 1,0 0-1,0-1 1,0 1-1,0-1 1,-1 1 0,1 0-1,0-1 1,-3-24-91,1 1 0,1 0 0,2-30 0,1 2 47,-3 29 34,2-1 1,1 1 0,1-1-1,1 1 1,1 0 0,1 0-1,0 1 1,2 0 0,1 0-1,1 0 1,24-39 0,-30 56 16,0 0-1,0 0 1,0 0 0,1 0 0,0 0 0,0 1 0,0 0 0,0 0 0,0 1 0,1-1 0,0 1 0,0 0 0,0 1 0,0-1 0,0 1 0,0 0 0,0 1 0,1 0 0,-1 0 0,1 0 0,-1 1 0,1-1 0,-1 2-1,1-1 1,-1 1 0,1 0 0,8 2 0,-11-1-2,1-1 1,-1 1-1,0 0 0,0 1 0,0-1 0,0 1 0,-1-1 0,1 1 1,-1 0-1,1 1 0,-1-1 0,0 0 0,0 1 0,-1 0 0,1 0 1,-1 0-1,1 0 0,1 5 0,0 0 9,-1 0 1,0 0-1,0 1 1,-1-1-1,0 1 1,0-1-1,0 18 1,-2-12 11,0-7 11,0 0 0,0 1 0,-1-1 0,-2 11 1,2-16-29,1-1 0,-1 1 0,-1-1 0,1 1 0,0-1 0,-1 1 0,1-1 0,-1 0 0,1 0 0,-1 0 0,0 0 0,0 0 0,0 0 0,0 0 0,0-1 0,-5 4 0,0-2-11,1-1-1,-1 1 0,0-1 1,0 0-1,0-1 0,0 0 1,0 0-1,0 0 1,0-1-1,-13-1 0,8 1-40,11 0-19,-1 0 0,1 0-1,-1 0 1,1 0 0,-1-1 0,0 1-1,1 0 1,-1-1 0,1 1-1,-1-1 1,1 0 0,0 0 0,-1 1-1,1-1 1,0 0 0,-1 0 0,1 0-1,0 0 1,0 0 0,-1-2-1,0 1-116,1-1-1,-1 0 1,1 1 0,0-1-1,0 0 1,0 0-1,0 0 1,0 0-1,1 0 1,-1-3-1,0-5-872,1 1 0,1-1 0,0 1 0,0-1 0,5-16 0,-1 10-1636,1 2-1,10-21 0,-16 35 2568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2:38.5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0 6963,'0'0'14007,"-15"182"-12279,12-122-991,3 10-353,0-9-336,0-16 0,0-9-16,0-11-16,0-16-32,0-3-96,3-6-736,24 0-961,10-28-1009,14-11-2144,3 0-3490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2:39.3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328 1 8660,'0'0'12216,"-30"10"-11101,-94 35-474,108-39-493,1 1 1,1 0-1,-1 1 1,1 0-1,0 1 1,1 0-1,0 2 1,-17 16-1,28-25-123,-1-1-1,1 1 1,0 1-1,0-1 0,0 0 1,0 0-1,0 1 1,1-1-1,-1 1 0,1-1 1,-1 1-1,1 0 1,0 0-1,0 0 0,0 0 1,0-1-1,1 1 1,-1 0-1,1 5 1,0-8-26,0 1 1,0-1-1,0 0 1,0 1 0,0-1-1,0 0 1,0 1-1,0-1 1,0 1-1,0-1 1,1 0 0,-1 1-1,0-1 1,0 0-1,0 1 1,1-1 0,-1 0-1,0 1 1,0-1-1,1 0 1,-1 1 0,0-1-1,0 0 1,1 0-1,-1 0 1,0 1 0,1-1-1,-1 0 1,1 0-1,-1 0 1,1 1 0,15-1-19,-8 0-8,6 1-107,1-1 0,0-1 0,0 0 0,-1-1 0,1 0 0,-1-2 0,1 1 0,-1-2 0,22-9 1,-5-2-215,-10 6 161,-1-1 0,-1 0-1,23-18 1,-42 29 198,0 0-1,0-1 1,0 1-1,1 0 1,-1 0 0,0 0-1,0 0 1,0 0-1,0 0 1,0-1 0,0 1-1,0 0 1,0 0-1,1 0 1,-1 0 0,0 0-1,0 0 1,0 0-1,0 0 1,0 0 0,1 0-1,-1-1 1,0 1-1,0 0 1,0 0 0,0 0-1,0 0 1,1 0-1,-1 0 1,0 0 0,0 0-1,0 0 1,0 0-1,1 0 1,-1 0 0,0 1-1,0-1 1,0 0-1,0 0 1,0 0 0,1 0-1,-1 0 1,0 0-1,0 0 1,0 0 0,0 0-1,0 0 1,0 1-1,0 9 293,-9 18 100,8-26-321,-3 11 61,-1-1 1,2 1-1,0 0 0,0 1 0,0 22 0,3-35-142,0-1 0,0 1-1,0 0 1,1 0-1,-1 0 1,0 0 0,1 0-1,-1-1 1,0 1-1,1 0 1,-1 0-1,1-1 1,0 1 0,-1 0-1,1-1 1,0 1-1,-1 0 1,1-1 0,0 1-1,-1-1 1,1 1-1,0-1 1,0 0 0,0 1-1,0-1 1,-1 0-1,1 1 1,0-1-1,0 0 1,0 0 0,2 0-1,34 2-72,-28-3 40,3 1-33,0-1-1,0 0 1,0-1-1,0-1 1,-1 0-1,1 0 1,-1-1-1,14-7 1,3-3-28,49-36 1,-77 50 98,1-1 0,-1 1 0,0 0 0,1 0-1,-1-1 1,0 1 0,1 0 0,-1 0 0,0 0 0,1-1-1,-1 1 1,0 0 0,1 0 0,-1 0 0,1 0 0,-1 0-1,0 0 1,1 0 0,-1 0 0,1 0 0,-1 0 0,0 0-1,1 0 1,-1 0 0,1 0 0,-1 0 0,0 0-1,1 0 1,-1 0 0,0 1 0,1-1 0,-1 0 0,1 0-1,-1 0 1,0 1 0,0-1 0,1 0 0,-1 1 0,0-1-1,1 0 1,-1 1 0,0-1 0,0 0 0,0 1 0,1-1-1,-1 0 1,0 1 0,0-1 0,0 1 0,6 29 269,-6-25-240,1-1 0,-1 0 1,1 1-1,0-1 0,0 0 1,3 8-1,-2-11-31,-1 1 0,1 0 1,-1 0-1,1-1 0,0 1 0,-1-1 0,1 1 1,0-1-1,0 0 0,0 0 0,0 0 0,0 0 1,0 0-1,1 0 0,-1-1 0,4 2 0,39 0 13,-29-3-17,-10 1-8,-1-1 0,1 1 0,0-1 0,0-1 0,-1 1 0,1-1 0,-1 0 0,1 0 0,5-4 0,45-30-138,-12 6 73,-39 27 53,-4 2 26,0 0 1,0 0-1,0 0 1,0 1-1,0-1 0,0 0 1,0 1-1,1-1 1,-1 1-1,0-1 0,0 1 1,1-1-1,-1 1 1,0 0-1,0 0 0,1 0 1,-1 0-1,0 0 1,1 0-1,-1 0 0,0 0 1,1 0-1,-1 1 1,0-1-1,0 0 0,1 1 1,-1-1-1,0 1 1,0-1-1,0 1 0,0 0 1,1-1-1,0 3 1,1-2-1,0 1 1,0 0 0,1-1 0,-1 1-1,0-1 1,1 0 0,-1 0-1,1 0 1,-1 0 0,8 0 0,39-3 1,-32 1 3,33-6 26,-36 4-25,0 1-1,18 0 1,-15 1-20,21 1 355,-37 1-324,0-1 0,0 0 0,0 1 0,0-1 0,0 1 0,0 0 0,0 0 0,0 0 0,-1 0 0,1 0 0,0 0 0,0 0 0,-1 0 0,1 1 0,1 1 0,33 29 105,-30-27-280,-5-8-692,-6-14-777,-20-10-1693,-12-6-2315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2:39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82 16808,'0'0'7299,"161"-82"-12677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2:40.1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582 12 12630,'0'0'6886,"-36"-4"-6291,-3 0-322,1 1 1,-41 3 0,71 0-196,1 1 0,-1 1 0,1 0 0,0 0 0,0 0 0,0 1 0,0 0 0,0 0 0,0 0 0,1 1 0,0 0 0,-9 7 0,-33 27 856,-65 64 1,97-86-793,1 0 1,1 1-1,1 1 1,1 0 0,0 0-1,1 2 1,-13 32-1,20-41-126,2-1 0,0 1 0,0-1 0,1 1 0,0 0 0,1 18 0,0-27-17,0 0-1,1 1 1,-1-1-1,1 0 0,-1 1 1,1-1-1,0 0 1,0 0-1,0 0 0,0 0 1,0 0-1,1 0 0,-1 0 1,1 0-1,-1 0 1,1 0-1,0-1 0,-1 1 1,1-1-1,0 1 0,0-1 1,0 0-1,0 1 1,0-1-1,1 0 0,-1-1 1,0 1-1,0 0 0,1-1 1,1 1-1,10 2-21,0-1 1,0-1-1,1-1 0,14 0 0,-10 0-10,-1-1 9,0-1 0,1-1 0,-1 0 1,0-1-1,-1-1 0,1-1 0,-1 0 0,0-1 0,0-1 0,15-10 0,1-3 3,-2 0-1,-1-2 0,53-52 1,-77 69 52,0 0 1,0 0 0,1 0 0,0 1 0,0 0 0,0 1-1,1-1 1,0 1 0,0 1 0,0-1 0,0 1 0,0 1 0,1 0-1,-1 0 1,11-1 0,-7 2 40,-1 0 0,0 1 0,0 0 0,18 2 0,-25-1-48,-1 0 0,1 0 0,-1 0 1,0 0-1,1 0 0,-1 1 0,0-1 0,0 1 0,0 0 1,0 0-1,0 0 0,-1 0 0,1 1 0,-1-1 0,1 1 1,-1 0-1,0-1 0,3 6 0,1 5 25,0 0 0,-1 1 0,-1-1 1,0 1-1,-1 0 0,0 0 0,-1 0 0,-1 1 0,0 21 0,-1-35-88,0 0-1,0-1 1,0 1-1,0-1 1,0 1-1,1 0 1,-1-1 0,0 1-1,0-1 1,1 1-1,-1-1 1,1 1-1,-1-1 1,0 1 0,1-1-1,-1 1 1,1-1-1,-1 1 1,1-1-1,-1 0 1,1 1 0,-1-1-1,1 0 1,-1 0-1,1 1 1,0-1-1,0 1-231,1-1 0,-1 0-1,0 0 1,0 0-1,0 0 1,0 0-1,0 0 1,0 0 0,0 0-1,0 0 1,0 0-1,0 0 1,0-1 0,0 1-1,0 0 1,0-1-1,0 1 1,2-2 0,19-18-5393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2:40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403 0 14759,'0'0'7310,"-26"8"-6870,-3-1-296,-4 2 144,0 2 0,-61 28 0,85-35-206,-15 7 235,0 1 1,1 1 0,0 1 0,-26 22 0,46-33-290,0-1 0,0 1 0,0-1 0,1 1 0,-1 0 0,1 0 0,0 0 1,0 0-1,0 0 0,0 1 0,1-1 0,-1 0 0,1 1 0,0 0 1,0-1-1,0 1 0,0-1 0,1 1 0,-1 0 0,1 0 0,0 6 0,1-8-27,-1-1-1,0 1 1,0-1-1,1 0 1,-1 1-1,1-1 0,-1 1 1,1-1-1,-1 0 1,1 0-1,0 1 1,0-1-1,0 0 0,0 0 1,0 0-1,0 0 1,0 0-1,0 0 1,0 0-1,0 0 0,0 0 1,1-1-1,-1 1 1,0 0-1,1-1 1,-1 1-1,1-1 0,-1 1 1,2-1-1,7 3-12,0-2 0,0 1-1,13-1 1,-16-1-5,16 2-122,-1-2 0,0-1 0,28-4 0,-37 2 26,0 0-1,0 0 1,-1-1-1,1-1 1,-1 0 0,19-12-1,-21 12 74,0-1 0,0-1-1,-1 0 1,0 0 0,0 0 0,-1-1-1,0-1 1,0 1 0,-1-1 0,7-11-1,-14 19 655,0 6-521,-1 0 0,0 0 1,0-1-1,0 1 0,0 0 1,-3 4-1,-4 20 89,7-25-169,0 1 0,1-1-1,0 1 1,0 0 0,0-1 0,0 1 0,2 4-1,-2-8-76,0 0 0,1 1-1,-1-1 1,1 0-1,-1 0 1,1 0 0,0 0-1,-1 0 1,1-1-1,0 1 1,0 0-1,0 0 1,-1 0 0,1-1-1,0 1 1,0 0-1,0-1 1,0 1 0,0-1-1,0 1 1,1-1-1,-1 1 1,0-1 0,0 0-1,0 0 1,0 0-1,0 1 1,1-1 0,-1 0-1,2-1 1,-1 1-191,0 1-139,0-1-1,0 0 0,0 0 0,0 0 0,0-1 1,0 1-1,0 0 0,0-1 0,0 1 0,0-1 1,0 0-1,-1 1 0,1-1 0,0 0 0,-1 0 1,3-2-1,15-21-6293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2:41.3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34 9460,'0'0'13929,"-1"23"-12963,-5 75-336,4-87-539,0 1 1,0-1-1,-1 0 1,0 0-1,-1-1 1,-1 1-1,-5 11 1,-9 20 110,19-41-176,0-5-38,1 0-1,-1-1 1,1 1-1,0 0 1,0 0-1,1 0 1,-1 0-1,1 0 1,0 0-1,2-4 1,27-34-45,-25 34 54,9-11 5,1 1 1,0 0 0,1 2-1,27-21 1,-35 31-4,0 0 0,0 0 0,0 1 1,1 1-1,-1-1 0,1 1 0,0 1 0,0 0 1,1 1-1,-1 0 0,1 0 0,15 0 0,-25 2 5,0 0-1,0 1 0,1-1 1,-1 0-1,0 1 0,0-1 1,0 0-1,0 1 0,0 0 0,0-1 1,0 1-1,0-1 0,0 1 1,0 0-1,0 0 0,0 0 0,0 0 1,0-1-1,-1 1 0,1 0 1,0 0-1,-1 0 0,1 0 1,-1 1-1,1-1 0,-1 0 0,0 0 1,1 0-1,-1 0 0,0 0 1,0 1-1,1 0 0,0 8 27,0 0 0,-1 0 0,-1 11 0,1-6-16,-1 16 12,0-19-22,0 0 1,2 0-1,-1 0 1,5 23-1,-4-34-11,-1 0-1,1 0 1,-1 0 0,1 0-1,0 0 1,-1-1-1,1 1 1,0 0-1,0 0 1,-1 0 0,1-1-1,0 1 1,0-1-1,0 1 1,0 0-1,0-1 1,0 0 0,0 1-1,0-1 1,0 0-1,0 1 1,0-1 0,0 0-1,0 0 1,1 0-1,0 0 1,32-2-302,-29 0 224,0 0 0,0 1 0,-1-2 0,1 1 0,0 0-1,-1-1 1,1 0 0,-1 0 0,0 0 0,0-1 0,0 1 0,-1-1 0,6-7 0,7-10-482,20-35 0,-14 21 82,-14 24 350,0-2 26,0 1 1,19-19-1,-26 30 469,-1 3-205,0 3-44,0 0-36,-1 0 1,2-1-1,-1 1 0,0 0 0,1-1 0,0 1 1,2 6-1,-2-9-72,0 0 1,0-1 0,0 1-1,1-1 1,-1 1 0,0-1 0,1 0-1,-1 0 1,1 1 0,-1-1-1,1 0 1,-1 0 0,1 0-1,0-1 1,0 1 0,-1 0-1,1-1 1,0 1 0,0-1-1,0 1 1,0-1 0,3 0-1,10 2-35,0 0 0,0-2 0,1 0 0,23-3-1,-32 2 9,0 0-1,0-1 1,0 0-1,-1-1 0,1 1 1,0-1-1,-1 0 1,0-1-1,0 1 0,0-1 1,10-10-1,9-13-31,-20 20 70,1 1 0,0 0 0,0 0 0,9-7 0,-14 12 52,-1 8 13,-1-1 1,-1 1-1,1 0 0,-1-1 0,-1 1 0,1-1 0,-1 0 0,-5 10 0,-4 9 114,-4 22 228,-15 72 0,25-85-344,-2-1-1,-2 1 0,-1-1 1,-24 49-1,32-77-72,0 0 0,0-1 0,0 1 0,0-1 0,-1 0 0,1 0 0,-1 0 0,0-1 0,-1 1 0,1-1 0,0 0 0,-1 0 0,-8 4 0,4-5-50,1 1 1,-1-1-1,0 0 0,1-1 1,-1 0-1,0 0 0,-9-1 1,17 0-85,-1 0 1,1 0-1,-1 0 1,1 0-1,-1 0 1,1 0-1,-1 0 1,1-1 0,-1 1-1,1 0 1,0-1-1,-1 1 1,1-1-1,-1 0 1,1 1-1,0-1 1,0 0-1,-2-1 1,2 0-213,0 0-1,0 0 1,1 0 0,-1 1 0,1-1-1,0 0 1,-1 0 0,1 0 0,0 0-1,0 0 1,1-4 0,-1 0-425,0-41-8896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2:42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1 6339,'0'0'8903,"3"3"-7561,-1-1-1167,-1 0 0,1 1 1,-1-1-1,0 0 0,1 1 0,-1-1 1,0 1-1,-1-1 0,1 1 1,0 0-1,-1-1 0,1 1 1,-1 0-1,0 4 0,-1 0 158,1 0-1,-1-1 0,-1 1 1,1 0-1,-5 10 0,-3 5 384,-2 0 0,-18 28 0,18-31-470,-1 0-1,-1 0 1,0-1 0,-1-1 0,-25 22 0,39-38-244,0-1 0,0 0 1,0 0-1,0 1 0,0-1 0,-1 0 1,1 0-1,0 0 0,0 1 0,0-1 0,-1 0 1,1 0-1,0 0 0,0 0 0,0 0 1,-1 0-1,1 1 0,0-1 0,0 0 0,-1 0 1,1 0-1,0 0 0,0 0 0,-1 0 1,1 0-1,0 0 0,0 0 0,-1 0 0,1 0 1,0 0-1,0 0 0,-1 0 0,1 0 0,0 0 1,0-1-1,-1 1 0,1 0 0,0 0 1,0 0-1,-1 0 0,1 0 0,0 0 0,0-1 1,0 1-1,-1 0 0,1 0 0,0 0 1,0-1-1,0 1 0,0 0 0,0 0 0,-1-1 1,2-15 34,4 3-43,1 0 1,0 0 0,2 0-1,-1 1 1,1 0 0,1 0-1,17-17 1,-10 10 2,-3 4 1,1 1-1,0 1 0,26-18 1,-12 21 7,-27 6-8,-1 3-31,0 2-1123,1-1 1114,-1 0 1,1 0 0,-1 0 0,1 0-1,-1 0 1,0 0 0,1-1-1,-1 1 1,1 0 0,-1 0 0,0 0-1,1 0 1,-1 0 0,1 0-1,-1-1 1,0 1 0,1 0 0,-1 0-1,0-1 1,1 1 0,-1 0 0,0-1-1,1 1 1,-1 0 0,0-1-1,0 1 1,1 0 0,-1-1 0,0 1-1,0-1 1,0 1 0,1 0-1,-1-1 1,0 1 0,0-1 0,0 1-1,0 0 1,0-1 0,0 1-1,0-1 1,0 1 0,0-1 0,0 0-1,4-10-3063,0 4 1849,-3 2-3557,-10 1-5199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2:44.6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184 288 4354,'0'0'11389,"0"-3"-10052,0-7-320,0 13 375,0 25 459,0-23-1666,1 8 135,-1 0-1,-1-1 1,0 1 0,0 0-1,-1-1 1,-1 1-1,0-1 1,0 0-1,-9 20 1,-16 24 158,10-15-226,-3-1 0,-1-1 0,-33 45 0,43-72-229,9-10 1,11-10 17,45-51-3,99-100 19,-124 132-54,1 2 0,2 1 0,52-32-1,-78 53-7,0 0 0,0 1-1,0 0 1,0 0 0,0 0-1,0 1 1,0 0 0,1 0-1,-1 0 1,1 1 0,-1 0-1,1 0 1,-1 0 0,11 2-1,-16-2 7,1 0-1,-1 0 0,1 1 0,-1-1 0,1 0 1,-1 0-1,1 0 0,-1 1 0,1-1 1,-1 0-1,1 1 0,-1-1 0,1 1 0,-1-1 1,0 0-1,1 1 0,-1-1 0,0 1 0,1-1 1,-1 1-1,0-1 0,0 1 0,0-1 0,1 1 1,2 14 2,0 0 1,-1 0-1,-1 0 0,0 0 1,-1 0-1,-2 20 1,0 10 25,2-29 11,0-15-53,1-17 34,0 9-28,1-1 1,0 0-1,1 0 0,0 0 0,0 1 1,0 0-1,1-1 0,0 1 1,1 1-1,-1-1 0,1 1 0,11-11 1,9-8-48,42-34 0,-57 51 47,0 0 0,1 1 1,-1 0-1,1 1 0,1 0 0,-1 1 0,1 0 0,0 1 0,0 0 0,0 0 0,1 2 0,-1 0 0,1 0 0,13 0 0,-25 2 8,1 0-1,0 1 0,-1-1 1,1 0-1,-1 1 0,1-1 1,-1 1-1,1-1 0,-1 1 1,1 0-1,-1-1 0,0 1 1,1 0-1,-1 0 0,0 0 1,0 0-1,0 0 0,0 0 1,0 1-1,0-1 0,0 0 1,0 0-1,0 1 0,0-1 1,-1 1-1,1-1 0,0 1 1,-1-1-1,0 1 0,1-1 1,-1 1-1,0-1 0,0 3 1,2 7-5,-1 1 1,-1 0 0,-2 19 0,1-8-4,0-6-3,2 10 47,-1-27-37,0 1 0,0-1 0,0 0 1,1 1-1,-1-1 0,0 0 0,0 0 0,0 1 0,0-1 1,0 0-1,1 0 0,-1 1 0,0-1 0,0 0 0,0 0 1,1 0-1,-1 1 0,0-1 0,0 0 0,1 0 0,-1 0 1,0 0-1,1 0 0,-1 0 0,0 1 0,0-1 0,1 0 1,-1 0-1,0 0 0,1 0 0,-1 0 0,10 1 4,-1 1-1,0-2 0,1 1 1,-1-1-1,1-1 0,-1 0 1,0 0-1,1-1 0,-1 0 1,0 0-1,0-1 0,0 0 1,0-1-1,-1 0 0,10-6 1,3-4-37,0-2 1,-2 0-1,0-1 1,0 0-1,26-36 1,-42 51 33,1-8 22,-8 9-36,-4 1 9,0 0 1,0 1-1,1 0 0,-1 0 1,0 1-1,0 0 1,-8 4-1,14-6 4,0 1 0,-1 0-1,1 1 1,0-1 0,0 0 0,0 1-1,0-1 1,1 1 0,-1-1-1,0 1 1,1 0 0,-1 0-1,1 0 1,-1 0 0,1 0 0,0 0-1,0 0 1,0 0 0,0 1-1,0-1 1,0 0 0,1 1-1,-1-1 1,1 0 0,0 1-1,-1-1 1,1 1 0,0-1 0,1 4-1,0-4-9,-1-1-1,1 1 0,0 0 1,0-1-1,-1 1 0,1-1 1,1 1-1,-1-1 0,0 1 1,0-1-1,0 1 0,1-1 1,-1 0-1,1 0 0,-1 0 1,1 0-1,-1 0 0,1 0 1,0 0-1,-1-1 0,1 1 1,0-1-1,0 1 0,0-1 1,-1 1-1,5-1 0,-2 1-45,20 4-1033,0-2 1,1-1-1,45-1 0,-50-1 114,-4-1 249,0 0 1,-1-1-1,1-1 1,-1 0-1,0-1 1,0-1 0,0-1-1,0 0 1,-1 0-1,0-2 1,16-10-1,-15 8 586,-1-1-1,-1 0 1,0-1-1,0-1 1,18-23-1,-30 34 416,0 1-1,0-1 1,0 1-1,0-1 0,0 0 1,-1 1-1,1-1 1,0 0-1,-1 0 0,0 1 1,1-1-1,-1 0 1,0-2-1,0 3-217,0 1 0,0 0 0,0 0 1,0 0-1,0 0 0,0 0 0,0 0 0,0 0 0,0-1 0,-1 1 1,1 0-1,0 0 0,0 0 0,0 0 0,0 0 0,0 0 0,0 0 1,0 0-1,0-1 0,0 1 0,-1 0 0,1 0 0,0 0 0,0 0 1,0 0-1,0 0 0,0 0 0,0 0 0,-1 0 0,1 0 1,0 0-1,0 0 0,0 0 0,0 0 0,0 0 0,0 0 0,-1 0 1,1 0-1,0 0 0,0 0 0,0 0 0,0 0 0,0 0 0,0 0 1,-1 0-1,-2 1 275,-8-1 20,0 1 0,0 0-1,0 1 1,0 1-1,1-1 1,-1 2-1,1-1 1,-18 10-1,20-9-150,1 1-1,-1 0 0,1 0 0,0 0 0,0 1 0,0 0 0,1 0 0,0 1 0,1-1 0,-1 2 0,1-1 1,-5 10-1,8-13-172,0 0 0,0 0 0,1 0 0,-1 1 0,1-1 0,0 1 0,0-1 0,0 1 0,1 0 0,0-1 0,0 1 0,0-1 0,1 7 0,-1-11-31,0 1 0,1 0 0,-1-1 0,0 1 0,0 0 0,1-1 0,-1 1 0,0-1 0,1 1 0,-1-1 0,1 1 0,-1-1 0,1 1 0,-1-1 1,1 1-1,-1-1 0,1 1 0,0-1 0,-1 0 0,1 1 0,-1-1 0,1 0 0,0 0 0,-1 1 0,2-1 0,20 1-227,-15-2 89,3 1 42,10 1-359,32-5 0,-44 2 313,0 1 0,0-1 0,0-1 0,0 0 0,-1 0 0,15-8-1,-6 1-35,-1-2 0,0 0-1,0 0 1,-1-1 0,-1-1-1,19-25 1,60-99-100,-82 122 260,0 0 93,-6 10 15,1-1 0,-1 1-1,0-1 1,-1 0 0,1 0 0,-1-1 0,-1 1 0,0-1-1,0 1 1,2-15 0,-9 22 492,-5 1-487,1 0 1,0 1-1,0 0 0,0 1 1,0 0-1,0 0 0,1 1 1,-1 0-1,1 0 0,0 1 0,0 0 1,1 1-1,-1-1 0,-7 9 1,0 0 149,1 1-1,0 1 1,0 0 0,2 1 0,-16 27 0,23-35-209,1 0 0,0 1-1,0-1 1,1 1 0,1 0-1,-1 0 1,2 0 0,-1 0 0,1 0-1,1 10 1,0-17-44,0 0-1,0-1 0,0 1 1,1-1-1,-1 1 0,1 0 1,0-1-1,0 0 0,0 1 1,0-1-1,0 1 0,0-1 1,1 0-1,-1 0 0,1 0 1,-1 0-1,4 3 0,-2-2-67,1 0-1,0-1 0,0 1 0,0-1 0,0 0 0,1 0 0,-1 0 1,9 2-1,5 0-537,0-1 0,0-1 0,37 0 0,-37-2 119,0 0 0,24-5 0,-34 3 385,-1 0 0,1 0 0,0-1 0,-1 1 0,1-2 0,-1 1 0,13-10 0,-1 0 64,0-2 1,-1 0 0,0-1-1,-2-1 1,0-1 0,0 0 0,-2-1-1,0-1 1,11-22 0,-17 31 451,-7 9 1531,-2 2-1174,-1 0-703,1 1 0,-1 0 0,1-1 0,0 1 0,-1 0 0,1 0 1,0-1-1,0 1 0,0 0 0,0 0 0,-1 0 0,1 0 0,0 1 0,1-1 0,-1 0 0,0 0 0,0 1 0,0-1 0,0 2 0,-13 30 587,12-28-625,1 0-1,-1-1 1,1 1 0,1 0-1,-1 0 1,1 0 0,-1 0-1,1 0 1,1 7 0,0-10-79,-1 0 0,0-1 0,1 1 0,-1 0 0,1 0 0,0-1 1,0 1-1,-1 0 0,1-1 0,0 1 0,0-1 0,1 1 0,-1-1 0,0 0 0,0 1 1,1-1-1,-1 0 0,0 0 0,1 0 0,0 0 0,-1 0 0,1 0 0,-1 0 1,1-1-1,0 1 0,3 0 0,11 2-994,1-2 0,-1 0 0,1 0 1,-1-2-1,28-4 0,-34 3 47,-1-1 1,0 0-1,0 0 0,-1-1 1,12-6-1,6-8-3478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2:44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34 6339,'0'0'11413,"6"-33"-15367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2:45.8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0 215 12166,'0'0'10781,"7"-14"-9789,-5 9-892,0 0-1,1-1-1,-1 1 0,1 0 1,0 0-1,0 0 0,1 0 1,-1 1-1,1-1 0,0 1 1,1 0-1,-1 0 0,1 0 1,-1 1-1,1-1 0,0 1 0,0 0 1,11-3-1,18-4 517,0 1 1,1 2-1,71-5 0,107 11 464,-107 3-388,-72-2-325,-186 1-236,-195-3-271,331 1 135,0 1-3,1-1-1,0 0 1,-1-1 0,1-1 0,-23-6 0,32 4 2,8 2-8,15-1-19,89-9 16,199 4 0,-250 9 27,40 3-8,-79-1-28,-61-1-8,-404-1-715,811-12-2350,-295 3-1651,-10-3-5633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3:27.3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11 126 2065,'0'0'9618,"4"-9"-7452,14-28-376,-6 19 8237,-1 15-8452,-1 3-1115,84-15 1305,16-3-506,178-6 1,-216 22-1073,84 5 189,-154-3-373,0 0 0,-1 0-1,1 1 1,0-1-1,0 1 1,-1 0 0,1-1-1,0 1 1,-1 0 0,1 0-1,-1 0 1,1 0 0,-1 0-1,0 0 1,1 1 0,-1-1-1,0 0 1,0 1 0,0-1-1,0 1 1,0-1 0,0 1-1,0-1 1,0 1 0,-1 0-1,1-1 1,-1 1-1,1 0 1,-1 0 0,0-1-1,1 1 1,-1 0 0,0 3-1,0-1 6,0 1 0,-1-1-1,1 0 1,-1 1 0,0-1-1,0 0 1,0 1 0,-1-1-1,1 0 1,-1 0 0,0 0-1,0 0 1,-4 5 0,-3 1-4,-1-1 1,1 0-1,-2 0 0,1-1 1,-19 11-1,-66 32-9,91-49 5,-236 98 0,163-71 0,1 3 0,-95 55 0,164-83 0,1 0 0,0 1 0,0 0 0,0 0 0,1 0 0,-8 10 0,11-13 0,1-1 0,0 1 0,-1 0 0,1 0 0,0 0 0,0 0 0,0 0 0,1 0 0,-1 0 0,0 1 0,1-1 0,0 0 0,-1 0 0,1 0 0,0 1 0,0-1 0,0 0 0,0 0 0,1 1 0,-1-1 0,0 0 0,1 0 0,0 0 0,-1 1 0,3 2 0,-2-3 0,1 1 0,0-1 0,0 0 0,0 1 0,0-1 0,1 0 0,-1 0 0,1 0 0,-1-1 0,1 1 0,-1-1 0,5 3 0,40 11 0,-38-12 0,49 11 0,101 12 0,65-9 0,47-11 0,-270-6-56,0 0 0,1 0 0,-1 0 1,0-1-1,1 1 0,-1 0 0,0 0 0,0-1 0,1 1 0,-1 0 1,0-1-1,0 0 0,0 1 0,1-1 0,-1 0 0,0 1 1,0-1-1,0 0 0,0 0 0,0 0 0,-1 0 0,1 0 0,0 0 1,0 0-1,-1 0 0,1 0 0,0 0 0,0-2 0,0-3-695,1 1 0,-1-1-1,0 0 1,-1 1-1,1-9 1,-1 8-508,0 1-1,1-1 1,-1 1 0,4-11 0,4-2-13497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3:27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5 122 11909,'0'0'13118,"-1"5"-11992,0 0-971,0-2-27,1 0 0,-1 0 0,1 0 0,0 0 0,0 0 0,0 1 0,0 3 0,1-6-95,-1 1-1,1-1 1,-1 1 0,1-1 0,0 0 0,0 1-1,-1-1 1,1 0 0,0 0 0,0 1 0,0-1 0,1 0-1,-1 0 1,0 0 0,0 0 0,0-1 0,1 1-1,-1 0 1,0 0 0,3 0 0,4 2 43,1 0-1,-1-1 1,0 0 0,1 0-1,0-1 1,10 0 0,56-1 181,-31-2-158,-36 2-73,1 0 0,-1-1 1,1 0-1,-1 0 1,1-1-1,-1 0 1,0-1-1,0 0 1,0 0-1,11-6 0,-14 6 21,0-1 0,-1 1 0,1-1-1,-1 0 1,1 0 0,-1-1-1,0 1 1,-1-1 0,1 0-1,-1 0 1,0 0 0,0-1-1,-1 1 1,1-1 0,2-10-1,-5 15-36,8-38 301,-8 37-301,0 1 0,0 0 0,0-1 0,0 1 0,0-1 1,0 1-1,0 0 0,0-1 0,0 1 0,-1-1 0,1 1 1,-1 0-1,1-1 0,-1 1 0,1 0 0,-1-1 0,0 1 0,0 0 1,1 0-1,-1 0 0,0 0 0,0 0 0,0 0 0,0 0 1,-2-1-1,-9-2 8,0 1 0,0 1 1,1 0-1,-2 1 0,1 0 1,0 1-1,-19 2 1,-3-2 31,27 0-26,-1 0 0,1 1 1,-1 0-1,0 0 0,1 0 0,0 1 1,-1 0-1,1 0 0,0 1 0,0 0 0,0 0 1,0 1-1,1 0 0,-1 0 0,1 0 0,0 1 1,0 0-1,1 0 0,0 1 0,0-1 0,0 1 1,0 0-1,1 1 0,0-1 0,0 1 0,-3 7 1,4-2 26,0 1 1,0-1-1,1 1 0,-1 23 1,3-27-40,0 0 0,0 0 0,1 0 1,0 0-1,0 0 0,1 0 0,4 11 1,-3-14-10,1 0 1,0-1 0,-1 1 0,2-1-1,-1 0 1,0 0 0,1-1 0,0 1-1,0-1 1,1 0 0,-1-1 0,1 1-1,6 2 1,-1 0 3,1-1 0,0 0 0,1-1-1,-1-1 1,21 4 0,-8-3-141,48 0 0,-67-4 87,0 0 0,1-1-1,-1 0 1,0 0 0,1 0 0,-1-1 0,0 1 0,0-2 0,0 1 0,0-1 0,-1 1 0,11-8 0,0-5-875,-2-1 0,0 0 0,-1-1 0,13-21 0,25-31-9844,-32 49 2317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3:28.5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0 164 8996,'0'0'13478,"25"-9"-12098,79-27-319,-100 34-969,0 1-1,0 0 0,0 0 0,0 0 1,1 0-1,-1 1 0,0 0 1,1 0-1,4 0 0,-7 1-42,-1-1 0,1 1-1,-1-1 1,1 1 0,-1 0-1,1 0 1,-1 0 0,0 0 0,1 0-1,-1 0 1,0 0 0,0 0-1,2 2 1,2 2 117,-1-1-82,0 1-1,0-1 0,-1 1 1,1 0-1,-1 0 1,0 0-1,-1 0 0,1 0 1,-1 0-1,0 1 1,-1-1-1,3 11 1,-2 3 52,0 0 0,-1 29 0,-1-31-63,0-10-64,-1-1-1,1 1 0,-1-1 1,0 0-1,0 1 0,-1-1 1,0 0-1,0 0 1,-1 0-1,1 0 0,-1-1 1,0 1-1,-1-1 0,1 1 1,-1-1-1,0 0 1,-1-1-1,1 1 0,-1-1 1,0 1-1,-10 5 0,13-9-5,0 0-1,0 0 0,0 0 1,-1 0-1,1 0 0,0-1 0,-1 1 1,1-1-1,0 1 0,-1-1 1,1 0-1,-5 0 0,3 0 8,3-6 33,1-5-23,-1 0-5,1 0 0,0 0 0,1 0 0,1 0 0,-1 0 0,2 0 0,-1 0 0,6-12 0,5 1 2,1 1 1,0 0-1,1 1 1,2 1-1,0 1 1,35-30 0,-27 28-26,1 1 1,0 2-1,2 1 1,42-19-1,-51 27-245,0 1 1,1 1-1,0 1 0,1 1 1,29-3-1,105 2-5432,-119 6 3535,-26-1 1579,0 0 0,0 1 0,11 2 0,-17-2 557,0 0 1,-1 0-1,1 0 1,-1 1-1,1-1 1,-1 1-1,0 0 1,0 0-1,0 0 1,0 0-1,3 4 1,-5-5 131,0 0 0,0 0 0,0 0 0,0 0 0,-1 0 0,1 0 0,-1 1 0,1-1 0,-1 0 0,1 0 0,-1 1 0,1-1 1,-1 0-1,0 1 0,0-1 0,0 0 0,0 1 0,0-1 0,0 0 0,0 1 0,0-1 0,0 0 0,-1 1 0,1-1 0,-1 0 0,1 1 0,-1-1 0,1 0 0,-1 0 0,0 0 1,1 0-1,-1 0 0,0 0 0,-1 1 0,-4 5 395,0 0-1,0 0 1,-15 10 0,12-10-320,-20 17 450,10-9 35,0 1 0,1 0 0,0 2 0,1 0 0,-27 40 0,42-56-636,1 0 0,0 0-1,0 1 1,0-1 0,0 0-1,0 1 1,0-1 0,1 0-1,-1 1 1,1-1-1,0 1 1,-1 3 0,2-5-34,-1 0 1,0 0-1,0 0 0,1 0 1,-1 0-1,1 0 1,-1 0-1,0-1 1,1 1-1,0 0 1,-1 0-1,1 0 0,-1-1 1,1 1-1,0 0 1,0-1-1,-1 1 1,1-1-1,0 1 1,0-1-1,1 2 0,5 0-3,-1-1-1,1 1 0,-1-1 0,1-1 1,0 1-1,-1-1 0,8 0 0,-6 0 23,13 0 12,4 0-9,28-3 1,-45 2-30,0-1 1,0 1-1,0-1 1,0-1-1,-1 0 1,1 0-1,8-5 1,-4 1-2,0-1 1,0 0 0,-1 0 0,0-1-1,14-16 1,-21 21 4,0-1 0,0 0 0,-1 0-1,0 0 1,0-1 0,0 1 0,0-1 0,-1 0 0,0 0 0,0 0-1,-1 0 1,0 0 0,0 0 0,1-11 0,-3 15-13,0 0 0,1-1 0,-1 1 0,0 0 0,0 0 0,0 0 0,0 0 0,-1 0-1,1 0 1,-1 1 0,1-1 0,-1 0 0,1 1 0,-1-1 0,0 1 0,0 0 0,0-1 0,0 1 0,0 0 0,0 0 0,0 0 0,0 0 0,-2 0 0,-12-5-533,-31-8 1,44 13 416,-91-21-6234,40 7-2208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3:29.8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155 140 14967,'0'0'8260,"-6"8"-7743,0 1-301,1 1-1,0 0 0,0 0 1,1 0-1,-6 19 0,-13 69 817,15-61-736,-10 58 272,11-52-282,-2-1 1,-24 70-1,33-112-284,0 0-1,0 0 1,0 0-1,0 0 1,0 0-1,0 0 1,0 1-1,0-1 1,0 0-1,0 0 1,0 0-1,0 0 1,0 0-1,0 0 1,0 0-1,0 1 0,0-1 1,0 0-1,0 0 1,0 0-1,0 0 1,0 0-1,0 0 1,-1 0-1,1 0 1,0 0-1,0 1 1,0-1-1,0 0 1,0 0-1,0 0 1,0 0-1,0 0 1,0 0-1,-1 0 1,1 0-1,0 0 1,0 0-1,0 0 0,0 0 1,0 0-1,0 0 1,0 0-1,-1 0 1,1 0-1,0 0 1,0 0-1,0 0 1,0 0-1,0 0 1,0 0-1,0 0 1,-1 0-1,1 0 1,0 0-1,0 0 1,0 0-1,0-1 1,0 1-1,0 0 0,0 0 1,0 0-1,0 0 1,-1 0-1,1 0 1,0 0-1,0 0 1,0-1-1,-3-11 71,-2-26 27,3-73 0,2 76-86,1 18-11,1-1 1,0 1 0,2 0-1,0 0 1,1 0 0,0 0 0,1 1-1,1 0 1,1 0 0,0 1 0,1 0-1,1 0 1,0 1 0,1 0-1,18-17 1,-9 11 27,0 2-1,1 1 1,0 0-1,2 1 1,0 2-1,0 0 1,1 2-1,1 0 1,33-10-1,-37 16 27,1 1 0,-1 1 0,1 0 0,0 2 1,0 0-1,0 2 0,0 0 0,25 5 0,-44-5-50,0 1 0,0 0 0,0 0 0,0 0 0,0 0 1,0 1-1,0-1 0,-1 1 0,1 0 0,-1 0 0,1 0 1,-1 0-1,1 0 0,-1 0 0,0 1 0,0-1 0,0 1 0,-1-1 1,1 1-1,0 0 0,-1 0 0,0 0 0,0 0 0,0 0 1,1 5-1,1 7 9,0-1 1,-2 1-1,0 0 1,-1 18-1,0-20 4,0-7-3,0-1 0,0 0 1,0 0-1,-1 0 1,0 1-1,0-1 0,0 0 1,-1 0-1,1 0 0,-1 0 1,0-1-1,-1 1 1,1 0-1,-1-1 0,0 0 1,0 0-1,0 1 0,-1-2 1,0 1-1,1 0 1,-1-1-1,0 0 0,-1 0 1,1 0-1,-1 0 0,1-1 1,-1 1-1,-9 2 1,0 0 7,0-1 1,0 0 0,-1-1 0,-28 2 0,-62-3 34,61-3-56,34 1-33,-8 1 39,-1-2 0,1 0 0,0 0 0,-29-8 0,43 8-71,0 0 1,0-1 0,0 1-1,0-1 1,0 0-1,1 0 1,-1 0 0,1 0-1,-1-1 1,1 0-1,0 1 1,0-1 0,0 0-1,0 0 1,1-1-1,-1 1 1,1 0 0,0-1-1,0 0 1,0 1-1,0-1 1,1 0 0,-1 0-1,1 0 1,0 0-1,0-6 1,0 6-159,1 0-1,0 0 1,0 0 0,0 0 0,0 0-1,1 1 1,-1-1 0,1 0 0,0 0 0,0 0-1,1 1 1,-1-1 0,1 1 0,0-1-1,0 1 1,4-7 0,1 3-768,0 0-1,0 0 1,0 1 0,1 0-1,14-9 1,42-24-7466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3:30.2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43 5010,'0'0'16712,"13"28"-15728,38 95-418,-47-114-507,0 1 1,-2-1-1,1 1 0,-1 0 1,0 0-1,-1 0 0,0 1 1,-2 15-1,1-8-9,0-10-25,0-1-1,-1 0 0,0 1 1,0-1-1,-1 0 1,0 1-1,0-1 0,-5 12 1,5-17-9,1 1 0,-1 0 0,0 0 0,0-1 0,0 1 0,0-1 0,0 0 0,0 0 0,-1 0 0,1 0 0,-1 0 0,1 0-1,-1 0 1,0-1 0,0 1 0,1-1 0,-1 0 0,0 0 0,0 0 0,-1 0 0,1-1 0,-5 1 0,6 0 16,-1-1 0,0 0 0,0 0 0,0 0-1,0 0 1,0 0 0,0 0 0,0-1 0,1 0 0,-5-1-1,6 1-18,0 0 0,0 0 0,0 0 0,0 0 0,0 0-1,0-1 1,0 1 0,1 0 0,-1 0 0,1-1-1,-1 1 1,1-1 0,-1 1 0,1 0 0,0-1 0,0 1-1,-1-1 1,1 1 0,0-1 0,0 1 0,1-4-1,-1-2 45,0-1-1,1 1 0,0-1 0,0 1 0,0 0 0,1-1 1,0 1-1,1 0 0,0 0 0,0 0 0,0 1 0,1-1 1,0 1-1,0 0 0,1-1 0,-1 2 0,1-1 0,7-5 1,15-17-5,2 1 0,1 1 1,1 1-1,1 2 1,1 1-1,2 2 0,-1 1 1,2 2-1,1 1 1,72-21-1,-79 32-1366,-11 4-4957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3:31.6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173 113 6899,'0'0'10354,"27"-17"-8774,85-50-316,-69 46 73,-31 14 2326,-18 7-3284,-10 1-265,0 1 0,1 0 0,-1 1 0,1 1 0,0 0 0,0 1 0,-16 8 0,6-1 12,0 1-1,0 2 0,-28 21 1,45-30-105,1 0 0,0 0 1,0 1-1,0 0 0,1 1 1,0-1-1,0 1 0,1 1 1,0-1-1,0 1 0,1-1 1,0 1-1,0 1 0,1-1 1,1 0-1,0 1 0,0-1 1,0 1-1,1 0 1,1 0-1,1 19 0,0-26-18,0 1-1,0 0 1,0-1-1,1 1 1,0-1-1,0 0 1,0 1-1,0-1 1,0 0-1,0 0 1,1 0-1,-1-1 1,1 1-1,0 0 1,0-1-1,0 0 1,0 0-1,7 4 1,8 3 17,0-1 1,27 9 0,-18-7 3,-9-3-21,0 1 0,0 1 1,0 0-1,-1 1 1,25 21-1,-36-26 9,0 0 0,-1 0 1,1 1-1,-1 0 0,-1 0 0,1 0 0,-1 1 1,0-1-1,0 1 0,-1 0 0,0 0 0,0 0 1,0 1-1,-1-1 0,-1 1 0,1-1 0,0 11 1,-2-15-4,1 6 62,-1 0-1,0-1 0,-3 16 0,3-21-51,-1 0-1,0-1 0,0 1 1,0-1-1,0 1 0,0-1 1,-1 0-1,1 0 0,0 1 1,-1-1-1,0 0 1,0 0-1,0 0 0,0-1 1,-4 4-1,-3 1 21,0-1-1,0 0 1,-1 0-1,1-1 1,-1-1-1,0 0 1,0 0-1,-19 3 1,-3-3-1,-49-1-1,57-3-24,22 2-10,-1-2 1,6-6-14,1 0-2,0 1-1,1-1 1,0 0-1,0 1 1,1 0-1,0 1 1,10-9-1,53-34-38,-53 37 55,66-38-78,3 3-1,1 3 0,1 5 1,121-36-1,-191 69 74,81-29 8,-86 29 6,-1 0-1,1-1 0,-1-1 0,0 0 1,17-15-1,-26 21-2,-1 0 0,1 0 0,-1 0 0,0-1 0,1 1 0,-1-1-1,0 1 1,0-1 0,0 1 0,0-1 0,-1 0 0,1 0 0,0 1 0,-1-1 0,1 0 0,-1 0 0,1-2 0,-16 10 70,-1 5-31,1 1 0,0 1 1,1 0-1,0 1 0,1 1 0,1 0 1,-12 19-1,9-11 33,2 0 0,0 1-1,1 1 1,-13 42 0,19-43-39,1 0 0,1 1 0,1-1 1,1 40-1,5-68-6,28-32-27,0 1 0,3 2 0,72-57 0,-97 84-10,0 1 0,0-1-1,1 1 1,0 1 0,0 0-1,0 0 1,0 1-1,12-2 1,1 1 1,1 2 0,36 0 0,-57 2 1,-1 0-1,1 1 1,-1-1 0,1 1-1,0 0 1,-1 0-1,0 0 1,1 0 0,-1 0-1,1 0 1,-1 0-1,0 1 1,4 2-1,26 30-17,0-2-8,-23-26 14,0-1 1,0-1-1,0 1 1,0-2-1,1 1 1,0-1 0,0-1-1,0 1 1,0-2-1,0 0 1,0 0-1,1 0 1,-1-1 0,18-3-1,-25 2 10,0 0 0,1 0 0,-1 0 0,0-1 0,0 1 0,0-1 0,0 0 0,0 1 0,-1-1 0,1-1 0,-1 1 0,1 0 0,-1-1 0,0 1 0,1-1 0,-1 0 0,-1 1 0,1-1 0,0 0 0,-1 0 0,1-1 0,-1 1 0,1-5 0,2-3 5,-1-1 0,0 1 0,-1-1 0,0 0 0,0-19 0,-2 26-3,-27 4 68,26 2-70,0-1 1,0 1 0,0-1-1,1 1 1,-1-1 0,0 1 0,0 0-1,1-1 1,-1 1 0,0 0 0,1 0-1,-1 0 1,1-1 0,-1 1 0,1 0-1,-1 0 1,1 0 0,-1 0-1,1 0 1,0 0 0,0 0 0,0 0-1,-1 0 1,1 0 0,0 0 0,0 1-1,0 0-4,0 1-1,0-1 0,0 0 0,0 1 1,0-1-1,0 0 0,1 0 0,-1 1 0,1-1 1,0 0-1,1 4 0,1-2 1,0-1 0,0 0 0,1 0 0,-1 0 0,1 0 0,0-1 0,-1 1 0,1-1 0,8 3 0,41 15-78,-47-18 57,5 2-91,1-1 0,-1 0 0,1 0-1,0-2 1,0 1 0,20-1 0,-31-5 12,-4-49-1400,0-9-6890,3 32 1073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3:31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0 12390,'0'0'8868,"9"28"-7817,26 90-267,-31-102-638,0 1 0,-2-1-1,0 1 1,0 0 0,-2 21-1,0-16-106,0-21-62,0 0-1,0 0 1,0-1 0,0 1 0,0 0 0,0 0 0,-1 0 0,1 0 0,0 0 0,0-1 0,-1 1-1,1 0 1,-1 0 0,1-1 0,-1 1 0,1 0 0,-1 0 0,1-1 0,-1 1 0,1-1-1,-1 1 1,0 0 0,1-1 0,-1 1 0,0-1 0,0 0 0,1 1 0,-1-1 0,0 1 0,0-1-1,0 0 1,0 0 0,0 1 0,-4-1-230,0 1 1,-1-1-1,1 0 0,-9-2 0,-3 1-547,14 1 627,0 1 0,0-1 1,0 0-1,1-1 0,-1 1 0,0 0 0,0-1 0,0 0 0,1 0 0,-1 1 0,0-2 0,1 1 0,-1 0 0,0 0 0,1-1 0,0 0 0,-1 1 0,1-1 0,0 0 0,0 0 0,0 0 1,0 0-1,0 0 0,1-1 0,-1 1 0,1-1 0,-1 1 0,1-1 0,0 1 0,0-1 0,0 0 0,0 0 0,1 1 0,-1-1 0,1 0 0,-1 0 0,1 0 0,0 0 0,1-4 1,-1 3 258,0 0 0,1 0 0,0 0 0,0 0 0,0 0 0,0 0 0,1 0 0,0 0 0,0 1 0,0-1 0,0 1 1,0-1-1,0 1 0,1 0 0,0 0 0,0 0 0,0 0 0,0 0 0,0 1 0,0-1 0,6-2 0,7-4 662,0 1 0,0 0 0,31-9-1,7 1 343,0 3-1,0 2 1,64-5-1,164 5-4700,-244 11-1340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3:32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4 12246,'0'0'11874,"0"-4"-10636,0 6-896,-1 295 2862,1-282-3176,-1-1 0,-1 0 0,0 0 0,-1 0 0,0 0 0,-1-1 0,-7 16 0,11-29-27,0 1-1,0-1 1,0 1 0,0-1-1,-1 1 1,1-1 0,0 0-1,0 1 1,-1-1 0,1 1-1,0-1 1,-1 0 0,1 1-1,-1-1 1,1 0 0,0 1-1,-1-1 1,1 0 0,-1 0-1,1 0 1,-1 1 0,1-1-1,0 0 1,-1 0 0,0 0-1,0 0 0,1-1 0,-1 1 0,1 0 0,-1-1 0,1 1 0,0-1 0,-1 1 0,1-1 0,0 0 0,-1 1 0,1-1 0,0 1 0,-1-1 0,1 0 0,0 1 0,0-1-1,0 0 1,0 1 0,0-1 0,0 1 0,0-1 0,0 0 0,0 1 0,0-2 0,-2-12-14,2-1 0,0 1-1,0 0 1,1 0 0,1-1 0,0 1-1,1 0 1,10-26 0,-7 27 15,0 1-1,1 0 1,0 1-1,1 0 1,0 0 0,1 0-1,0 1 1,1 1-1,0 0 1,0 0 0,1 0-1,0 2 1,0-1-1,1 2 1,0-1 0,0 1-1,1 1 1,0 1-1,0-1 1,0 2 0,14-3-1,5 3 30,0 1-1,0 1 0,33 4 1,-61-2-29,1 0 1,-1-1-1,1 1 1,-1 1-1,0-1 1,1 1 0,-1 0-1,0 0 1,0 0-1,-1 0 1,1 1-1,0-1 1,-1 1 0,1 0-1,-1 0 1,0 0-1,0 1 1,0-1-1,0 1 1,-1 0-1,0-1 1,1 1 0,-1 0-1,-1 0 1,1 1-1,0-1 1,0 6-1,3 10-8,-2 0 0,0 0 0,-1 1-1,-2 32 1,0-42 0,0-9-36,0 0 0,0 0-1,0 0 1,0 0 0,-1 0 0,1 0 0,0 0 0,-1-1 0,0 1 0,1 0 0,-1 0 0,0-1 0,0 1 0,0 0 0,0-1 0,0 1 0,0-1 0,0 1 0,-1-1-1,1 1 1,-4 1 0,3-2-496,0 0 1,0 0-1,0 0 0,0 0 0,0-1 0,0 1 0,0-1 0,0 1 0,-1-1 0,1 0 1,-2 0-1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3:33.8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240 31 11413,'0'0'8967,"8"-5"-8033,-2 1-766,14-10 346,-20 14-507,0 0 0,0 0 0,0-1 0,0 1 0,0 0-1,0 0 1,0 0 0,0 0 0,0 0 0,0 0 0,0-1-1,0 1 1,0 0 0,0 0 0,0 0 0,0 0-1,0-1 1,0 1 0,0 0 0,0 0 0,0 0 0,0 0-1,0 0 1,0 0 0,0-1 0,0 1 0,0 0 0,0 0-1,0 0 1,0 0 0,-1 0 0,1 0 0,0-1-1,0 1 1,0 0 0,0 0 0,0 0 0,0 0 0,-1 0-1,1 0 1,0 0 0,0 0 0,0 0 0,0 0 0,-1 0-1,-17-2 401,3 1-167,-12 1 204,0 1 0,-32 5 0,52-5-360,0 0-1,0 1 1,0 0-1,0 0 1,1 1 0,-1 0-1,0 0 1,1 0 0,0 1-1,0 0 1,0 0-1,0 1 1,-7 7 0,10-8-72,1-1 0,0 1-1,0 0 1,0-1 0,0 1 0,0 0 0,1 1 0,0-1 0,0 0 0,0 0 0,0 0 0,1 1 0,-1-1 0,1 0 0,0 1 0,1-1 0,-1 0-1,1 1 1,1 4 0,0-1-8,0-1 0,0 1-1,1-1 1,0 0-1,0 0 1,1 0 0,0 0-1,0 0 1,9 9-1,9 8 5,-3-5 9,-1 2-1,24 36 1,-37-50-7,-1 0 0,0 0 1,-1 1-1,0 0 0,0-1 1,-1 1-1,0 1 1,0-1-1,0 0 0,-1 0 1,-1 0-1,0 17 1,0-24-5,-1 0 0,1 0 0,0 1 1,-1-1-1,1 0 0,-1 0 1,0 0-1,1 0 0,-1 0 1,0 0-1,0 0 0,0 0 1,1 0-1,-1 0 0,0 0 1,0 0-1,0 0 0,-1-1 1,1 1-1,0 0 0,0-1 1,0 1-1,0-1 0,-1 0 1,1 1-1,-2-1 0,-36 6 139,34-5-130,-103 0 124,108-1-139,0 0 0,-1 0 0,1 0 0,0 0 0,0 0 0,0 0 0,0 0 0,-1 0 0,1 0 0,0 0 0,0 0 0,0 0 0,0-1 0,-1 1 0,1 0 0,0 0 0,0 0-1,0 0 1,0 0 0,0 0 0,-1 0 0,1-1 0,0 1 0,0 0 0,0 0 0,0 0 0,0 0 0,0 0 0,0-1 0,0 1 0,0 0 0,0 0 0,-1 0 0,1 0 0,0-1 0,0 1 0,0 0 0,0 0 0,0 0 0,3-11-16,14-10-52,45-24-38,3 3 0,1 3 0,106-46 0,85-4-222,-166 61 349,-71 19-24,-9 4 224,-20 19-79,-1-1-125,0 0 0,1 1 0,1 0-1,0 1 1,1-1 0,1 1 0,0 1 0,1-1 0,1 1 0,0 0 0,1 0 0,0 0 0,2 0-1,0 17 1,1-32-25,-1 0-1,1 0 1,0 0 0,0 0-1,1 1 1,-1-1-1,0 0 1,0 0-1,0 0 1,1 0 0,-1 0-1,0 0 1,1 0-1,-1-1 1,1 1-1,-1 0 1,1 0 0,0 0-1,-1 0 1,1-1-1,0 1 1,0 0-1,-1 0 1,1-1 0,0 1-1,0-1 1,0 1-1,1 0 1,2 0-38,0 0 0,-1-1-1,1 1 1,0-1 0,0 0 0,6-1 0,4 1-24,-6 0 55,-1-1 1,0 0 0,0 0-1,0 0 1,0-1 0,0 0-1,0-1 1,0 1-1,11-8 1,1-2-55,33-26-1,-35 24 129,38-24-1,-48 35 5,0-1 1,0 1-1,0 0 0,0 1 0,0 0 1,1 0-1,-1 0 0,1 1 0,13 0 1,-17 1-37,0 0 1,0 0-1,-1 1 1,1 0 0,0 0-1,0 0 1,-1 0 0,1 0-1,-1 1 1,1 0-1,-1-1 1,1 1 0,-1 1-1,0-1 1,0 0 0,0 1-1,0-1 1,2 4-1,10 8-4,-9-10-42,0 0 1,0-1 0,0 0 0,1 0 0,-1 0 0,1 0 0,-1-1 0,1 0 0,0-1 0,0 0 0,0 0 0,0 0 0,0-1 0,0 0 0,8-1 0,-15 2 27,1-1 0,-1 0 0,1 1 0,-1-1 0,1 1 0,-1-1 0,1 1 0,-1-1 0,1 1-1,-1-1 1,0 1 0,1 0 0,-1-1 0,0 1 0,1-1 0,-1 1 0,0 0 0,0-1 0,0 1 0,0 0 0,0-1-1,0 1 1,0 0 0,0-1 0,0 1 0,0 0 0,0-1 0,0 1 0,0-1 0,0 2 0,1 11 45,1-11-51,-1-1 1,0 1-1,1-1 0,-1 0 1,1 1-1,-1-1 0,1 0 0,-1 0 1,1 0-1,0 0 0,0 0 1,0 0-1,0-1 0,-1 1 0,1-1 1,4 1-1,34 3 29,-38-4-32,18 1-7,51 0-84,-65-2 82,0 1 0,0-1 0,0-1 1,0 1-1,0-1 0,0 0 0,-1 0 0,1 0 0,6-5 0,-2 0-76,0-1 0,0-1 0,-1 0 1,0 0-1,0 0 0,11-18 0,-15 21-418,0 0 1,0 0 0,1 0 0,0 1 0,8-6 0,20-10-4767,12 0-5197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3:34.0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1 14551,'0'0'6050,"40"197"-5217,-40-149-209,0 1-384,-7-10-208,-8-9-32,3-3-48,-3-12-448,3-8-817,-3-7-1360,0 0-1217,0-16-3249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3:34.2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49 7491,'0'0'6772,"179"-42"-3955,-100 39-1232,5 3-1521,-2 0-64,-15 0-2113,-22-3-6948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3:36.9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 8292,'0'0'11397,"224"0"-11285,-133 0-112,-1 0-64,-8 0-720,-12 0-1457,-19-15-3922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3:37.0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370 1 9540,'0'0'5987,"-188"187"-7219,103-111-2514,-12 0-4786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3:40.2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339 310 8436,'0'0'8334,"-7"-14"-7226,1 0-766,-1 0 0,-12-16 1,18 28-249,-1 0 0,0 0 0,0 0 0,0 1 0,0-1 0,0 0 0,0 1 1,-1 0-1,1-1 0,0 1 0,-1 0 0,1 0 0,-1 0 0,0 1 0,-4-2 0,-1 2 383,0-1-1,0 1 0,-13 1 0,2 0 308,11 0-622,0-1 0,1 1 1,-1 0-1,0 1 1,1 0-1,-1 0 1,1 1-1,0 0 0,0 0 1,0 0-1,0 1 1,0 0-1,1 1 1,0-1-1,-1 1 0,2 0 1,-1 1-1,1-1 1,0 1-1,0 0 1,0 1-1,-4 7 0,3-3-99,0 1-1,1-1 1,0 1 0,1 0-1,0 0 1,1 1-1,0-1 1,1 1-1,1 0 1,0-1-1,0 1 1,3 24-1,-1-30-59,0-1 0,1 1-1,-1-1 1,1 1-1,1-1 1,-1 0 0,1 0-1,0 0 1,0 0-1,1 0 1,0-1 0,0 0-1,9 10 1,-6-9-3,1 1 0,0-1 1,1 0-1,0-1 0,0 0 0,0 0 0,0-1 0,13 4 1,7-1-74,0 0 1,1-2 0,-1-1 0,1-1 0,35-2-1,-51 0 24,0-1 0,-1-1 0,1 0 0,-1-1 0,1 0 0,-1-1 0,0-1 0,0 0 0,0 0 0,0-2 0,-1 1 0,23-16 0,-15 6 47,-2-1 1,0-1 0,-1 0-1,-1-2 1,0 0-1,-2 0 1,0-2-1,-1 1 1,-1-2-1,16-39 1,2-18 81,32-139 0,-59 204-19,0 5 64,-1 0 1,0 0-1,1-19 1,-5 48-76,0-1 0,-1 1 0,-1-1 0,-1 0 1,-11 28-1,-7 25 148,0 27-46,-31 105 37,53-198-182,1-5-6,0-1 0,0 1 1,0 0-1,-1 0 1,1 0-1,0 0 1,-1-1-1,1 1 0,0 0 1,-1 0-1,1-1 1,-1 1-1,1 0 1,-1-1-1,0 1 0,1 0 1,-2 0-1,2-19 18,2 8-25,1 0 0,0 0-1,1 0 1,0 0 0,0 1 0,1-1 0,0 1 0,1 0-1,0 1 1,0-1 0,1 1 0,8-8 0,4-2 8,-1 1 0,2 0 0,42-26 0,-47 34-1,1 2 1,-1 0-1,1 0 1,0 2 0,1 0-1,-1 1 1,1 0-1,0 2 1,0 0-1,0 0 1,0 2-1,0 0 1,29 5-1,-43-5 0,0 1 0,-1 0 0,1 0 0,0 0 0,0 0 0,-1 0 0,1 1 0,0-1 0,-1 1 0,0 0 0,1-1 0,-1 1 0,0 0 0,0 1-1,0-1 1,0 0 0,0 1 0,0-1 0,-1 1 0,1-1 0,-1 1 0,0 0 0,0-1 0,0 1 0,0 0 0,1 6 0,0 6-4,0 0-1,-1 0 1,-1 0 0,-1 18-1,0-6 9,1 73-112,19-99-990,-4-2 554,-1-1 0,0 0 0,1-1-1,-1 0 1,0-1 0,-1-1-1,1 0 1,19-12 0,102-66-4632,-127 77 4920,172-124-372,-171 120 2547,-10 5 737,-20 3-19,17 2-3029,-14 1 598,-1 1 0,1 0-1,-1 2 1,1 0 0,0 1-1,0 1 1,-23 11 0,15-5 22,0 2 1,1 0 0,1 2-1,-26 22 1,42-33-141,2 1 0,-1 1 0,-7 8 1,13-13-82,-1 0 0,1 0 0,0 0 0,0 0 1,0 1-1,0-1 0,0 0 0,0 0 0,0 1 1,1-1-1,-1 0 0,1 1 0,0-1 0,0 1 1,0-1-1,0 4 0,0-5-10,0 0 0,0 0 0,1 0 1,-1 0-1,0 0 0,0-1 0,1 1 0,-1 0 0,0 0 0,1-1 1,-1 1-1,1 0 0,-1 0 0,1-1 0,-1 1 0,1 0 1,0-1-1,-1 1 0,1-1 0,0 1 0,-1-1 0,1 1 0,0-1 1,0 0-1,0 1 0,12 2-28,0 0 0,0-1 0,0 0 0,0-1 0,0 0 0,15-2 1,-13 1-24,-13 0 46,120-5-631,-107 3 548,0 0-1,0-1 0,-1-1 0,1 0 0,-1-1 1,14-7-1,-13 5 55,-1 0 1,0-1-1,-1 0 0,0-1 0,0 0 1,-1-1-1,21-22 0,-56 50 968,15-9-839,1 0 0,0 0 0,-7 13 0,11-18-64,2 0-1,-1 0 0,0 0 1,1 1-1,0-1 0,0 0 0,0 1 1,1-1-1,-1 0 0,1 1 1,0 7-1,0-11-27,1 0-1,-1-1 1,0 1 0,0 0 0,0-1 0,0 1-1,1 0 1,-1-1 0,0 1 0,0 0 0,1-1-1,-1 1 1,1 0 0,-1-1 0,0 1-1,1-1 1,-1 1 0,1-1 0,0 1 0,-1-1-1,1 1 1,-1-1 0,1 0 0,0 1 0,-1-1-1,2 1 1,21 1-19,-16-2 12,5 1 3,18 0-117,41-4-1,-62 2 88,0 0 1,0-1-1,0 0 1,0 0 0,0-1-1,-1-1 1,1 1-1,15-10 1,-5-2-5,-1 1-1,28-30 1,-38 36 45,-12 15 100,1 1 1,0-1 0,0 1-1,0 0 1,1 0-1,0 0 1,1 0 0,0 0-1,0 17 1,1-24-109,0 0 0,0 0 0,0 0 0,0 0 1,1 0-1,-1 0 0,0-1 0,1 1 0,-1 0 0,1 0 0,-1 0 1,1 0-1,-1 0 0,1-1 0,0 1 0,-1 0 0,1 0 1,0-1-1,0 1 0,-1 0 0,1-1 0,0 1 0,0-1 0,0 1 1,0-1-1,0 0 0,0 1 0,0-1 0,0 0 0,0 0 1,0 1-1,1-1 0,41 1-33,-29-2 2,-8 1 14,0-1-1,1 0 1,-1 0 0,0 0-1,0-1 1,0 0-1,0 0 1,0 0 0,-1-1-1,11-6 1,1-2-28,0-2 0,14-14 0,-3 3 51,-27 22-5,0 2 1,-1-1-1,0 1 0,1-1 0,-1 1 0,1 0 0,-1-1 0,0 1 0,1 0 0,-1-1 0,1 1 0,-1 0 0,1 0 0,-1 0 0,1-1 0,-1 1 1,1 0-1,-1 0 0,1 0 0,-1 0 0,2 0 0,-2 0 114,1 11 34,1 1-81,0 1 0,-1-1 0,-1 15 0,0-26-49,13-2-6,0-1 1,1 0-1,-1-1 1,-1 0-1,22-8 1,-15 5-17,33-8 0,-22 11-1,57-1 0,-87 4 4,1 0 0,0 1 1,-1-1-1,1 0 1,0 0-1,-1 1 1,1-1-1,0 1 1,-1-1-1,1 0 1,-1 1-1,1-1 1,-1 1-1,1-1 1,-1 1-1,1-1 1,-1 1-1,1 0 0,-1-1 1,1 1-1,-1 0 1,0-1-1,0 1 1,1 0-1,-1-1 1,0 1-1,0 0 1,0-1-1,0 1 1,0 0-1,0 0 1,0 0-1,0 32-65,0-23-40,0-8-236,-1 13-165,4-9-4090,7-5-1337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3:41.0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370 169 16103,'0'0'5483,"-29"6"-4509,-96 21-89,111-22-701,-1 0-1,1 0 0,0 1 0,0 1 0,1 0 0,-24 18 0,27-18-51,0 0 6,0 0 0,1 0 0,0 1 0,-11 13 0,17-17-121,0-1-1,1 1 0,-1 0 0,1 0 1,0 0-1,0 0 0,0 0 0,0 1 1,1-1-1,0 0 0,0 1 0,0-1 1,0 1-1,1 5 0,0-9-24,0 1 1,0 0-1,1-1 0,-1 1 1,0-1-1,1 1 0,-1 0 1,1-1-1,0 1 0,0-1 1,-1 1-1,1-1 0,0 0 1,0 1-1,0-1 0,1 0 1,-1 0-1,0 0 0,0 0 1,1 0-1,-1 0 0,0 0 1,1 0-1,-1 0 0,1 0 1,-1-1-1,1 1 0,-1-1 1,1 1-1,0-1 0,2 1 1,8 0-97,-1 1 1,1-2 0,19 0 0,-14-1-71,-5 1 5,0 0 0,1-2 0,-1 1 0,0-2 0,0 0 0,0 0 0,-1-1 1,1 0-1,12-8 0,-16 8 50,-1 0 0,0 0 0,-1-1 0,1 0 0,-1-1 0,0 1 0,0-1 0,-1 0 0,0-1 0,0 1 0,0-1 0,-1 0 0,0 0 0,5-14 0,-7 14-6,0 0-1,0 1 1,-1-1-1,-1 0 1,1 0-1,-1-12 1,0 16 96,0 2 26,0 0-1,0 1 1,0-1-1,0 0 1,0 0-1,0 1 1,-1-1 0,1 0-1,0 0 1,0 1-1,-1-1 1,1 0-1,0 1 1,-1-1-1,1 0 1,-1 1 0,1-1-1,0 1 1,-1-1-1,0 1 1,1-1-1,-1 1 1,1-1-1,-1 1 1,0-1 0,1 1-1,-1 0 1,0-1-1,1 1 1,-1 0-1,0 0 1,1 0 0,-1-1-1,-1 1 1,-11-6 27,12 5-19,1 1 0,0-1 0,0 1 0,0-1 0,-1 1 0,1-1 0,0 1 0,0-1 0,0 1 0,0-1 0,0 1 0,0-1 0,0 1 0,0-1 0,0 1 0,0-1 0,0 1 0,0-1 0,0 1 0,0-1 0,1 1 0,-1-1-1,0 1 1,0-1 0,1 1 0,-1 0 0,0-1 0,0 1 0,1-1 0,-1 1 0,1 0 0,-1-1 0,0 1 0,1 0 0,-1-1 0,1 1 0,21-12 7,1 1-1,1 1 0,40-12 1,-43 16 10,-1-1-1,1-1 1,-1 0 0,-1-2-1,1 0 1,33-24 0,-48 29 119,0 1 0,0-1 1,0 0-1,-1 0 1,0 0-1,0-1 0,6-9 1,-59 87 1608,35-43-1602,0 0 1,2 1 0,1 0-1,1 1 1,2 0-1,-6 41 1,-8 197 98,18-185-219,2-60-40,-5 159-256,7-182 185,0-14-426,0-2 396,1 5 88,-1 1 0,0-1 1,-1 1-1,0-1 0,0 1 0,-1-1 0,0 1 0,-5-11 1,4 13-10,-4-6 93,2 0 0,0 0 1,0-1-1,-3-17 0,8 28-39,-1 0-1,1-1 1,-1 1 0,1 0-1,0 0 1,1 0 0,-1-1-1,0 1 1,1 0 0,0 0-1,0 0 1,0 0 0,0 0-1,0 0 1,0 0 0,1 0-1,-1 0 1,1 1 0,0-1-1,0 1 1,0-1 0,0 1-1,1 0 1,-1-1 0,3-1-1,24-13 0,0 0-1,40-15 0,-32 15-75,-20 9-37,172-83-4799,-124 57-1491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3:41.2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0 8932,'0'0'12574,"-12"32"-11848,-7 16-523,-49 134 357,11 38-326,55-212-242,-5 15-85,6-21-430,0-6 185,1 0 0,1 1 0,-1-1 1,0 0-1,1 1 0,0-1 0,0 0 0,0 1 0,0-1 0,0 1 1,1 0-1,0-1 0,-1 1 0,1 0 0,0 0 0,5-5 0,0-2-766,32-48-3541,8-7-1217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3:41.9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1 5010,'0'0'13497,"3"25"-12224,1-4-1024,-2-8-130,1 0-1,-2 1 1,0 0 0,0-1 0,-1 1-1,-1-1 1,0 1 0,-1 0 0,-1-1-1,-5 17 1,4-17-22,-5 10 44,2 1-1,0 0 0,2 0 1,0 0-1,-1 28 0,6-51-138,1-1 0,-1 1 0,0-1 0,0 1 0,0-1 0,1 0 0,-1 1-1,0-1 1,1 1 0,-1-1 0,0 0 0,1 1 0,-1-1 0,0 0 0,1 1 0,-1-1 0,1 0-1,-1 0 1,1 1 0,-1-1 0,1 0 0,-1 0 0,1 0 0,-1 0 0,1 0 0,-1 1 0,1-1-1,-1 0 1,1 0 0,-1 0 0,1 0 0,-1 0 0,1-1 0,0 1 0,20-3 66,-20 3-64,8-2 10,-1-2 0,1 1 0,-1-1 0,0 0-1,0-1 1,0 0 0,-1 0 0,0-1 0,0 0 0,11-11 0,20-16 9,-28 25-132,-6 4 183,1 1 1,-1-1-1,1 1 0,0 0 1,6-3-1,-10 6-37,1-1 0,-1 1 0,0 0 0,0-1 0,0 1 0,0 0-1,0 0 1,0 0 0,0 0 0,0 0 0,0 0 0,1 0 0,-1 0 0,0 1 0,0-1 0,0 0 0,0 1 0,0-1 0,0 0-1,0 1 1,0-1 0,0 1 0,0 0 0,0-1 0,0 1 0,-1 0 0,1 0 0,0-1 0,0 1 0,-1 0 0,1 0 0,0 1-1,4 5-14,-1-1 0,1 0 0,0 0 0,0-1 0,1 1 0,0-1 0,-1 0 0,2-1 0,-1 1 0,1-1 0,-1-1 0,1 1 0,0-1 0,0 0 0,1-1 0,-1 0 0,0 0-1,1 0 1,-1-1 0,1 0 0,14 0 0,-22-1-22,20 0-102,-1 0 0,32-4 1,-45 3 83,1 0 0,-1-1 1,0 0-1,0 0 0,0 0 1,0-1-1,0 0 0,0 0 1,-1-1-1,1 0 0,8-7 1,-7 4-2,-1 0 0,0 0 0,9-13 0,-13 18 17,-1 0-1,0 0 1,0 0-1,0 0 1,0 0-1,0 0 1,0 0-1,0 0 1,-1 0-1,1 0 1,-1 0-1,1-1 1,-1 1-1,0 0 1,0 0-1,0-1 1,0 1-1,-1 0 1,1 0-1,-1-1 1,0-1-1,0 3 0,-1 1-1,1 0 1,0-1-1,-1 1 1,1 0 0,-1 0-1,1 0 1,-1 0 0,1 0-1,-3 1 1,3-1-5,25 0-3656,55 0 3240,-78 0 463,-1 0-1,1 0 0,-1 0 0,1 0 0,-1 0 0,1 0 0,-1 0 0,0 0 0,1 0 0,-1 0 0,1 0 1,-1 0-1,1 0 0,-1 0 0,1 0 0,-1 0 0,0-1 0,1 1 0,-1 0 0,1 0 0,-1-1 1,0 1-1,1 0 0,-1-1 0,0 1 0,1 0 0,-1-1 0,0 1 0,1 0 0,-1-1 0,0 1 1,0 0-1,0-1 0,1 1 0,-1-1 0,0 1 0,0-1 0,0 1 0,0-1 0,0 1 0,0 0 1,0-1-1,0 1 0,0-1 0,0 1 0,0-1 0,0 1 0,0-1 0,0 1 0,0-1 0,0 0 26,-4 0 41,1 0-1,0 0 1,0 1 0,0-1 0,0 1 0,-1 0 0,1 0 0,0 0 0,0 0 0,-4 1 0,3-1-5,-3 0-32,1 0 0,0 0 0,0 1 0,-1 0 0,1 0 0,0 1 1,0 0-1,0 0 0,0 0 0,-6 4 0,10-4-55,-1-1-1,0 1 1,1 0-1,0 0 1,0 1-1,-1-1 1,1 0-1,0 1 1,1-1-1,-1 1 1,0-1 0,1 1-1,0 0 1,-1 0-1,1 0 1,0 0-1,0 0 1,1 0-1,-1 0 1,1 0-1,-1 0 1,1 6-1,0-8-31,0 0-1,0 1 0,1-1 1,-1 0-1,0 0 0,0 1 1,1-1-1,-1 0 0,1 0 1,-1 0-1,1 0 1,-1 0-1,1 0 0,0 0 1,-1 0-1,1 0 0,0 0 1,0 0-1,0 0 0,0 0 1,0-1-1,0 1 0,0 0 1,0-1-1,0 1 0,0 0 1,0-1-1,1 0 0,-1 1 1,0-1-1,0 0 0,2 1 1,5 0-184,0 0 0,1-1 1,-1 0-1,9-1 0,1 1-160,-16 0 300,0-1 0,0 1-1,0 0 1,1-1-1,-1 1 1,0-1-1,0 1 1,0-1-1,0 0 1,0 0-1,0 0 1,0 0-1,0-1 1,-1 1-1,1 0 1,0-1-1,2-2 1,2-3-480,-1 0 0,0-1-1,5-10 1,-6 11-362,0 0-1,0 0 0,1 0 1,6-6-1,12-6-4310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3:42.4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0 11749,'0'0'9226,"-5"24"-9023,-18 79-171,22-99-38,1 0 0,-1 0 0,1 0 1,0 1-1,0-1 0,0 0 0,0 0 0,1 1 1,-1-1-1,3 6 0,-2-8-4,0 0 0,-1 0 0,1-1 0,1 1 0,-1 0 0,0-1 1,0 1-1,1-1 0,-1 1 0,0-1 0,1 1 0,0-1 0,-1 0 0,1 0 0,3 2 0,2-1-36,-1 0 0,1 0 1,0-1-1,0 0 0,0-1 0,1 1 0,-1-1 0,12-1 1,0 0-57,-15 1 84,0-1 0,0 1 0,-1-1 0,1 0 0,0 0-1,-1 0 1,1 0 0,-1-1 0,1 0 0,-1 1 0,0-1-1,0 0 1,1-1 0,-2 1 0,1 0 0,0-1 0,3-3-1,4-6 75,-1 0 0,16-27-1,-12 16 36,-9 17 7,-2 4 6,0 0 0,-1 0 0,1-1 0,-1 1-1,0-1 1,0 1 0,0-1 0,1-3-1,-2 6 543,4 3-550,-2 1-104,1 0 0,-1 1 1,1-1-1,0 0 0,1 0 0,-1-1 0,1 1 0,-1-1 0,1 0 1,0 0-1,0 0 0,1 0 0,-1-1 0,1 1 0,-1-1 0,9 2 0,-4-1-81,1-1 0,0 0 0,-1-1 0,1 0-1,0-1 1,0 0 0,0 0 0,10-2 0,-14 1 84,-1-1 0,1 0 0,-1 1 1,1-2-1,-1 1 0,0-1 0,0 1 0,0-1 1,0-1-1,0 1 0,-1-1 0,6-5 1,1-3 158,0 0 0,0-1 0,9-15 1,-19 27-102,0 0 0,1 0 0,-1 0 1,1 0-1,-1 0 0,1 0 1,0 0-1,-1 0 0,1 1 0,0-1 1,-1 0-1,1 1 0,0 0 1,0-1-1,0 1 0,-1 0 0,4 0 1,37 2-61,-32-1 36,66 7 33,-76-8 31,19 0 1628,17 0-2209,-55-2-2818,-29-2 51,-31-5-3785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3:42.7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 15303,'0'0'3089,"221"-3"-3089,-94 6-32,6 0-784,-6-3-2594,-18-12-2800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3:44.2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235 191 2801,'0'0'8452,"3"-4"-6880,-1 2-901,8-9-399,-7 0 4504,-5 10-4578,1 1-1,-1-1 0,1 1 0,-1-1 0,0 1 0,1 0 0,-1 0 0,0 0 0,0 0 0,1 0 0,-4 0 0,1 0 106,-25 0 267,12-1-51,0 1 0,0 0 0,0 2-1,-33 6 1,45-7-454,1 0 0,0 1-1,0 0 1,0 0 0,0 0-1,0 0 1,1 0 0,-1 1-1,1-1 1,-1 1 0,1 0-1,0 0 1,0 0 0,0 1-1,0-1 1,1 1 0,0 0-1,-1-1 1,1 1 0,1 0 0,-1 0-1,0 0 1,1 1 0,-2 7-1,2-8-69,1 0 0,-1 0 0,1 0 0,-1 0 0,1 0 0,0 0 0,1 0 0,-1 0 0,1 0 0,1 7 0,-1-9-2,0 0 0,0 0 0,0 0 0,1 0 0,-1-1 0,0 1 0,1 0 0,-1-1 0,1 1 0,0 0 0,-1-1 0,1 0 0,0 1 0,0-1 0,0 0 0,0 0 0,0 0 0,0-1 0,3 2 0,14 3-251,1-2-1,0 0 0,-1-1 0,1-1 1,40-2-1,-54 0 268,-1-1 0,1 1 0,0-1 0,0 0 0,0 0 0,-1-1 0,1 1 0,-1-1 0,0 0 0,0-1 0,0 1 0,0-1 0,-1 0 0,1 0 0,4-7 0,-9 11 3,0 0-1,0 0 1,0-1 0,0 1 0,0 0 0,0 0-1,1 0 1,-1-1 0,0 1 0,0 0 0,0 0-1,0 0 1,0 0 0,0 0 0,1-1-1,-1 1 1,0 0 0,0 0 0,0 0 0,1 0-1,-1 0 1,0 0 0,0 0 0,0 0 0,1 0-1,-1 0 1,0 0 0,0 0 0,0 0 0,1 0-1,-1 0 1,0 0 0,0 0 0,0 0 0,1 0-1,-1 0 1,0 0 0,0 0 0,0 0-1,1 0 1,-1 0 0,0 0 0,0 0 0,0 0-1,0 1 1,1-1 0,-1 0 0,0 0 0,0 0-1,0 0 1,0 1 0,0-1 0,1 0 0,-1 0-1,0 0 1,0 0 0,0 1 0,0-1-1,0 0 1,0 0 0,0 0 0,0 1 0,0-1-1,0 0 1,0 0 0,0 1 0,1 18 189,-2-13-232,1 3 55,1 59 109,-16 120-1,12-167-137,-2 1-1,0-1 0,-1 0 0,-1 0 0,-2 0 0,0-1 0,0-1 0,-2 1 0,-23 30 0,29-44 0,1-1 1,-1 0 0,0 0-1,-1 0 1,1 0 0,-1-1-1,0 0 1,0-1-1,-1 1 1,-12 4 0,8-4-3,0-1 1,0-1-1,-1 0 0,1 0 1,0-2-1,-13 1 1,24-1 5,-1 0 1,1 0 0,0 0-1,-1 0 1,1 0-1,0 0 1,0 0 0,-1-1-1,1 1 1,0 0 0,-1 0-1,1 0 1,0 0-1,0 0 1,-1-1 0,1 1-1,0 0 1,0 0 0,0 0-1,-1-1 1,1 1 0,0 0-1,0 0 1,0-1-1,0 1 1,-1 0 0,1 0-1,0-1 1,0 1 0,0 0-1,0 0 1,0-1-1,0 1 1,0 0 0,0-1-1,0 1 1,0-1 0,2-13-59,-2 12 46,3-6-38,0 0 0,0 0 0,1 1 0,0-1-1,0 1 1,1 0 0,0 0 0,0 0 0,11-10-1,-13 13 42,6-5-5,231-256-150,-181 207 169,2 2 0,89-62-1,-16 35 16,-78 50 101,64-49 0,-117 79-103,29-25 19,-30 27-14,-1-1 0,1 0 0,-1 0 1,1 0-1,-1 1 0,0-2 0,0 1 0,0 0 0,0 0 1,0 0-1,0 0 0,0-1 0,-1 1 0,1-3 1,-8 5 71,1 2-85,-1 1-1,1 0 1,0 0 0,0 1 0,0-1-1,0 1 1,1 0 0,0 1-1,-1-1 1,2 1 0,-1 0 0,0 0-1,1 1 1,-7 11 0,-1 3 39,0 1 0,1 0 0,-9 24 0,11-19-29,0 1-1,2 0 1,1 0-1,1 1 1,1-1-1,0 45 1,4-71-20,0 0-1,0 0 1,0 1 0,1-1 0,-1 0-1,0 0 1,0 0 0,0 0-1,1 0 1,-1 0 0,1 0 0,-1 0-1,1 0 1,-1 0 0,1-1 0,-1 1-1,1 0 1,0 0 0,-1 0 0,1-1-1,0 1 1,0 0 0,0-1 0,0 1-1,-1 0 1,1-1 0,0 1 0,0-1-1,0 0 1,0 1 0,2 0-1,2-1 10,1 1-1,-1-1 0,0 1 1,0-1-1,7-1 0,3 0 15,-15 1-20,7 1 14,0-1 0,0 0 0,0-1 0,-1 1 0,1-1 0,0 0 0,-1-1 1,1 0-1,-1 0 0,1 0 0,10-6 0,-12 5 37,0 0-1,1 1 1,-1 0-1,0 0 1,1 0 0,0 1-1,0-1 1,8 0 0,51 2 350,-32 1-357,29 0 26,54-1-32,-108-1-38,-1 0 1,0-1 0,0 0-1,0-1 1,0 1 0,-1-1-1,1-1 1,-1 1 0,1-1-1,-1 0 1,7-7 0,7-6-2,30-36 1,-47 49-4,69-84-348,14-16-1448,-38 58-2046,-34 35 264,27-17-1,0 4-2572,-39 23 7909,-5 19 2706,-10 3-2976,5-7-406,-5 8 7,-38 81 1545,46-91-2468,1-1 0,0 2 1,1-1-1,0 0 1,1 1-1,-1 23 0,3-29-85,0-3-30,0-1 1,0 1-1,0-1 1,0 1-1,1-1 1,-1 0-1,2 5 1,-1-7-34,0 1-1,0-1 1,0 0 0,0 0 0,0 1-1,0-1 1,0 0 0,1 0 0,-1 0-1,0 0 1,1 0 0,-1 0 0,0-1-1,1 1 1,-1 0 0,1-1 0,2 2-1,8 1 27,0-1-1,-1 0 0,1-1 0,0 0 1,21-1-1,-20 0-55,-11 0-11,-1 0-1,0 0 1,1 0-1,-1 0 1,0-1-1,1 1 1,-1 0-1,1-1 1,-1 1-1,0-1 1,0 1-1,1-1 1,-1 0-1,0 0 1,0 1-1,0-1 0,0 0 1,0 0-1,0 0 1,0 0-1,0 0 1,0-1-1,0 1 1,-1 0-1,1 0 1,0 0-1,-1-1 1,1 1-1,-1 0 1,1-1-1,-1-1 1,1-1-496,0 0-1,-1 0 1,0 0 0,0 0 0,0 0 0,0 0 0,-1 0-1,0 0 1,0 0 0,-1-5 0,-16-21-9958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3:45.4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353 3 3217,'0'0'15541,"-11"-2"-14791,5 2-652,0 0 0,0 0 1,0 0-1,0 1 1,0-1-1,0 1 0,0 1 1,0-1-1,0 1 1,1 0-1,-1 1 0,1-1 1,-1 1-1,1 0 1,0 0-1,-8 7 0,3-2 54,-118 103 1657,117-100-1691,0 1 0,1 0 0,0 1 0,1 0 0,1 0 0,0 0 0,1 1 0,-9 24 0,14-32-111,0 0 0,1 0-1,0 0 1,0 1 0,0-1 0,1 0 0,0 0-1,1 8 1,-1-11-12,1-1-1,-1 1 1,1 0 0,0-1 0,0 1-1,0-1 1,0 0 0,0 1-1,1-1 1,-1 0 0,1 0-1,-1 0 1,1 0 0,0 0-1,0 0 1,0 0 0,0 0-1,0-1 1,0 1 0,0-1-1,4 2 1,3 1-11,0-1 0,1 0 0,0 0 0,0-1 0,0-1 0,0 1 0,11-1 0,76-4-288,-86 2 278,0-1-1,0 0 1,0 0 0,0-1-1,15-7 1,-21 8 27,-1 0-1,1 0 1,-1 0-1,1-1 1,-1 0-1,0 0 1,0 0 0,-1 0-1,1 0 1,-1-1-1,1 0 1,-1 0-1,0 0 1,3-7-1,-5 10 7,-1 0-1,1 1 1,-1-1-1,1 0 1,-1 0-1,0 0 1,0 0-1,1 0 1,-1 0-1,0 0 1,0 0-1,0 0 1,0 0-1,0 0 1,0 0-1,0 1 1,-1-1-1,1 0 1,-1-2-1,1 3-4,0-1 0,-1 1 0,1-1 0,-1 1 0,1-1 0,-1 1 0,1 0 0,-1-1 0,1 1 0,-1 0 0,1-1 0,-1 1 0,1 0 0,-1 0 0,1 0 0,-1 0 0,0-1 0,1 1 0,-1 0 0,1 0 0,-2 0 0,0 0-31,5 0-54,87 0 53,133-17 1,-161 9 37,100 0 0,-161 8-7,-1 0 1,1 1-1,0-1 1,-1 0-1,1 1 0,-1-1 1,1 0-1,0 1 0,-1-1 1,1 1-1,-1-1 1,1 0-1,-1 1 0,0 0 1,1-1-1,-1 1 0,1-1 1,-1 1-1,0-1 1,0 1-1,1 0 0,-1-1 1,0 1-1,0 0 0,0-1 1,1 1-1,-1 0 0,0-1 1,0 1-1,0 0 1,-1 0-1,1 31 73,0-20-53,0 50 27,0-61-49,1-1 0,0 1 1,-1-1-1,1 1 0,0-1 0,0 0 0,-1 1 1,1-1-1,0 0 0,0 1 0,-1-1 1,1 0-1,0 0 0,0 0 0,0 0 1,0 0-1,-1 0 0,1 0 0,0 0 0,0 0 1,0 0-1,1-1 0,2 1-2,4 1-13,-1-1 0,1-1 1,-1 1-1,1-1 1,-1 0-1,1-1 0,-1 0 1,1 0-1,-1 0 1,0-1-1,0 0 0,8-5 1,19-16-111,-19 13-1,26-14 1,-36 23 119,1-1 1,0 1-1,-1 0 1,1 0-1,0 1 1,0-1-1,0 1 1,12 0-1,-16 2 13,0-1 0,0 1-1,1-1 1,-1 1 0,0 0 0,0 0-1,0 0 1,0 0 0,0 1-1,0-1 1,-1 0 0,1 1 0,3 2-1,17 12 27,-14-13-29,1 0 0,0 0 0,0-1-1,0-1 1,0 1 0,10-1 0,59-2 12,-33 0-4,-39 1 7,-6 0-66,0 0 48,0 0-1,0 1 0,0-1 0,0 1 0,-1-1 1,1 1-1,0-1 0,0 1 0,0-1 1,0 1-1,0-1 0,0 0 0,0 1 1,0-1-1,0 1 0,0-1 0,0 1 0,1-1 1,-1 1-1,0-1 0,0 1 0,0-1 1,1 0-1,-1 1 0,0-1 0,0 1 1,1-1-1,-1 0 0,0 1 0,1-1 0,-1 1 1,11 11 11,-5-8-17,0 0 1,0 0-1,1-1 0,-1 0 1,1 0-1,-1-1 0,1 0 1,0 0-1,0-1 0,0 1 1,10-1-1,8 0-796,47-3-1,-68 2 390,1-1 0,0 1 0,-1-1 0,1 0-1,-1 0 1,7-3 0,-6 0-661,1 1-1,-1 0 0,-1-1 1,8-6-1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4:47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1 149 3490,'0'0'763,"9"-5"16,31-19 336,-38 23-913,0 0 1,-1 0 0,1 0-1,0 0 1,-1 0 0,1-1-1,-1 1 1,0 0 0,1-1-1,-1 1 1,0-1 0,0 0-1,0 1 1,0-1-1,0 0 1,0 0 0,-1 0-1,2-2 1,5-13 952,2 2 736,-9 13-1643,1 1-1,0-1 1,0 1-1,0-1 1,0 0-1,0 1 1,0-1-1,0 1 1,0 0-1,1-1 1,-1 1-1,3-2 1,-3 3-92,0-1 0,-1 0 0,1 1-1,-1-1 1,1 0 0,-1 1 0,1-1 0,-1 0 0,1 1 0,-1-1 0,1 0 0,-1 0 0,0 0 0,1 1 0,-1-1 0,0 0 0,0 0-1,0-1 1,1-10-4761,-1 10 2355,0-5-7413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5:01.2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74 222 3121,'0'0'3730,"-9"-6"-2903,9 4-747,0 0 0,0 0 0,-1-1 0,1 1 1,0 0-1,-1 0 0,1 0 0,-1 0 0,0 0 0,0 0 0,0 0 0,0 0 0,0 1 0,0-1 0,0 0 0,-1 0 0,-1-1 0,-1 0 386,0 0-1,0 0 0,-1 0 1,1 0-1,-1 1 0,-5-2 0,4 0-601,-2-3 4213,9 0-64,10 0-2648,68-12-381,1 3-1,116-9 0,-24 5-408,-139 13-301,-33 7-268,0 0 0,0 0 0,0 0 0,0 0 1,0 0-1,0 0 0,0 0 0,0 0 0,0 0 0,0 0 1,0 0-1,0 0 0,0 0 0,0-1 0,0 1 0,0 0 0,0 0 1,0 0-1,0 0 0,0 0 0,0 0 0,0 0 0,0 0 1,0 0-1,0 0 0,0 0 0,0 0 0,0 0 0,0 0 0,0 0 1,0-1-1,0 1 0,0 0 0,0 0 0,0 0 0,0 0 0,0 0 1,0 0-1,1 0 0,-1 0 0,0 0 0,0 0 0,0 0 1,0 0-1,0 0 0,-20-1 69,-303 1 130,321 0-231,6 0 10,111 5 292,138 23 0,-224-25 180,-41-4-414,-1-1 0,1 0-1,-1-1 1,1-1 0,0 0 0,-19-9-1,-8-2-10,21 8-68,-1 0 0,0 2 0,0 0 0,-1 1 0,-33-2 0,53 6-10,-1 0 0,1 0 0,-1 0 0,0 0 0,1 0 0,-1 0-1,1 0 1,-1 0 0,1 0 0,-1 0 0,1 1 0,-1-1-1,1 0 1,-1 0 0,1 1 0,-1-1 0,1 0 0,-1 1 0,1-1-1,-1 1 1,1-1 0,0 0 0,-1 1 0,1-1 0,0 1 0,-1-1-1,1 1 1,0 0 0,-1 0-83,1 1-1,0-1 1,-1 1 0,1 0-1,0-1 1,0 1 0,0-1-1,0 1 1,1-1-1,0 3 1,0 2-459,1-1 1,-1 0-1,2 0 0,-1 0 1,5 9-1,2-4-1491,0 1 0,16 13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5:01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1 896,'0'0'5510,"-11"6"-4779,-3 1-308,-7 4-39,-2 1 8253,25-12-8299,0-1 1,0 1-1,1-1 0,-1 1 1,0 0-1,0 0 1,1 0-1,-1 0 0,3 1 1,8 0 153,199-1 2267,-198 2-2508,-14-2-246,0 0 0,0 0 0,0 0 0,0 0 0,0 0 0,0 0-1,0 0 1,0 0 0,0 0 0,0 0 0,1 0 0,-1 0 0,0 0 0,0 0 0,0 0-1,0 1 1,0-1 0,0 0 0,0 0 0,0 0 0,0 0 0,0 0 0,0 0-1,0 0 1,0 0 0,0 0 0,0 0 0,0 0 0,0 1 0,0-1 0,0 0-1,0 0 1,0 0 0,0 0 0,0 0 0,0 0 0,0 0 0,-1 0 0,1 0-1,0 0 1,0 0 0,0 0 0,0 0 0,0 1 0,0-1 0,0 0 0,0 0-1,0 0 1,0 0 0,0 0 0,0 0 0,0 0 0,0 0 0,-1 0 0,1 0-1,0 0 1,0 0 0,0 0 0,0 0 0,0 0 0,0 0 0,0 0 0,0 0 0,-26 8 159,-1-2-52,-1-1 0,-50 1 0,76-6-61,5 0 40,194 0 1005,-199 1-1064,0-1 0,-1 0 0,1 1 0,0-1 0,0 1 0,-1-1 0,1 1-1,0 0 1,-3 2 0,5-3-31,-1 0 1,1 0-1,0 0 0,0 1 0,0-1 1,-1 0-1,1 0 0,0 0 0,0 1 0,0-1 1,-1 0-1,1 0 0,0 0 0,0 1 0,0-1 1,0 0-1,0 0 0,-1 1 0,1-1 1,0 0-1,0 1 0,0-1 0,0 0 0,0 0 1,0 1-1,0-1 0,0 0 0,0 0 1,0 1-1,0-1 0,1 1-5,-1 0 0,1 0 1,0-1-1,-1 1 0,1 0 0,0-1 1,0 1-1,-1-1 0,1 1 0,0-1 0,0 1 1,0-1-1,0 0 0,0 1 0,1-1 0,29 11-713,1-2-1,63 9 0,-47-16-3318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5:38.9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264 17 16327,'0'0'3205,"-27"-3"-2744,-84-7 321,86 8 2919,-44 1 0,39 1-1416,29 0-1237,6 4-639,13 5-223,0 0 1,1-1 0,26 7-1,-38-13-159,271 72 65,11-20-105,-185-35 9,1232 217 4,-893-171 0,0-39 0,-225-26 0,-471-21 0,136 8 0,-116-13 0,-37-4 0,-937-31 0,1175 58 0,62-3 0,-12 2 0,69-11 0,144-5 0,93 19 0,-221 2 0,521 51 0,-336-18 0,-398-33 0,-330-31 58,5-36-348,424 64 136,-17-3-759,-34-10 1,54 12-217,0 0 0,1 0 1,-1-1-1,-12-8 1,15 9-1066,1-1 0,-1 0 0,1-1 0,0 1 0,-4-5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5:39.6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2561,'0'0'0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6:03.0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1 164 12982,'0'0'6550,"2"-7"-5787,3-5-137,1-1 1,0 1-1,0 0 0,1 1 1,1 0-1,11-14 1,-15 20-405,1 0 0,0 0 0,0 0 0,1 0 0,-1 1 0,1 0 0,0 0 0,0 0 0,0 1 0,1 0 0,-1 0 0,1 1 0,0 0 0,0 0 0,7-1 0,76 2 783,-86 1-979,-1 0 0,1 0 0,0 1-1,-1 0 1,1-1 0,-1 1 0,1 0 0,-1 1-1,1-1 1,-1 1 0,1-1 0,-1 1-1,0 0 1,0 0 0,0 1 0,0-1-1,-1 1 1,1-1 0,-1 1 0,1 0 0,-1 0-1,0 0 1,0 0 0,0 0 0,0 1-1,-1-1 1,1 0 0,-1 1 0,0-1-1,1 7 1,2 6 20,-2 1 0,0-1 0,-1 1 0,0 0 0,-3 26 1,1-35-25,-1 1 0,1-1 0,-2 1 1,1-1-1,-1 0 0,0 0 1,-1 0-1,-7 13 0,-5 3 51,-24 29 0,6-9-46,9-14 8,-14 19 40,37-46-128,0 1-1,0 0 1,0 0 0,0-1 0,0 1 0,1 0 0,0 0 0,-1 1-1,1-1 1,0 8 0,1-11-174,0 1 1,0-1-1,0 0 0,0 1 1,1-1-1,-1 0 0,1 0 1,-1 1-1,1-1 0,-1 0 1,1 0-1,-1 0 0,1 1 1,0-1-1,0 0 0,0 0 1,-1 0-1,1 0 0,0 0 1,0-1-1,0 1 0,1 0 0,-1 0 1,0-1-1,0 1 0,0-1 1,0 1-1,1-1 0,1 1 1,33 12-8490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6:03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22474,'0'0'4354,"19"48"-12533,8-42-10198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6:07.2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302 623 4514,'0'0'6147,"-1"-12"-5269,0-3-615,-3-34 5162,0 48 135,3 0-5534,0 1-1,-1 0 0,1-1 1,0 1-1,-1 0 1,1 0-1,0 0 0,-1 0 1,1 0-1,0 0 0,-1 1 1,1-1-1,0 0 1,0 1-1,-1-1 0,0 1 1,-2 2 2,1 1 1,0-1-1,0 0 1,1 1-1,-1-1 1,1 1-1,0 0 1,-4 8-1,-12 38 222,13-32-121,-30 104 856,-22 155-1,44-204-806,-16 167 322,23-155-418,-24 107 1,8-84-81,21-106 0,0 0-1,0 1 1,0-1-1,0 0 1,-1 0 0,1 0-1,-1 0 1,0 0-1,1 0 1,-1 0-1,-3 2 1,4-3 0,1 0 0,-1 1-1,1-1 1,-1 0 0,0 1 0,1-1 0,0 1 0,-1-1-1,1 1 1,0-1 0,0 0 0,0 1 0,0 2 0,1 29-29,0-22 31,-1-9-2,1-1 1,-1 1-1,1 0 0,0 0 1,-1 0-1,1-1 1,0 1-1,0-1 1,0 1-1,0-1 1,1 1-1,-1-1 1,0 1-1,1-1 1,-1 0-1,1 0 1,-1 0-1,1 0 1,-1 0-1,1 0 1,3 1-1,42 17 48,-41-17-42,166 61 250,75 24 28,-100-49-88,2-6 0,210 19 1,-147-36 78,245 24 25,442 28-361,-776-61 59,175 9 96,384 35 35,-660-48-131,633 37 2,51-34-59,-401-7 90,-157 1-32,203 5 14,-267 4-16,57 2-11,-68-9 14,90-3-1,-151 1 1,1-2 0,0 0-1,-1 0 1,1-1 0,-1 0 0,0-1 0,-1-1 0,1 0 0,-1-1 0,14-10-1,8-9 12,54-55-1,-59 54-20,-2-1 0,0-1 0,-3-2 0,0 0 0,-2-2 0,-2 0 0,27-61 0,178-543 48,-196 549-34,13-50 6,-35 112-11,-1 0 1,-2 0 0,2-39-1,-5 42 0,0 8 2,0-1 0,-4-24 0,3 34-2,0 1-1,-1-1 0,0 0 0,0 1 1,-1-1-1,1 1 0,-1 0 1,0 0-1,-1 0 0,-4-5 0,-15-15 5,-2 1 0,0 1 0,-2 2-1,0 1 1,-1 0 0,-1 3 0,-1 0-1,-40-16 1,-5 6 70,-1 3 1,-90-16-1,76 19-50,-208-42 1,130 30-63,145 28 34,-424-85 144,-7 24 220,105 34-204,-210-24-55,197 5-101,-242-24-37,158 70 10,417 6-55,0 2-1,1 0 1,-1 2 0,1 2 0,0 0 0,1 2 0,0 1 0,0 1 0,-40 23 0,62-31-265,-1 1 1,1 0-1,0 0 1,0 0 0,0 0-1,1 1 1,-1 0-1,1 0 1,1 0 0,-1 0-1,0 1 1,1 0-1,0-1 1,-2 9 0,1 21-6501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6:09.0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86 1409,'0'0'10855,"4"-7"-9804,-1 3-766,0 0-1,0 0 0,0 0 0,1 0 1,-1 0-1,1 1 0,0 0 0,0 0 1,0 0-1,0 0 0,1 0 0,6-2 0,3-1 689,0 1 0,0 0 0,27-4 0,-16 5-588,0 2-1,0 1 0,30 3 1,-54-2-378,1 0 1,-1 0-1,1 0 1,-1 1-1,1-1 1,-1 0-1,1 1 1,-1 0-1,1-1 1,-1 1-1,0 0 1,1-1-1,-1 1 1,0 0-1,0 0 1,1 0 0,-1 0-1,0 1 1,0-1-1,0 0 1,0 0-1,0 3 1,1-1 3,0 1 1,-1 0 0,0-1 0,0 1 0,0 0-1,0 0 1,-1 0 0,1 7 0,-2 1 16,0-1 0,0 0 0,-1 0 0,0 0 1,-7 20-1,2-15-6,-1 0 1,0-1-1,-1-1 0,0 1 1,-1-1-1,-18 19 0,-82 69 91,7-6 354,100-93-420,0 0-1,1 0 0,-1 1 1,1-1-1,0 0 0,0 1 1,0 0-1,0-1 0,0 1 1,1 0-1,0 0 1,0 0-1,0 0 0,0 0 1,1 0-1,-1 0 0,1 0 1,0 0-1,0 1 1,2 4-1,-2-7-32,1-1 0,-1 0 1,1 1-1,0-1 0,-1 0 0,1 1 0,0-1 1,0 0-1,0 0 0,0 0 0,0 0 0,0 0 0,0 0 1,1 0-1,-1 0 0,0 0 0,0-1 0,1 1 1,-1 0-1,0-1 0,1 1 0,2 0 0,36 8 86,-37-9-89,24 3-635,46-2 0,-48-1-2508,-14 0-2556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6:09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12134,'0'0'6322,"24"27"-10291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6:11.8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 0 15255,'0'0'1353,"-2"39"-217,-29 461 1620,28 73-1481,13-436-1105,0 21-2354,-13-161 266,-4-6 567,0-1 0,1-1 0,0 1 0,0-1 0,-5-13 0,8 17 725,-29-71-6196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6:12.4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469 805 4738,'7'-42'937,"0"-5"-738,1-6 205,2-1 0,32-97 0,-33 124 332,2-1 1,1 2-1,1-1 0,28-40 1,-35 57-502,1 1 1,1 1 0,0-1 0,0 1 0,1 0 0,0 1-1,0 0 1,0 0 0,1 1 0,0 0 0,1 1 0,-1 0 0,1 1-1,20-6 1,7 4 308,0 2 0,0 1 0,0 2 0,48 5 0,-79-3-495,176 16 827,-29-1-476,537-5 833,-562-12-951,-11-3 161,187-31-1,110-55-180,-132 29-193,-222 52-64,-1 3 1,106 3 0,-163 4-5,0-1 1,1 1-1,-1-1 1,0 1 0,0 0-1,0 0 1,0 1-1,0-1 1,0 1 0,0-1-1,0 1 1,0 0-1,-1 0 1,1 0 0,-1 0-1,1 1 1,-1-1-1,0 1 1,0-1 0,0 1-1,0 0 1,-1 0-1,1 0 1,-1 0 0,1 0-1,-1 0 1,1 4-1,2 10 28,0-1 0,-1 1 0,-1 0 0,0 18 0,-1-25-16,4 305 170,3 32-173,11-147 45,10 234-76,-27-330 24,-6 136-3,1-225 0,0 1 1,0-1 0,-1-1-1,-1 1 1,-1-1-1,0 1 1,-1-2-1,0 1 1,-1-1-1,0 0 1,-1 0-1,-1-1 1,0-1 0,-1 1-1,0-2 1,-17 14-1,-8 2 19,-1-1 0,0-2 0,-2-2 0,-61 24 0,24-16 98,-2-3 0,0-4-1,-1-3 1,-162 16 0,-329-17 17,514-18-142,-917-20-48,745 7 71,-333-27-65,408 21-144,125 14-89,0-2 0,-54-18 0,73 21 6,0 0 0,0-1 0,0 0 0,0 0 0,1-1 0,-12-11 0,15 13-58,1 0 0,0-1 0,0 0 0,1 0 0,-1 0 0,1 0 1,0-1-1,1 1 0,-1-1 0,1 0 0,-2-7 0,2-2-1101,0 0 0,1 1 0,0-22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6:13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1 5555,'0'0'10714,"0"31"-9274,0 222-130,1-144-1152,-3 125 82,2-232-238,0 0 0,0 0 1,0 0-1,0 0 0,-1 0 1,1 0-1,-1 0 0,0-1 0,1 1 1,-1 0-1,0 0 0,0 0 1,0-1-1,0 1 0,0 0 0,-1-1 1,-1 3-1,3-4 1,-1 0 0,1 0-1,-1 1 1,1-1 0,-1 0 0,1 0-1,0 0 1,-1 0 0,1 1 0,-1-1 0,0 0-1,1 0 1,-1 0 0,1 0 0,-1 0-1,1 0 1,-1-1 0,1 1 0,-1 0 0,1 0-1,-1 0 1,1 0 0,0 0 0,-1-1-1,0 1 1,-1-2 7,1 1 0,-1 0 0,1-1 1,0 1-1,-1-1 0,1 1 0,0-1 0,0 0 0,0 1 0,-1-4 0,-4-9 13,0-1 0,1 0 0,1-1 0,0 1 0,1-1 0,-1-27 0,3-103 119,2 121-112,-1 18 5,0 1 0,1-1 0,-1 0 0,2 1 0,-1-1 0,1 0 0,0 1 0,0 0 0,6-12 0,-6 15-19,0 0 0,1 1 0,-1-1 0,0 0-1,1 1 1,0-1 0,-1 1 0,1 0 0,0 0 0,0 0 0,0 0 0,0 1-1,1-1 1,-1 1 0,0 0 0,1 0 0,-1 0 0,1 0 0,-1 0 0,6 1-1,-4-1-14,1 1 0,-1 0-1,0 0 1,0 0 0,1 1-1,-1 0 1,0 0-1,0 0 1,1 1 0,-1 0-1,0 0 1,-1 0 0,1 0-1,0 1 1,4 3-1,2 3 0,-1 1 0,0-1-1,0 2 1,13 18-1,8 14-9,-17-22-36,1-1 0,1 0 0,1-2 0,29 27 0,-43-43-10,0 0-1,1 0 1,-1 0 0,0 0-1,1-1 1,-1 1-1,0-1 1,1 0-1,0 0 1,4 0 0,-6 0 47,0-1 1,-1 0-1,1 0 1,0 0-1,-1 0 1,1-1 0,-1 1-1,1 0 1,-1-1-1,1 1 1,-1-1-1,1 1 1,-1-1 0,1 0-1,-1 0 1,1 1-1,-1-1 1,0 0-1,0 0 1,1-1 0,-1 1-1,0 0 1,0 0-1,0 0 1,0-1-1,1-2 1,7-17 45,-2 0 0,0-1 0,-2-1 1,6-41-1,-11 63-34,10-87 137,-7 54-115,1-1-1,12-44 1,-16 76-128,1 0 0,0 0 0,0 0 0,1 0 0,-1 0 0,1 1 0,-1-1 0,1 1 0,0-1 0,0 1 0,0-1 1,0 1-1,0 0 0,0 0 0,5-3 0,-3 3-746,1 0 1,0 0-1,-1 0 1,1 1-1,0-1 0,0 1 1,0 1-1,0-1 1,7 0-1,23 1-5492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6:13.4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 7668,'0'0'2185,"-4"28"-721,-15 93-181,15-98-925,1 0-1,0 43 1,3-47-321,9-18-21,30-1-489,69-11 1,-86 7-801,-1 0 1,0-2 0,0-1-1,36-17 1,-7-5-2938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6:13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215 286 3938,'0'0'11088,"10"10"-9883,-10-10-1201,5 5 135,0 0 0,-1 0 0,1 0 0,-1 1 0,-1-1 0,1 1 0,-1 0 0,0 0 0,0 0 0,0 0 0,-1 1 0,0-1 0,0 1 0,-1 0 0,1 7 0,1 142 1003,-3-131-1145,-1-47 99,-8-39-1,0-8-3,5 8 248,8-106 0,-3 156-308,0 1 0,1-1 0,1 1 0,0-1-1,0 1 1,1 0 0,0 0 0,1 0 0,0 1-1,11-15 1,-12 18-34,1 0 0,0 1 0,1-1 1,-1 1-1,1 0 0,0 1 0,0-1 0,0 1 0,1 0 0,0 1 0,-1 0 0,1 0 0,1 0 1,-1 1-1,0 0 0,11-1 0,-10 1-7,1 2 1,0-1-1,-1 1 1,1 0-1,-1 1 1,14 2-1,-19-2 7,0-1 0,0 1 0,-1 0 0,1 0 0,0 1 0,-1-1 0,1 0 0,0 1 0,-1 0 0,0 0 0,1-1 0,-1 1 0,0 1 0,0-1 0,0 0-1,0 0 1,0 1 0,-1-1 0,1 1 0,-1 0 0,0-1 0,2 5 0,-2-4-3,0 0 1,0 0-1,0 0 0,0 0 0,-1 0 0,1 0 0,-1 0 1,0 0-1,0 0 0,0 1 0,0-1 0,0 0 0,-1 0 1,1 0-1,-1 0 0,0 0 0,0 0 0,0 0 0,-1 0 1,1 0-1,0 0 0,-1 0 0,0-1 0,0 1 0,0-1 1,0 1-1,0-1 0,0 0 0,-1 0 0,1 0 0,-1 0 1,0 0-1,1-1 0,-1 1 0,-3 1 0,-8 2-45,0 0-1,0-1 0,0 0 1,-1-1-1,1-1 1,-23 1-1,-102 0-1191,91-4 280,16 1-1212,-36-4 0,-31-19-7084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6:47.2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162 18 9284,'0'0'7054,"-14"-4"-6424,-46-10 39,57 15-556,-1-1 0,1 0 1,0 1-1,0 0 0,-1 0 0,1 0 0,0 0 0,0 0 0,0 1 0,0-1 0,0 1 0,1 0 0,-1 0 0,0 0 0,1 0 0,0 0 0,-1 0 0,1 1 0,0-1 0,-2 4 0,-11 9 1030,4-5 812,10-5 251,21 0 385,-8-3-3071,219 14 2287,-166-14-1595,211-1 584,-149-1-527,-336-9-4361,48 1-3774,47 7-2650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6:50.6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 62 13062,'0'0'1854,"29"-6"-1507,8-2-258,148-25 94,148 20 2749,-305 13-1979,-26 0-270,-27-1-455,0 1 1,0 1 0,0 1 0,1 1 0,-44 12 0,-34 4 145,-188-10-2615,222-9 1024,-21 0-3297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6:57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 1569,'0'0'1424,"-1"21"1551,-1-18-2748,0 0 0,0 0 0,0 0 0,0-1 0,-1 0 0,-4 5 0,5-6 42,1 0 0,-1 0 1,0 1-1,1-1 0,-1 1 0,1-1 0,0 1 0,-1 0 0,1 0 0,0-1 0,-1 5 0,-19 21 812,-13 7-1948,19-19-1297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7:23.3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291 1 560,'0'0'6414,"-13"8"-5251,-37 24 3,31-18 7531,19-14-8595,0 1 1,0-1-1,0 1 0,0-1 0,0 1 0,0-1 1,0 0-1,0 1 0,0-1 0,0 1 0,0-1 1,0 1-1,0-1 0,0 1 0,0-1 0,0 0 1,0 1-1,1-1 0,-1 1 0,0-1 0,0 0 1,1 1-1,-1-1 0,0 0 0,1 1 0,2 3-20,0 0 0,1 0 0,0-1 0,0 1 0,0-1 0,0 0-1,0 0 1,1 0 0,-1-1 0,1 0 0,5 2 0,62 21 544,-52-19-495,97 26 216,15 5-46,-114-32-158,-18-5-107,-18-1-4,-18-4-45,0-1 1,1-2-1,-62-23 0,26 9-27,58 18 35,-95-32 53,104 34-61,3 1-57,183 17-281,-108-7 323,-37 0-30,-289-33-269,231 21 331,-46-1-23,66 4-79,23 1-199,37 9 192,-44-7 83,1 0 0,27 2 1,-11-2-6,-32-3 48,-18-2 6,-40-13-142,41 9 99,0 2 1,0 0-1,0 1 1,-1 0-1,-27 0 1,52 5 8,1-1-1,-1 1 1,0 0 0,0 1 0,10 5 0,6 1 29,-9-6-7,15 6 132,-28-8-101,-6-1 39,-212 0-1067,216 0 656,0 0-1,0 0 0,0 0 0,0-1 1,0 1-1,0 0 0,0 0 0,0 0 1,0-1-1,0 1 0,0-1 0,1 1 1,-1-1-1,-1 0 0,-19-22-12166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20.4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164 336 13910,'0'0'14767,"-4"29"-13894,-25 194 100,26-197-816,-2 26 111,-3 0 0,-19 72 0,25-117-252,0-1 0,-1 0 0,0 0 0,-5 8 1,8-13-16,0 0 1,-1-1 0,1 1 0,-1 0-1,0-1 1,1 1 0,-1 0 0,0-1-1,1 1 1,-1-1 0,0 1 0,1-1-1,-1 1 1,0-1 0,0 0 0,0 1-1,1-1 1,-1 0 0,-1 0 0,1 0 1,0 0 0,0 0 0,0-1 0,1 1 0,-1-1 0,0 1 0,0 0 0,0-1 0,0 0 0,1 1 1,-1-1-1,0 1 0,1-1 0,-1 0 0,0 0 0,1 1 0,-1-1 0,1 0 0,-1 0 0,1 0 0,0 1 0,-1-3 1,-6-17 40,0 1 1,2-2 0,0 1 0,-2-36 0,-2-158-21,9 194-24,1-17-7,0-1 0,3 0 1,1 1-1,1 0 1,16-48-1,-18 70 5,1 1-1,1 0 0,1 0 0,0 0 1,0 1-1,2 0 0,-1 1 1,2-1-1,-1 2 0,2-1 0,0 2 1,0-1-1,0 1 0,2 1 1,25-15-1,-29 19 0,1 1 1,0 1 0,1-1-1,-1 2 1,0 0-1,1 0 1,-1 1 0,1 0-1,0 0 1,15 2-1,-20 0 3,-1 1 1,0-1-1,0 1 0,0 0 0,0 0 1,0 1-1,0-1 0,0 1 0,-1 0 1,0 0-1,1 1 0,-1-1 0,0 1 1,-1 0-1,1 0 0,-1 0 0,1 1 1,3 7-1,6 10 3,-1 0 0,15 38 0,-12-20-1,-2 0 0,-2 1 1,-1 0-1,4 48 1,-1 170-15,-12-255-27,-1 1 0,-1-1 0,1 0 0,-1 1 0,1-1 0,-1 0 0,0 1 0,-1-1 0,1 0 0,-1 0 0,0 0 0,0 0 0,0 0 0,-3 4 0,2-5-96,1-1-1,-1 0 1,0 1-1,0-1 1,0 0-1,0-1 1,0 1-1,0 0 1,-1-1 0,1 0-1,-1 0 1,1 0-1,-1 0 1,1 0-1,-1-1 1,1 0-1,-6 1 1,2-1-406,-1 0 0,1-1-1,0 1 1,-1-1 0,1-1 0,0 1 0,0-1 0,0 0 0,-11-6 0,7 2-835,0-1 1,0 0-1,1-1 1,-15-12 0,-35-39-8382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20.6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1 0 10965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20.7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70 10965,'-79'58'3346,"137"-70"-2050,23 3 689,19-3 304,9 2-1969,-18-5-320,-6-6-640,-13-3-3202,-5 0-9348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21.0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588 44 15527,'0'0'9042,"3"-7"-7938,6-21-290,-8 28-806,-1-1 0,0 1 0,0 0 0,0 0 0,0 0 0,0-1 0,0 1 0,0 0-1,0 0 1,1 0 0,-1-1 0,0 1 0,0 0 0,0 0 0,0-1 0,0 1 0,0 0 0,0 0 0,0 0 0,0-1 0,-1 1 0,1 0 0,0 0 0,0 0 0,0-1 0,0 1 0,0 0 0,0 0 0,0 0 0,0-1 0,0 1 0,-1 0 0,1 0 0,0 0 0,0 0 0,0-1-1,0 1 1,-1 0 0,1 0 0,0 0 0,0 0 0,0 0 0,-1 0 0,1 0 0,0 0 0,0 0 0,0 0 0,-1-1 0,1 1 0,0 0 0,0 0 0,-1 0 0,1 0 0,0 0 0,0 0 0,0 1 0,-1-1 0,1 0 0,0 0 0,0 0 0,0 0 0,-1 0 0,1 0 0,0 0-1,0 0 1,-1 1 0,-25-1 195,0 1 1,0 2-1,-28 6 0,39-6-153,1 1 0,0 1 0,0 0 1,1 1-1,0 0 0,0 1 0,-18 13 0,27-18-40,1 0 1,1 1-1,-1-1 0,0 1 0,0 0 0,1 0 0,0 0 0,0 0 1,-1 0-1,2 0 0,-1 1 0,0-1 0,-1 6 0,1-2-2,1 0-1,0 0 1,1 0-1,-1 1 1,1-1-1,1 8 1,0-12-3,-1 0 0,1 0 0,0 0 0,0 0 1,0 0-1,0-1 0,0 1 0,1 0 0,-1 0 0,1-1 0,0 1 0,0-1 0,0 0 0,0 1 1,0-1-1,0 0 0,5 3 0,6 4 52,0-1 1,21 10-1,-1 0 66,-22-11-93,1 0 0,-1 1 0,-1 1 0,0 0 0,0 1-1,-1-1 1,0 2 0,0-1 0,13 24 0,-18-26-14,0 1 0,0 0 0,0 0-1,-1 1 1,-1-1 0,1 1 0,-2-1 0,1 1-1,-1 0 1,-1-1 0,0 1 0,0 0-1,-1 0 1,-3 15 0,2-18 8,0-1-1,-1 0 1,1 0 0,-1 0-1,0-1 1,-1 1-1,0-1 1,0 0 0,0 0-1,0 0 1,-1 0-1,0-1 1,0 0 0,0 0-1,-8 5 1,-4 2 6,-1-1 0,0-1 1,-34 12-1,21-13-16,-1 0 0,0-2 0,1-1 0,-2-2 1,1-1-1,-47-4 0,74 3-29,0-2 1,0 1-1,0 0 1,0-1 0,1 0-1,-1 0 1,0-1-1,0 1 1,1-1 0,-1 0-1,1 0 1,-1-1-1,1 1 1,-6-5 0,7 3-24,-1 0 0,1 0 0,0 0 0,1 0 0,-1 0 0,1 0 0,0-1 1,0 1-1,0-1 0,1 1 0,-1-1 0,1 0 0,0 0 0,0-8 0,-1-4-315,1 1 0,1 0-1,0 0 1,2 0 0,0-1-1,7-30 1,-2 25-674,1 0 1,1 1-1,1 0 1,16-25-1,46-65-6590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21.4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 5619,'0'0'19160,"10"40"-17588,27 137-372,-28-124-769,-2 0-1,-3 0 1,-3 77-1,-2-56-156,1-71-262,0 18 65,0-1-1,-7 34 1,7-49-69,-1 0-1,-1-1 0,1 1 0,-1 0 1,1-1-1,-1 1 0,0-1 1,-1 0-1,1 0 0,-1 0 0,0 0 1,0 0-1,0 0 0,-1-1 1,1 1-1,-1-1 0,-4 3 0,8-6-6,0 1 0,-1-1 0,1 0-1,0 0 1,0 0 0,-1 0 0,1 1-1,0-1 1,0 0 0,-1 0 0,1 0-1,0 0 1,-1 0 0,1 0 0,0 0-1,-1 0 1,1 0 0,0 0 0,0 0-1,-1 0 1,1 0 0,0 0 0,-1 0-1,1 0 1,0 0 0,-1 0 0,1 0-1,0 0 1,0-1 0,-1 1 0,1 0-1,0 0 1,0 0 0,-1 0 0,1-1-1,0 1 1,0 0 0,-1 0 0,1-1-1,0 1 1,0 0 0,0 0 0,0-1-1,-1 1 1,1 0 0,0 0 0,0-1-1,0 1 1,0 0 0,0-1 0,0 1-1,0 0 1,0-1 0,0 1 0,0 0-1,0-1 1,-4-33-86,2 1 1,1-1-1,4-42 0,-1 45 0,-1 6 50,2-1-1,0 1 1,2 0 0,0 0 0,2 0 0,1 1-1,1 0 1,1 0 0,18-30 0,-24 46 33,2 0 0,-1 1 1,1 0-1,0 0 0,0 0 1,1 1-1,0 0 0,0 0 0,0 1 1,1-1-1,10-4 0,-7 5 7,0 1 0,0 0-1,1 1 1,-1 0 0,1 0-1,0 1 1,-1 1-1,14 0 1,-18 1 0,7-1 8,0 1 0,-1 0 0,15 3 0,-24-2-11,0 0 0,0 0 0,0 0 0,-1 1 0,1 0 0,0-1-1,-1 1 1,1 0 0,-1 1 0,1-1 0,-1 0 0,0 1 0,0 0 0,3 4-1,0 1 5,0 1 1,-1-1-1,0 1 0,-1 1 0,0-1 0,0 1 0,-1-1 0,0 1 0,-1 0 0,0 0 0,1 13 0,0 17 50,-4 62 0,0-43-35,0-49-68,0 1 0,0-1 1,-1 0-1,0 0 0,-1 0 0,0 0 0,0-1 1,-1 1-1,-1-1 0,0 0 0,0 0 1,0 0-1,-1-1 0,-7 8 0,11-13-1263,6-4-891,-4 1 2201,2 0-347,0 0 0,1-1-1,-1 0 1,0 1 0,0-1-1,0 0 1,0 0 0,0 0-1,0 0 1,2-2 0,46-41-5768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21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270 85 16295,'0'0'5846,"-26"20"-4806,-86 66-394,101-77-529,0 1-1,1-1 1,0 2 0,0-1-1,1 1 1,1 1 0,-11 18-1,13-21-19,1-1-24,0 1 1,1-1-1,0 0 1,0 1 0,1 0-1,0 0 1,0 0-1,1 1 1,1-1 0,-1 0-1,1 14 1,1-21-74,0-1 1,0 1 0,0-1-1,0 0 1,1 1-1,-1-1 1,0 0 0,1 1-1,-1-1 1,1 0-1,0 1 1,-1-1 0,1 0-1,0 0 1,0 0-1,0 0 1,0 0 0,-1 0-1,2 0 1,-1 0-1,1 1 1,2 0 1,-1 0-1,0-1 0,0 1 1,0-1-1,1 0 1,-1 0-1,1-1 1,5 2-1,8-1-5,0-1 0,32-4 0,-40 3-5,1 0 9,0-1 0,0 0 0,-1-1-1,1 0 1,-1-1 0,1 0 0,-1 0 0,0-1 0,-1 0-1,1-1 1,-1 0 0,0 0 0,-1-1 0,1 1-1,-1-2 1,-1 1 0,1-1 0,-1 0 0,-1 0 0,1-1-1,-2 0 1,1 0 0,-1 0 0,0 0 0,-1-1-1,0 1 1,-1-1 0,1 0 0,0-18 0,-2 9 160,0 1 0,-1-1 1,-1 1-1,-5-29 0,4 40-135,0-1 1,0 1-1,-1 0 0,0 0 1,-1 0-1,1 0 0,-1 0 0,0 1 1,-1 0-1,0 0 0,0 0 0,0 0 1,-8-6-1,4 6-193,-5-5-184,9 5-6331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22.2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133 129 17368,'0'0'5715,"8"31"-3893,-3-13-1554,5 23 296,-1 1 1,-2 1 0,2 64-1,-8-92-446,-3 186 1330,-1-159-1127,-1-1 0,-18 73 0,8-58-202,-2-1 0,-3-1 0,-34 69-1,51-119-114,0 0-1,0 0 0,0 0 1,0-1-1,-1 1 0,0-1 1,0 1-1,0-1 0,0 0 1,0 0-1,-5 2 0,8-5-3,0 0 0,0 0 0,0 1 0,0-1 0,-1 0 0,1 0 0,0 0-1,0 0 1,0 0 0,-1 0 0,1 0 0,0 0 0,0 0 0,-1 0 0,1 0 0,0 0 0,0 0-1,0 0 1,-1 0 0,1 0 0,0 0 0,0 0 0,-1 0 0,1 0 0,0 0 0,0 0 0,0 0-1,-1 0 1,1 0 0,0-1 0,0 1 0,0 0 0,0 0 0,-1 0 0,1 0 0,0-1 0,0 1-1,0 0 1,0 0 0,0 0 0,-1 0 0,1-1 0,0 1 0,0 0 0,0 0 0,0 0 0,0-1-1,0 1 1,0 0 0,0 0 0,0-1 0,-2-10-32,1-1 1,0 1-1,1 0 0,1-17 1,0-10-91,1-12-40,3 1 1,1 0-1,25-95 1,63-139-266,-61 193 310,57-111 0,-80 182 127,1 0 0,1 0 1,26-29-1,-33 41 5,1 1 0,1 1 0,-1-1-1,1 1 1,0 0 0,0 1 0,1-1 0,-1 1 0,1 1 0,0 0 0,0 0-1,13-3 1,-9 3 7,1 1-1,0 1 1,0 0-1,0 1 1,0 0-1,0 1 1,14 2-1,-20-1-16,-1-1 0,1 1 0,-1 0 0,0 1 0,0-1 0,0 1 0,0 0 0,0 1 0,-1-1 0,1 1-1,-1 1 1,0-1 0,0 1 0,0-1 0,6 10 0,-4-2-14,0 0 0,0-1 0,-2 2 0,1-1-1,-2 1 1,1 0 0,-2 0 0,3 14 0,-1 7 28,-2 1 1,-1 36-1,-2-61 5,0 0 0,-1 0 0,0 0 0,-1 0 0,0 0 0,0 0 0,-1-1 0,0 1 0,-1-1 0,0 1 0,0-1 0,-1 0 0,0-1 0,-1 1 0,0-1 0,0 0 0,-1-1 0,0 0 0,0 0 0,-1 0 0,-10 7 0,6-7-1,0-1 0,-1 0 0,0 0 0,-1-1 0,1-1 0,-1 0 0,1-1 0,-1 0 0,0-1 0,-1-1 0,1 0 0,-16-2 0,26 1-35,1 0-1,-1 0 1,1 0 0,-1 0-1,1 0 1,-1-1-1,1 0 1,0 0 0,-1 0-1,1 0 1,0 0-1,0-1 1,-1 1 0,1-1-1,-4-3 1,5 2-43,0 1 0,0-1 0,0 0 0,1-1 0,-1 1 0,0 0 0,1 0 0,0-1 0,0 1 0,0-1 0,0 1 0,1-1 0,0 1 0,-1-1 0,1-5 0,0-9-671,1 0-1,0 0 0,2 0 1,0 0-1,1 0 1,0 1-1,2 0 0,0-1 1,1 2-1,0-1 1,2 1-1,0 0 0,11-14 1,48-68-9391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22.6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385 9 10341,'0'0'14057,"-16"-2"-13558,5 0-410,5 1-39,0 0 0,0 0 1,0 0-1,-1 1 0,1 0 1,0 0-1,-1 1 0,1-1 1,0 1-1,0 1 0,0-1 1,0 1-1,0 0 0,0 1 1,0-1-1,1 1 1,-7 4-1,3 0 2,1-1-1,0 1 1,0 1 0,1 0-1,0 0 1,0 0 0,1 1-1,0-1 1,0 2 0,1-1-1,0 1 1,1 0 0,0 0-1,0 0 1,1 0 0,1 0-1,0 1 1,-1 11 0,1-4-52,1-1 1,1 0-1,0 0 1,1 1-1,1-1 1,1 0-1,1 0 1,0 0-1,1-1 0,13 31 1,19 13 11,-25-41-7,-1 0-1,0 0 0,8 23 0,-15-21-15,-4-20 11,0 0 0,0-1 0,0 1 0,0-1 0,0 1 0,0-1 0,-1 1 0,1 0-1,0-1 1,0 1 0,-1-1 0,1 1 0,0-1 0,-1 1 0,1-1 0,-1 0 0,1 1 0,0-1-1,-1 1 1,0-1 0,-2 1 11,0 0-1,-1 0 1,1 0 0,0 0-1,0-1 1,-1 0-1,1 0 1,-7 0-1,7 0 2,-33 1 80,9 0-11,-33-3-1,53 1-76,1 1 1,-1-2-1,0 1 1,0-1-1,1 0 0,-1 0 1,1-1-1,0 0 0,0 0 1,-6-4-1,10 6-54,0 0 0,1-1 0,-1 1 0,0-1 0,1 0 0,0 1 1,-1-1-1,1 0 0,0 0 0,0 0 0,0 0 0,0 0 0,0 0 0,1 0 0,-1 0 0,1 0 0,-1 0 0,1 0 0,0 0 0,0-1 0,0 1 0,0 0 0,0 0 0,0 0 1,0-1-1,1 1 0,-1 0 0,2-3 0,0 0-429,0 0 1,0 1-1,1-1 1,-1 1-1,1-1 1,0 1-1,0 0 1,1 0 0,-1 0-1,1 1 1,5-5-1,48-31-6444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23.6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79 620 4034,'0'0'18816,"10"21"-17930,34 69-398,-41-85-460,-1 0-1,1 0 1,0 0-1,1-1 1,-1 1-1,1-1 1,0 0-1,0 0 1,0 0-1,0-1 1,1 1-1,-1-1 1,1 0-1,8 4 1,-5-5-8,1 0 0,-1 0 0,0-1 0,1 0 0,-1 0 0,16-1 0,-17 0-10,-2 0-9,-1 0-1,1 0 0,0-1 1,0 1-1,0-1 0,-1 0 0,1-1 1,-1 1-1,1-1 0,-1 0 1,1 0-1,-1 0 0,0 0 0,0-1 1,0 0-1,0 0 0,0 0 1,-1 0-1,1 0 0,-1-1 1,0 0-1,0 0 0,0 0 0,-1 0 1,1 0-1,3-9 0,-2 2-1,-1 0-1,0-1 1,0 0-1,-1 1 0,0-1 1,-1 0-1,-1 0 1,0 0-1,-2-19 0,2 29 20,0 0-1,-1-1 1,1 1-1,0 0 1,-1 0-1,0 0 1,1 0-1,-1 0 1,0 0-1,0 0 1,0 0-1,0 0 1,-1 0-1,1 0 1,0 1-1,-1-1 1,1 0-1,-1 1 0,0-1 1,1 1-1,-1 0 1,0 0-1,0 0 1,0-1-1,0 2 1,0-1-1,-3-1 1,-4 0 102,0 0 1,0 1-1,0 0 0,0 1 1,-13 0-1,5 1 2,6-1-39,0 1-1,0 0 1,0 1 0,0 0-1,0 1 1,0 0 0,1 1-1,-1 0 1,1 1-1,0 0 1,-10 7 0,4-1 39,1 0 0,1 1 0,0 1 0,1 0 0,0 1 0,-10 15 0,18-23-79,1-1 0,0 1 0,1 0 0,0 0 0,-1 0 0,2 0 0,-1 0 0,1 1 0,0-1 0,0 1 0,1 0 0,0-1 0,0 1 0,1 0 0,0 0 0,0 9 0,0-14-40,1-1 0,-1 1 0,0 0-1,1-1 1,-1 1 0,1-1-1,-1 1 1,1-1 0,0 1-1,0-1 1,-1 1 0,1-1 0,0 1-1,0-1 1,1 0 0,-1 0-1,0 1 1,0-1 0,1 0-1,-1 0 1,0 0 0,3 1 0,1 0 1,1 0 1,0 0 0,0-1 0,0 1-1,6 0 1,23 1 37,63-1 0,-63-2-78,-11 0-38,1-2-1,-1-1 1,1-1-1,-1-1 1,0-1-1,-1-1 1,0-1-1,0-1 1,0-1-1,-1-1 1,28-19-1,-16 7-89,0-2 0,-2-2-1,42-42 1,77-103-375,-139 159 522,14-19-22,42-62 1,-61 83 213,-1 0 0,-1-1 1,0 1-1,0-1 0,-1 0 1,-1 0-1,0 0 0,-1-1 0,0 1 1,0-17-1,-2-3 1012,-10 34-1008,3 1-170,0 1 1,0 0-1,0 0 1,1 0-1,-1 1 0,1 0 1,0 0-1,1 1 0,-1-1 1,1 1-1,0 1 1,-5 7-1,-5 10 77,1 0-1,-14 34 1,14-22-14,1 0 1,2 0-1,2 1 0,1 0 1,-2 39-1,-1 192-13,11-265-60,0 0 0,0 1-1,0-1 1,0 0 0,1 1-1,-1-1 1,1 0-1,0 0 1,0 1 0,0-1-1,0 0 1,0 0-1,1 0 1,0 0 0,-1 0-1,5 4 1,-3-5-8,0 0 0,1 0 1,-1 0-1,1 0 0,-1 0 0,1-1 1,0 0-1,0 1 0,0-1 0,0-1 1,0 1-1,0-1 0,0 1 0,4-1 1,2 0-12,1 0 1,-1-1-1,0 0 0,1-1 1,-1 0-1,0 0 1,0-1-1,0-1 1,-1 1-1,1-2 1,-1 1-1,0-1 0,0-1 1,0 1-1,-1-2 1,0 1-1,12-12 1,5-9-16,-2-1 0,0-1 1,31-54-1,149-290-162,-113 199 178,-29 56 515,-57 114-154,-3 10-282,-5 18-91,-1-9 34,0 0 0,-2 0 0,-8 14 0,-3 9 17,-4 9 26,3 2-1,1 0 1,3 0 0,2 2-1,2 0 1,-6 71 0,13 5-33,4-124-13,0 0 0,0-1 0,0 1 0,0 0 0,0 0 0,1 0 0,0 0 0,-1-1 0,1 1 0,0 0 0,0 0 0,0-1 0,1 1 0,-1-1 0,1 1 0,-1-1 0,1 0 0,3 4 0,-2-4 0,0 0 0,1 0 0,-1-1 1,1 1-1,-1-1 0,1 0 0,0 0 1,0 0-1,0 0 0,-1-1 0,1 1 0,0-1 1,4 0-1,3 1 3,0-1 1,0 0-1,0-1 1,0 0-1,0-1 1,0 0-1,0-1 1,-1 0-1,1 0 1,-1-1-1,0-1 1,0 0-1,0 0 1,-1-1-1,11-8 1,74-61-26,-54 42 19,84-55-1,-109 79 6,0 1 0,0 1 0,0 1 0,1 0 0,0 1 0,0 1-1,0 0 1,0 1 0,1 1 0,20 0 0,-13 1 4,22 1 15,-43 0-19,0 0 1,0 0 0,0 1 0,0 0 0,0-1 0,0 1 0,0 0 0,0 1 0,0-1 0,5 3 0,-5-1-2,0 0 0,0 0 0,0 0 1,-1 1-1,1-1 0,-1 1 0,0-1 0,0 1 1,0 0-1,0 0 0,-1 0 0,0 0 0,0 0 1,0 0-1,1 6 0,0 9 1,-1-1-1,-1 24 1,0-20 6,0-13-6,0 0 1,-1 0 0,0 0 0,-1 0-1,1-1 1,-2 1 0,1 0 0,-1-1 0,-1 1-1,1-1 1,-9 14 0,7-16 11,0 0 0,-1 0 0,1 0 0,-1 0 0,0-1 0,-1 0 0,1 0 0,-1-1 0,0 1 0,0-2 0,0 1 0,-1-1 0,-11 4 0,-10 0 19,-1-2 1,0 0-1,0-3 0,0 0 0,-33-3 1,33 1-71,26 0 15,0 0-27,1 0 0,-1 0 0,1 0 0,0 0 0,-1-1 0,-4-1 0,7 1 2,0 1 0,0-1 0,0 1 0,0-1 0,0 0 0,0 0 0,0 1 0,0-1 0,0 0 0,0 0 0,1 0 1,-1 0-1,0 0 0,1 0 0,-1 0 0,1 0 0,-1-1 0,1 1 0,-1 0 0,1 0 0,-1-3 0,0-3-364,0 0 1,1 0-1,0-1 1,0 1-1,0 0 1,1-1-1,0 1 1,0 0-1,1 0 1,0 0-1,0 0 1,4-8 0,4-6-2584,1 1 1,23-33 0,38-47-12689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24.4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517 292 10677,'0'0'9319,"13"-30"-7975,42-93-247,-52 115-907,0 0 1,0 0-1,0 0 0,1-12 1,-4 18-142,0 1 0,0-1 0,0 1 0,0-1 1,-1 1-1,1-1 0,0 1 0,-1-1 0,1 1 0,-1-1 1,0 1-1,1-1 0,-2-1 0,1 1 2,-2-1 39,1-1 1,-1 1-1,0-1 0,0 1 0,0 0 0,-1 0 0,1 1 0,-1-1 0,0 1 0,0-1 1,1 1-1,-1 0 0,-1 1 0,-4-3 0,-4 0 136,-1 0-1,0 1 1,-20-2 0,-87 2 684,79 3-665,26 1-120,0 0-1,-1 0 1,1 2 0,0 0-1,0 1 1,1 0 0,-24 11-1,28-11-70,1 2-1,0-1 1,1 1-1,-1 1 0,1-1 1,0 2-1,1-1 0,0 1 1,0 1-1,0-1 1,-11 18-1,15-17-38,0-1 0,0 0 1,1 1-1,0-1 0,0 1 0,1 0 1,0 0-1,0 0 0,1 0 0,0 15 0,1-19-15,0 1 0,1-1 0,-1 0 0,1 1 0,0-1 0,1 0 0,-1 0 0,1 0-1,0 1 1,0-2 0,1 1 0,-1 0 0,1 0 0,0-1 0,1 0 0,-1 1 0,1-1 0,-1 0 0,6 3-1,2 1-17,1-2-1,0 1 1,0-1-1,1-1 0,-1-1 1,1 1-1,0-2 0,0 0 1,27 3-1,-5-4-159,0-1 0,58-6 0,-83 4 162,1-1 0,-1 0 0,0 0 0,1-1 0,-1-1 1,-1 0-1,1 0 0,0-1 0,-1 0 0,0-1 0,11-8 0,2-5 47,-1-1 1,31-40-1,-51 60-30,2-4-72,6-5 393,-8 9-315,-1 0 0,0 0 0,1 1 0,-1-1 0,0 0 0,0 0 1,1 0-1,-1 1 0,0-1 0,1 0 0,-1 0 0,0 1 0,0-1 0,0 0 1,1 0-1,-1 1 0,0-1 0,0 0 0,0 1 0,0-1 0,0 0 0,0 1 0,0-1 1,1 0-1,-1 1 0,0-1 0,0 0 0,0 1 0,0-1 0,0 0 0,0 1 0,-1-1 1,1 0-1,0 1 0,0-1 0,0 0 0,0 1 0,-1-1 0,2 200 239,-1-197-281,0 0-1,0-1 1,0 1 0,1 0 0,-1 0-1,1-1 1,0 1 0,0 0 0,0-1-1,0 1 1,0-1 0,0 0 0,1 1-1,-1-1 1,1 0 0,0 0 0,-1 1 0,5 2-1,-3-3-291,0-1 0,1 1 0,-1 0 1,1-1-1,-1 1 0,1-1 0,0 0 0,0-1 0,-1 1 0,1 0 0,0-1 0,8 0 0,27-1-5481,5-1-3719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24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73 16055,'0'0'6961,"-5"35"-5488,0 1-1167,-34 194 959,2-36-583,-15 65-340,51-251-337,1-7-4,0 1-1,0-1 1,0 1 0,-1-1-1,1 0 1,0 1 0,-1-1 0,1 0-1,-1 1 1,0-1 0,1 0-1,-1 1 1,0-1 0,0 0 0,1 0-1,-1 0 1,0 0 0,0 0-1,-2 2 1,1-2 4,2-5 1,0-13-2,-1-23-36,2 1 0,2-1-1,1 1 1,13-53-1,-1 34 4,4 1-1,50-106 0,-52 129 23,1 1 0,2 1 0,1 1 0,1 1 1,51-51-1,-66 74 14,0 0-1,0 0 1,1 1 0,-1 0 0,1 0 0,1 1 0,-1 0 0,1 1 0,0 0 0,0 0 0,0 1 0,0 1 0,1-1 0,-1 2 0,1-1 0,-1 2 0,1-1-1,0 1 1,13 2 0,-20-1-7,1 0 1,-1 0-1,1 1 0,-1-1 0,0 1 0,1 0 0,-1 0 0,0 0 0,0 1 0,0-1 1,-1 1-1,1 0 0,-1 0 0,1 0 0,-1 1 0,0-1 0,0 1 0,0 0 0,-1 0 1,1 0-1,-1 0 0,0 0 0,0 0 0,2 8 0,0 4-11,0-1 1,0 1-1,-1 0 0,-1 0 1,-1 30-1,0-41 6,-2 0 0,1 0-1,-1 1 1,1-1 0,-1 0 0,-1 0-1,1 0 1,-1-1 0,0 1 0,0 0 0,0 0-1,-1-1 1,1 0 0,-1 1 0,0-1-1,-1 0 1,-6 6 0,4-5 4,-1 0 1,0 0-1,0-1 0,0 0 1,-1 0-1,1-1 0,-1 0 1,0 0-1,0-1 0,-12 2 1,-10 0-2,0-1 1,-44-2-1,49-1-60,23 0 1,0 0 0,0 0 0,0 0 0,0-1 1,-1 1-1,1 0 0,0-1 0,0 0 0,0 1 0,0-1 0,0 0 1,0 0-1,-2-1 0,4 1 3,0 1 0,-1 0 0,1-1 0,-1 1 1,1-1-1,0 1 0,-1-1 0,1 1 0,0-1 0,0 1 0,0-1 1,-1 1-1,1-1 0,0 1 0,0-1 0,0 1 0,0-1 1,0 1-1,0-1 0,0 0 0,0 0 0,0 0-109,1-1 0,-1 0-1,1 1 1,0-1 0,-1 1 0,1 0-1,0-1 1,0 1 0,0-1 0,2-1-1,2-3-665,2 1-1,-1 0 0,0 1 1,1-1-1,8-3 0,64-33-7234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25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152 10 11557,'0'0'11400,"-8"30"-10709,-24 95-395,31-121-286,0-1 1,0 1-1,1-1 0,-1 1 0,1-1 0,0 1 0,0-1 1,0 1-1,0 0 0,0-1 0,2 7 0,-1-9-7,-1-1 1,1 1-1,0 0 0,-1-1 0,1 1 1,0 0-1,0-1 0,-1 1 0,1-1 1,0 0-1,0 1 0,0-1 0,-1 1 1,1-1-1,0 0 0,0 0 0,0 0 1,0 1-1,0-1 0,0 0 0,0 0 1,1 0-1,5 0 14,0 1 9,1 0 0,0 0 0,0-1 1,0-1-1,0 1 0,-1-1 0,1 0 0,0-1 1,0 0-1,-1 0 0,0-1 0,1 0 0,-1 0 1,0-1-1,0 1 0,-1-2 0,1 1 0,-1-1 1,0 0-1,0 0 0,0-1 0,-1 1 0,0-1 1,0 0-1,0-1 0,-1 1 0,6-14 0,-5 11 76,-1 0 0,-1 0-1,1 0 1,-2-1 0,1 0-1,-1 1 1,-1-1 0,1-14-1,-2 23-86,0 0-1,0 0 0,0 0 0,0 0 0,0 0 1,0 1-1,-1-1 0,1 0 0,0 0 0,0 0 1,-1 1-1,1-1 0,-1 0 0,1 0 0,-1 1 0,1-1 1,-1 0-1,1 1 0,-1-1 0,1 1 0,-1-1 1,0 1-1,1-1 0,-1 1 0,0-1 0,0 1 0,1-1 1,-1 1-1,0 0 0,0 0 0,1-1 0,-2 1 1,-31-1 90,19 2-78,-6-1 10,0 1 0,0 0 0,1 2 0,-1 0 1,-29 9-1,40-8-13,-1-1-1,1 2 1,0-1 0,0 1-1,0 0 1,1 1 0,0 0-1,0 0 1,1 1 0,-1 0-1,2 1 1,-13 15 0,16-17-16,-1 0 1,1 0 0,1 0 0,-1 1-1,1-1 1,0 1 0,1-1 0,-1 1-1,0 12 1,2-15-8,0 0 1,-1-1-1,1 1 1,1 0-1,-1-1 0,1 1 1,-1 0-1,1-1 0,0 1 1,0-1-1,1 1 0,-1-1 1,1 0-1,-1 1 1,1-1-1,0 0 0,1 0 1,-1 0-1,5 5 0,-1-5-11,0 1-1,0-1 1,1 1-1,-1-2 1,1 1-1,-1-1 0,1 0 1,0 0-1,13 1 1,8-1-112,31-1 1,-47-1 83,5 1-21,1-1 0,-1-1 0,1-1 1,-1 0-1,0-1 0,1-1 1,-2-1-1,1 0 0,0-1 1,-1-1-1,16-9 0,37-30-291,104-91 0,-132 103 410,-41 33-48,0 1 1,1 0-1,-1 0 1,0 0-1,0 0 1,0 0-1,0 0 1,0 0-1,0 0 1,1 0-1,-1 0 1,0 0-1,0 0 1,0 0-1,0 0 1,1 0-1,-1 0 1,0 0-1,0 0 1,0 0-1,0 0 1,0 0-1,1 0 1,-1 0-1,0 0 1,0 0-1,0 0 1,0 0-1,0 0 1,0 0-1,1 1 1,-1-1-1,0 0 1,0 0-1,0 0 1,0 0-1,0 0 1,0 0-1,0 0 1,0 1-1,1-1 1,-1 0-1,0 0 1,0 0-1,0 0 1,0 0-1,0 1 1,0-1-1,0 0 1,0 0-1,0 0 1,0 0-1,0 0 1,0 1-1,2 16 160,-3 17-79,-5-1 18,-1 1 0,-1-1 0,-22 51 0,-11 46-29,41-131 5,1-11 26,0-1 0,1 1 0,3-13 0,2 10-97,-1 0-1,2 0 1,0 1 0,14-19 0,45-50 14,-53 68-4,0 0-1,2 0 1,26-19-1,-34 29 5,0 0 1,0 0-1,1 1 0,-1 0 1,1 0-1,0 1 0,0 0 0,0 1 1,0 0-1,12-1 0,-19 3-25,11-1 110,1 0 1,23 3-1,-33-1-96,0-1 0,0 1 1,0 0-1,0 1 0,0-1 1,0 1-1,0-1 1,0 1-1,-1 0 0,1 1 1,-1-1-1,1 1 0,3 3 1,0 2-11,-1 0 0,1 0 0,-2 1-1,1 0 1,-1 0 0,0 0 0,-1 1 0,0-1 0,-1 1 0,0 0 0,4 20 0,-3 6-129,-1-1 0,-1 41-1,-7-53-581,4-21 314,0 0 0,1-1 0,-1 1 0,1 0 0,0-1 0,-1 1 1,1 0-1,0-1 0,0 1 0,0 0 0,0 2 0,9-3-6893,27-1-6474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26.2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515 158 12758,'0'0'11080,"-16"-26"-10491,-4-6-365,-32-39 0,49 68-197,1 1 0,0-1 0,-1 1 0,0 0 0,1 0 0,-1 0 0,0 0 0,0 0 0,0 1 0,0-1 0,-1 1 0,1 0 0,0 0 0,0 0 0,-1 1 0,1-1 0,-1 1 0,1-1 0,0 1 0,-1 0 0,1 0 0,-1 1 0,1-1 0,-1 1 0,-3 1 0,-1-1 53,4 0-46,0 0-1,0 1 1,0-1 0,0 1-1,0 0 1,1-1 0,-1 2-1,1-1 1,-1 0 0,1 1-1,0 0 1,0-1 0,0 1-1,0 1 1,0-1 0,-3 6-1,-3 6 95,0 0-1,-10 28 1,15-35-82,-71 201 418,23-55-277,48-143-191,-64 185-1032,59-164 640,2 0 0,1 1-1,1 0 1,0 42 0,7-75-2889,8-3 1083,11-18-2809,1-12-2728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26.8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1 213 7908,'0'0'9879,"27"-10"-8356,93-31-504,-105 37-926,0 0 0,0 2 0,0 0-1,0 1 1,26 0 0,-2 1-65,24-2 2,90-5-928,-128 4 549,-1-1 1,0 0 0,-1-2 0,27-10-1,-44 14 323,0-1 0,-1 0 0,1 0 0,-1 0 0,1-1 1,-1 1-1,7-8 0,-10 9 132,0 1 1,-1-1 0,1 0 0,-1 0 0,0 0 0,1 0 0,-1 0 0,0-1 0,0 1 0,0 0 0,-1 0 0,1-1 0,0 1 0,-1-1 0,1 1 0,-1 0-1,0-1 1,0 1 0,0-1 0,0 1 0,-1-1 0,0-2 0,1 4-53,-1 0 1,1 0-1,-1 0 0,0 0 1,1 0-1,-1 0 0,0 0 1,0 0-1,0 0 0,0 0 0,0 0 1,0 1-1,0-1 0,0 0 1,0 1-1,0-1 0,0 1 1,0-1-1,-1 1 0,1-1 1,0 1-1,0 0 0,-1 0 0,0 0 1,-36-2 384,32 2-296,-1 0-76,1 0 1,-1 1 0,0 0-1,1 0 1,0 0-1,-1 1 1,1 0 0,0 1-1,0-1 1,0 1 0,0 0-1,0 1 1,1-1 0,-1 1-1,1 0 1,0 0-1,-8 9 1,8-7-53,0 1 0,0 0 0,1 0 0,0 1 0,0-1 0,0 1 0,1 0 0,0 0 0,1 0 0,0 0 0,0 0 0,1 0 0,-1 16 0,2-20-18,-1 6-34,1 0 0,0-1 0,3 20 0,-2-26 15,0 0-1,0-1 1,0 1-1,0 0 1,0 0-1,1-1 1,-1 1-1,1-1 1,-1 1-1,1-1 1,0 0-1,0 0 1,0 1-1,1-1 0,-1-1 1,4 4-1,2-1-59,0-1 1,0 1-1,0-1 0,0-1 0,1 1 0,-1-1 0,1-1 0,-1 0 0,1 0 1,0-1-1,-1 0 0,12-1 0,-15 1 85,-1-1 1,0 0-1,1 0 0,-1 0 1,0 0-1,0-1 1,0 1-1,0-1 0,0 0 1,0-1-1,0 1 0,-1 0 1,1-1-1,-1 0 1,0 0-1,6-6 0,2-6 185,0 0-1,17-31 0,-19 29 185,18-24 0,-21 35-284,-1 0 0,2 0 0,-1 0 0,0 1 0,1 0 0,0 0 0,1 1 0,-1 0 0,1 0 0,-1 0 0,1 1 0,0 0 0,11-2 0,-5 2-28,0 1 0,0 1 1,1 0-1,-1 1 0,0 0 0,0 1 0,17 3 0,-24-3-64,1 1 1,-1 1-1,0-1 0,0 1 1,0 0-1,0 1 1,-1-1-1,1 1 0,-1 1 1,0-1-1,0 1 0,0 0 1,-1 1-1,0-1 1,0 1-1,0 0 0,-1 0 1,0 1-1,0-1 1,0 1-1,-1 0 0,0 0 1,0 0-1,-1 0 0,0 1 1,0-1-1,1 15 1,-1-2-6,-2 0 0,0 0 0,-1 0 0,-5 31 0,4-43 12,1 0-1,-1 0 1,-1 0-1,0 0 0,0-1 1,0 1-1,-1-1 1,0 0-1,0 0 0,-1 0 1,0-1-1,0 1 1,-11 8-1,15-14-1,0 1 0,0-1-1,-1 0 1,1-1 0,0 1 0,-1 0 0,1 0-1,-1 0 1,1-1 0,-1 1 0,1-1 0,-1 1-1,0-1 1,1 0 0,-1 0 0,-3 0 0,4 0 4,0 0 1,0-1 0,0 1-1,0 0 1,-1-1 0,1 1-1,0-1 1,0 0 0,0 1 0,0-1-1,1 0 1,-1 0 0,0 0-1,0 1 1,0-1 0,0 0-1,0-2 1,-2-2 26,1 0 0,-1-1 1,1 1-1,1-1 0,-1 1 0,1-1 0,-1-10 0,0 5 65,1-1 0,1 0-1,0 0 1,0 0 0,1 0-1,0 1 1,2-1-1,-1 0 1,1 1 0,1-1-1,0 1 1,0 0 0,1 0-1,1 1 1,-1 0-1,2-1 1,0 2 0,0-1-1,0 1 1,1 0 0,1 1-1,14-12 1,-3 5-134,0 1 0,1 1 0,1 1 1,0 0-1,1 2 0,0 1 0,0 1 1,1 1-1,-1 0 0,2 2 0,-1 1 0,1 1 1,25 1-1,-5 2-782,26-1-2055,-27-7-2933,-9-8-6108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27.8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1 15015,'0'0'5072,"28"19"-4582,87 71-199,-110-85-266,0 0-1,0 1 1,0 0-1,0 0 1,-1 0-1,0 0 0,0 1 1,-1 0-1,0-1 1,0 1-1,2 8 1,-3-3 1,0 0 0,-1 0 0,0 0 0,-1 17 0,0-12-34,0-14 9,0 0 0,0 0-1,-1 0 1,1 0 0,0-1-1,-1 1 1,0 0-1,0 0 1,0 0 0,0 0-1,0-1 1,0 1 0,-1 0-1,1-1 1,-1 0-1,0 1 1,0-1 0,0 0-1,0 0 1,0 0 0,0 0-1,0 0 1,-1 0-1,1 0 1,-1-1 0,0 0-1,1 1 1,-1-1 0,0 0-1,0 0 1,1 0-1,-1-1 1,-5 1 0,2 1 12,1-1 1,-1 0 0,0-1-1,1 1 1,-1-1 0,0 0-1,1-1 1,-1 1 0,1-1-1,-1 0 1,1-1 0,-1 1-1,-5-3 1,8 2 8,0 0-1,0 0 1,0 0 0,1 0-1,-1 0 1,0-1-1,1 1 1,0-1 0,-1 1-1,1-1 1,0 0-1,0 0 1,1 0 0,-1 0-1,1-1 1,-1 1-1,1 0 1,0-1 0,0 1-1,1-1 1,-1 1-1,0-5 1,0-1 87,0-1 0,1 1-1,0-1 1,2-17 0,-1 22-55,0 1 0,1-1 0,-1 1 0,1 0 0,0 0 0,0 0 0,0 0 0,0 0 0,1 0 0,-1 1 0,1-1 0,6-5 0,0 1 28,1-1 0,0 2 0,1-1 0,0 2 0,0-1 0,1 2 0,-1-1 0,1 1 0,20-5 0,-8 5-44,0 1-1,0 0 1,1 2 0,26 0-1,-48 3-38,0-1-1,0 1 0,0 0 0,-1-1 0,1 1 0,0 1 0,0-1 0,-1 0 0,1 1 0,-1-1 0,1 1 0,-1 0 0,0-1 0,0 1 0,0 0 1,0 1-1,0-1 0,0 0 0,0 0 0,-1 1 0,1-1 0,-1 1 0,1 0 0,0 2 0,4 9-9,-1 0 0,0 0-1,3 22 1,-3-5-14,-2 0 1,-1 1-1,-5 56 0,2-72 26,-2 1-1,0-1 1,-1 0-1,-1 0 1,0-1-1,-1 1 0,-1-1 1,0 0-1,-1-1 1,-1 0-1,0 0 1,-1-1-1,0 0 1,-1-1-1,-1 0 0,0-1 1,-26 20-1,28-25-1,0-1-1,0-1 0,-1 1 0,0-2 1,1 1-1,-1-2 0,-17 4 0,-4-3 9,-42-1 0,57-2 3,0-1-1,0 0 1,1-1 0,-1-1-1,-30-10 1,41 11-4,1 1 0,0-2-1,0 1 1,0-1 0,0 1 0,1-1 0,-1-1 0,1 1-1,0-1 1,-1 1 0,2-1 0,-1 0 0,0-1 0,1 1 0,0-1-1,0 1 1,0-1 0,0 0 0,1 0 0,0 0 0,0 0 0,-1-7-1,1 5 9,1 1-1,0-1 1,1 0-1,0 1 1,0-1-1,0 0 1,0 1-1,1-1 1,1 0-1,1-8 1,-1 11-11,0 0 1,-1 0 0,1 1 0,0-1-1,1 0 1,-1 1 0,1 0 0,0-1 0,-1 1-1,1 0 1,1 1 0,-1-1 0,0 0-1,1 1 1,-1 0 0,1 0 0,4-2 0,4-1-2,0 1 0,0 0 1,0 1-1,0 1 1,24-2-1,63 3 42,-91 2-37,0 0 0,1 0-1,-1 1 1,0 0 0,0 1 0,0 0-1,0 0 1,0 1 0,11 6 0,7 8-3,31 26 1,9 6-44,-49-39-139,1 0 1,1-2-1,0 0 1,0-1-1,1 0 1,0-2 0,0-1-1,1 0 1,0-1-1,-1-2 1,1 0 0,0-1-1,23-2 1,-37 0 182,0 0 1,0 0 0,1-1-1,-1 0 1,0-1-1,-1 0 1,1 0-1,0 0 1,-1-1 0,0 0-1,0 0 1,0 0-1,7-8 1,7-7 169,-1-2 0,19-25 0,-28 33-71,2-3 134,-1 1 1,13-26 0,-20 34-72,-1 1 0,0-1 0,-1 0 0,1-1 0,-1 1 0,-1 0 0,1-1 0,0-12 0,-3 19-146,1 0-1,0 0 0,0 1 1,0-1-1,0 0 0,-1 0 1,1 1-1,0-1 0,0 0 1,-1 0-1,1 1 0,-1-1 1,1 0-1,-1 1 0,1-1 1,-1 1-1,1-1 0,-1 0 1,0 1-1,1-1 0,-1 1 0,0 0 1,1-1-1,-1 1 0,0-1 1,0 1-1,1 0 0,-1 0 1,0-1-1,0 1 0,1 0 1,-2 0-1,-30-1-5,23 2 38,-15-2-18,12 1 2,-1 0 0,-20 2 0,29-1-28,0 0 0,-1 0 0,1 0 0,0 1 0,0 0 0,0-1 0,0 1 0,0 1 0,0-1 0,1 1 0,-6 3 0,4 0-13,-1 0 0,1 0 1,1 0-1,-1 1 0,1-1 0,0 1 1,0 0-1,1 1 0,0-1 1,0 0-1,1 1 0,0 0 0,0-1 1,1 1-1,0 0 0,0 0 0,1 0 1,0 0-1,1 13 0,0-19-13,-1 1 0,0 0 0,1-1 0,0 1 0,0-1 0,-1 1-1,2-1 1,-1 1 0,0-1 0,0 0 0,1 1 0,-1-1 0,1 0 0,0 0 0,-1 0 0,1 0-1,2 1 1,1 0-37,-1 0-1,0 0 0,1-1 1,0 0-1,-1 1 1,1-2-1,0 1 0,7 1 1,4 0-54,1-1 1,-1-1-1,1 0 1,25-3 0,-39 2 123,1-1 0,-1 0 1,0 1-1,0-1 0,0 0 1,1-1-1,-1 1 0,0 0 1,-1-1-1,1 0 0,0 0 1,0 0-1,-1 0 0,1 0 1,-1 0-1,1 0 0,-1-1 1,0 0-1,0 1 0,0-1 1,0 0-1,-1 0 0,1 0 1,-1 0-1,0 0 0,0 0 1,0 0-1,1-7 0,1-8 145,0 0 0,-1 0-1,-1-1 1,-2-20 0,1 17-96,0 20-61,0 0-1,0 0 1,0 0 0,0 0 0,0 0 0,-1 0 0,1 0 0,-1 0 0,1 1 0,-1-1 0,1 0 0,-1 0 0,0 0 0,0 1 0,0-1 0,0 1 0,0-1 0,-1 0 0,1 1 0,0 0 0,-1-1 0,1 1 0,-1 0-1,-2-2 1,-2 1-139,1 0-1,-1 0 0,0 0 1,-1 1-1,1 0 0,-10 0 0,-45 0-5455,26 1 89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29.5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61 15799,'0'0'7636,"-21"-39"-7700,14 39-5347,1-21-2400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30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86 189 15559,'0'0'7038,"0"30"-6211,0 2-631,-1 28 176,-10 72-1,7-95-245,-2 16 123,-20 77 0,26-129-248,0-1-1,0 0 0,0 1 0,0-1 0,-1 0 0,1 0 1,0 0-1,0 1 0,0-1 0,0 0 0,-1 0 1,1 1-1,0-1 0,0 0 0,0 0 0,-1 0 0,1 0 1,0 1-1,0-1 0,-1 0 0,1 0 0,0 0 0,-1 0 1,1 0-1,0 0 0,0 0 0,-1 0 0,1 0 0,0 0 1,0 0-1,-1 0 0,1 0 0,0 0 0,-1 0 0,1 0 1,0 0-1,0 0 0,-1 0 0,1 0 0,0-1 0,0 1 1,-1 0-1,1 0 0,0 0 0,0 0 0,-1 0 1,1-1-1,0 1 0,0 0 0,0 0 0,-1-1 0,1 1 1,0 0-1,-11-15 17,6-5-58,2 1-1,0-1 1,1 0-1,1 0 1,1-28-1,1 16 3,-1 15 25,1 1 0,1-1 0,1 0 0,0 0 1,1 1-1,8-20 0,1 5-21,1 2-1,23-38 1,-21 41-13,0 2 0,2-1 0,28-28 0,-39 46 33,1-1 0,0 1 1,0 0-1,0 1 1,1 0-1,0 0 1,0 1-1,1 0 1,-1 1-1,1 0 1,0 0-1,20-3 1,-16 5-2,0 0 0,29 2 0,-38 0 17,0 1 0,1 0 0,-1 0 0,0 0-1,0 1 1,0 0 0,0-1 0,0 2 0,0-1 0,0 1 0,5 3-1,-3 0-3,-1 0 1,0 0-1,0 0 0,0 0 0,-1 1 0,0 0 0,0 1 0,0-1 0,-1 1 0,-1-1 1,1 1-1,4 16 0,-3-3-30,-2-1 0,0 1 0,-1-1 0,0 30 0,-2-43 29,-1 0 1,1 0 0,-1-1 0,0 1-1,-1-1 1,0 1 0,0-1-1,0 1 1,0-1 0,-1 0 0,0 0-1,-1 0 1,1-1 0,-1 1 0,0-1-1,-1 0 1,1 0 0,-1 0-1,0-1 1,0 1 0,-7 4 0,-2 1 9,-1 0 1,0 0 0,0-1 0,0-1-1,-2-1 1,1 0 0,0-1 0,-1-1-1,0 0 1,-1-1 0,1-1 0,-1-1-1,1 0 1,-23-2 0,34 1-9,6 0-1,-1-1 1,0 0-1,0 0 0,0 0 0,0 0 0,0 0 0,0 0 0,0 0 0,0 0 1,0 0-1,1 0 0,-1 0 0,0 0 0,0-1 0,0 1 0,0 0 0,-1-1 1,2 1 1,1 0 1,-1 0-1,0 0 1,0 0 0,0 0-1,0 0 1,1 0 0,-1 0-1,0 0 1,0 0 0,0 0-1,0 0 1,0 0-1,0 0 1,1 0 0,-1 0-1,0 0 1,0 0 0,0-1-1,0 1 1,0 0 0,0 0-1,1 0 1,-1 0-1,0 0 1,0 0 0,0 0-1,0 0 1,0-1 0,0 1-1,0 0 1,0 0-1,0 0 1,0 0 0,0 0-1,1 0 1,-1-1 0,0 1-1,0 0 1,0 0 0,0 0-1,0 0 1,0 0-1,0-1 1,0 1 0,0 0-1,0 0 1,0 0 0,-1 0-1,1 0 1,0-1 0,0 1-1,0 0 1,0 0-1,0 0 1,0 0 0,0 0-1,0 0 1,0-1 0,0 1-1,0 0 1,-1 0-1,1 0 1,0 0 0,0 0-1,0 0 1,12-3-26,-5 3 37,0-1 1,0 1-1,-1 1 1,1-1-1,0 1 1,-1 0-1,1 1 1,-1-1-1,1 1 0,-1 1 1,0-1-1,0 1 1,0 0-1,0 0 1,0 1-1,6 5 1,-6-4-20,26 22 69,50 31 0,-69-50-186,2 0 0,-1-1 0,1-1 0,0 0 0,0-1 0,1-1 0,17 3 0,4-3-1620,1-1 0,75-5 1,-101 1 1509,0-1 0,0-1 0,-1 0 0,1-1 0,-1 0 0,0 0 0,0-1 1,0-1-1,0 0 0,-1-1 0,0 1 0,10-11 0,4-4 428,0-2 0,-2-1 0,24-33 0,-44 55 75,0 0 0,-1 0 0,0-1 0,1 1 0,-1 0 0,0-1-1,0 1 1,0 0 0,0-1 0,-1 1 0,1-1 0,-1 1 0,1-1-1,-1-4 1,-19 6 1472,-2 1-1526,0 1 0,0 0 0,0 2 0,-31 8 0,43-8-135,0 0 0,1 0 0,-1 1 0,1 0 0,0 0-1,0 1 1,0 0 0,1 0 0,0 1 0,0 0 0,0 1-1,1-1 1,-8 11 0,12-15-79,0 1-1,1-1 1,-1 1-1,1 0 1,-1-1-1,1 1 1,0 0 0,0 0-1,0 0 1,1 0-1,-1 0 1,1 0-1,-1 1 1,1-1-1,0 0 1,0 0 0,1 0-1,0 5 1,0-5-20,0-1-1,0 0 1,0 1 0,0-1 0,0 0 0,1 1-1,-1-1 1,1 0 0,0 0 0,-1 0 0,1 0 0,0-1-1,0 1 1,0 0 0,0-1 0,1 0 0,-1 1-1,0-1 1,1 0 0,3 2 0,10 0-152,-1 1 0,1-2 0,0 0 0,0-1 0,31-2 0,-15 1-2,-23-1 164,0 0-1,1-1 1,-1 0 0,0 0 0,0-1-1,0 0 1,0-1 0,0 0 0,-1 0-1,0-1 1,0 0 0,0 0 0,0-1-1,-1 0 1,0 0 0,0-1-1,-1 0 1,0 0 0,10-15 0,-10 13 452,-7 10 347,-10 16-337,6-6-476,1-1-1,0 1 1,1 0 0,0 0 0,1 0-1,1 0 1,-1 1 0,1 13-1,2-25-82,-1 1 0,0 0 0,0-1 0,1 1-1,-1 0 1,1-1 0,-1 1 0,1-1 0,-1 1 0,1 0 0,-1-1-1,1 1 1,-1-1 0,1 0 0,-1 1 0,1-1 0,0 1-1,-1-1 1,1 0 0,0 0 0,-1 1 0,1-1 0,0 0-1,-1 0 1,1 0 0,0 0 0,0 0 0,-1 0 0,1 0 0,1 0-1,-1 1-332,1-1 0,0 0 1,0 0-1,0 0 0,0-1 0,0 1 0,0 0 0,0-1 0,0 1 0,0-1 0,3-1 0,-1-2-527,0 1 1,0-1-1,-1 0 1,0 0-1,0 0 0,3-5 1,5-6-837,16-21-722,23-29 2376,-42 56 1317,0 1-1,1 0 1,0 0-1,18-12 1,-26 19-790,1 0 1,0 0-1,0 0 1,-1 0-1,1 0 1,0 0-1,0 1 1,0-1-1,0 1 0,0-1 1,0 1-1,0 0 1,0 0-1,0 0 1,3 0-1,-4 0-226,0 1 0,0-1 0,0 1 0,1-1-1,-1 1 1,0-1 0,0 1 0,0 0 0,0 0 0,-1-1 0,1 1-1,0 0 1,0 0 0,0 0 0,-1 0 0,1 0 0,0 0 0,-1 0-1,1 2 1,2 5 137,-1 1 0,0 0 0,0 0 0,-1 0 0,1 15 0,0 5 664,-2-27-914,12 55 565,-11-52-586,1 0-1,0 0 1,0-1 0,0 1 0,0-1 0,1 1 0,-1-1 0,1 0-1,4 5 1,-6-8-14,0 0-1,-1-1 0,1 1 1,0 0-1,0 0 0,0-1 1,0 1-1,0-1 0,0 1 1,-1-1-1,1 1 0,1-1 0,-1 0 1,0 1-1,0-1 0,0 0 1,0 0-1,0 1 0,0-1 1,0 0-1,0 0 0,0-1 1,0 1-1,0 0 0,0 0 1,0 0-1,0-1 0,1 1 1,-1 0-1,0-1 0,-1 1 1,1-1-1,0 1 0,0-1 1,0 0-1,0 1 0,0-1 1,0 0-1,0-1 0,3-2 25,-1 0 0,1-1 0,-1 1 0,-1-1 0,1 0 0,3-7-1,27-92 439,-26 77-251,1 1-1,1 0 1,2 1 0,14-28 0,-22 49-298,0 1 0,-1-1 0,2 0 0,-1 1 0,0 0-1,1 0 1,-1 0 0,1 0 0,0 0 0,0 1 0,0-1 0,1 1 0,-1 0 0,0 1 0,1-1 0,-1 1 0,9-2 0,34 0-4300,1 7-4196,-19 4 2170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31.0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0 6227,'0'0'13926,"3"82"-13253,-3-52-177,0-3-384,0-5-80,0-1-32,0-15-624,-3-6-1313,-9 0-1697,-3-15-1985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31.2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61 10229,'0'0'6515,"179"-58"-6515,-155 58-2033,-18-3-5619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32.8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61 10373,'0'0'10698,"12"-10"-9172,36-31-69,-36 31-230,-12 15-192,1 89 630,-23 173 0,10-196-1572,-48 237 150,59-303-243,-6 17 2,7-22-3,0 1 1,0 0-1,0-1 1,-1 1 0,1 0-1,0-1 1,-1 1-1,1-1 1,0 1-1,-1 0 1,1-1 0,-1 1-1,1-1 1,-1 1-1,1-1 1,-1 1 0,0-1-1,1 0 1,-1 1-1,1-1 1,-1 0 0,0 1-1,0-1 1,1 0-2,-1 0 0,1 0 0,0 0 1,-1 0-1,1-1 0,0 1 1,0 0-1,-1 0 0,1 0 0,0 0 1,0-1-1,-1 1 0,1 0 0,0 0 1,0-1-1,0 1 0,0 0 0,-1 0 1,1-1-1,0 1 0,0 0 0,0-1 1,0 1-1,0 0 0,0 0 0,0-1 1,-1 1-1,1 0 0,0-1 0,0 1 1,1-1-1,-2-16-14,1 9 5,1-32-45,7-65 0,-5 88 37,0 0-1,2 1 1,0-1-1,0 1 1,2 0-1,14-27 1,-10 26-3,1-1-1,0 2 1,1 0 0,1 0 0,0 1 0,1 1-1,29-22 1,-31 27 8,1 1 1,0 0-1,0 1 0,1 1 1,0 0-1,0 0 0,1 2 1,0 0-1,-1 1 0,26-2 1,-20 3 1,-1 1 0,0 1 0,33 5 0,-46-4 8,-1 0 1,0 1-1,1 0 0,-1 0 1,0 1-1,0 0 0,0 0 1,0 0-1,-1 1 0,1-1 0,-1 1 1,0 1-1,0-1 0,-1 1 1,5 5-1,-2-1-6,-1 1 0,0-1 0,-1 1-1,0 0 1,-1 1 0,0-1 0,0 1 0,-1 0 0,3 17 0,-4-12-3,0 0 1,-1 0 0,-1 0 0,-1 1 0,0-1-1,-3 17 1,1-22 14,-1-1 0,1 1 1,-2-1-1,1 0 0,-2-1 0,1 1 0,-1-1 0,0 0 0,-1 0 0,0-1 0,-1 0 0,1 0 0,-2-1 0,1 0 1,-16 10-1,10-8 1,0 0 1,0-2 0,0 0 0,-1 0-1,0-1 1,-1-1 0,1-1 0,-1 0-1,0-1 1,-17 1 0,-68-3-151,98-1 81,0 0 0,0 0 0,0 0 0,0 0 0,0 0 0,0-1 0,0 0 0,0 1-1,0-1 1,1 0 0,-1 0 0,0-1 0,-4-2 0,5 2-77,0 0 0,1 0 0,-1 0 0,1 0 0,-1-1 0,1 1 0,0 0 0,0-1 0,0 1-1,1-1 1,-1 1 0,0-1 0,1 0 0,0 1 0,-1-1 0,1 1 0,1-4 0,-2-1-365,1 0 0,1 0 0,-1 0-1,1 1 1,1-1 0,-1 1 0,1-1 0,0 1 0,1-1 0,-1 1-1,1 0 1,0 0 0,1 0 0,5-7 0,7-6-3042,23-22 1,-39 41 3514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33.8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 92 3922,'0'0'12696,"-5"16"-10655,2-4-1640,-1 1 35,-1 1-1,0-1 1,-1 0 0,0 0-1,-12 16 1,15-25-298,1 0 0,0-1 0,0 1 0,0 0-1,0 0 1,1 0 0,-1 0 0,1 1 0,0-1 0,0 0 0,1 0 0,-1 6 0,1-9-137,0 0 0,0 0 0,1 0 0,-1-1 0,0 1 0,1 0 0,-1 0 0,1-1 0,-1 1 0,1 0 0,-1-1-1,1 1 1,-1 0 0,1-1 0,0 1 0,-1-1 0,1 1 0,0-1 0,-1 1 0,1-1 0,0 1 0,0-1 0,0 0 0,-1 0 0,1 1 0,0-1 0,0 0 0,0 0 0,0 0 0,-1 0 0,1 0 0,1 0 0,36 0-15,-27 0 14,3-1-60,1 0-1,-1-1 0,0-1 0,0 0 0,0-1 1,-1-1-1,1 0 0,-1 0 0,0-2 0,-1 1 1,1-2-1,-1 0 0,-1 0 0,12-10 0,9-12-25,-1-1 0,-1-2 0,32-44 0,-40 43 1953,-34 51-1644,-7 10 336,-23 43 0,37-60-493,1 0 0,0 0 0,0 0 0,1 1 0,0-1 0,1 1 0,0 0 0,0 19 0,2-28-68,0 0 1,0 1 0,0-1-1,1 0 1,-1 0-1,0 0 1,1 0 0,0 0-1,0 0 1,-1 1 0,1-2-1,0 1 1,0 0 0,1 0-1,-1 0 1,0 0 0,1-1-1,-1 1 1,1-1 0,-1 1-1,1-1 1,0 1 0,0-1-1,0 0 1,0 0-1,-1 0 1,2 0 0,-1 0-1,3 1 1,6 0-52,-1 0-1,1 0 1,-1-1 0,22-1 0,-29 0 26,9 0-46,1 0 0,-1 0-1,0-1 1,-1-1 0,1 0 0,0-1-1,0 0 1,-1 0 0,0-2-1,0 1 1,0-1 0,15-10 0,-4 1 28,0-1 1,-1-1 0,0-1 0,-2 0 0,0-2-1,19-24 1,-37 42 86,5-7 813,-6 12 154,-2 13-780,2-13-217,0-1 1,0 1-1,1-1 1,-1 0 0,1 1-1,0-1 1,0 0 0,0 0-1,0 0 1,0 0 0,1 0-1,-1 0 1,1 0 0,0 0-1,0 0 1,0-1 0,0 1-1,4 2 1,-1-1-7,-1-1 0,2 1 0,-1-1-1,0-1 1,1 1 0,-1-1 0,1 0 0,0 0 0,8 2 0,9-1-87,1 0-1,-1-2 1,1 0 0,26-4 0,-41 2 48,-1 0 1,1-1-1,-1 0 0,1 0 1,-1-1-1,0-1 1,0 1-1,0-1 0,-1 0 1,1-1-1,-1 0 1,0 0-1,8-8 0,-5 4 17,0-1 0,-1-1 0,-1 1 0,1-2 0,-2 1 0,1-1 0,8-20 1,-15 29 81,1 1 0,-1-1 1,0 0-1,-1 0 1,1 1-1,0-1 1,-1 0-1,0 0 0,1-3 1,-1 6 152,0 15-89,-2 1-70,0 1-1,-1-1 1,0 1-1,-1-1 1,-8 18-1,-5 18 73,-18 78 50,-115 345-164,142-455-49,0-1 0,-2-1 0,0 1 0,-1-1 0,0-1 0,-28 31 1,38-46 7,-1-1 0,1 0 0,-1 1 1,1-1-1,-1 1 0,1-1 0,-1 0 1,0 0-1,0 0 0,0 0 0,1 0 1,-1-1-1,0 1 0,0 0 0,0-1 1,0 0-1,0 1 0,-3-1 0,4 0 22,1 0-1,0 0 0,0 0 0,-1 0 0,1 0 0,0 0 1,0 0-1,-1 0 0,1 0 0,0 0 0,0 0 1,-1 0-1,1 0 0,0 0 0,0 0 0,-1 0 0,1-1 1,0 1-1,0 0 0,0 0 0,-1 0 0,1 0 1,0 0-1,0-1 0,0 1 0,0 0 0,-1 0 0,1 0 1,0-1-1,0 1 0,0 0 0,0 0 0,0-1 1,0 1-1,0 0 0,0 0 0,-1-1 0,1 1 0,0 0 1,0 0-1,0-1 0,0 1 0,0 0 0,-1-15-6,1 1 0,-1 0 0,2 0 0,0 0 0,1 0 0,0 0 0,1 0 0,1 1 0,0-1 0,1 1 0,0 0 0,11-19-1,11-14 11,2 1-1,35-41 1,-59 79-3,62-79-36,3 3-1,3 3 1,97-81 0,-147 142 28,1 2 1,0 1 0,1 1 0,49-22 0,-54 29 4,1 1-1,0 1 1,1 0 0,-1 2 0,1 0-1,0 2 1,21 0 0,-28 1 9,-12 1-5,0 0 1,1 0-1,-1 0 1,0 0-1,0 0 1,0 0-1,4 2 1,-6-2-3,0 1 1,0-1 0,0 1-1,0 0 1,0-1-1,0 1 1,-1 0-1,1 0 1,0 0 0,0-1-1,-1 1 1,1 0-1,0 0 1,-1 0-1,1 0 1,-1 0 0,1 0-1,-1 0 1,0 0-1,1 0 1,-1 1-1,0-1 1,0 0 0,0 2-1,5 53 97,-4 99-1,-3-69 0,3-59-62,-1-8-1,0 0 0,-1 0 0,-3 20 0,4-35-23,-1 0-1,0 0 1,0 0 0,-1 0-1,1 0 1,-1-1 0,1 1-1,-1 0 1,0-1 0,-1 1-1,1-1 1,-1 0 0,1 1-1,-1-1 1,0-1 0,0 1-1,0 0 1,-1-1 0,-4 4-1,3-4-13,0-1 1,0 1-1,0-1 0,0 0 0,0 0 0,0 0 0,0-1 0,0 1 0,0-2 0,0 1 0,0 0 1,0-1-1,-6-1 0,11 2-40,-1-1 0,0 1 0,1-1 0,-1 1 0,0-1 1,1 1-1,-1-1 0,1 0 0,-1 1 0,1-1 0,-1 0 1,1 1-1,0-1 0,-1 0 0,1 0 0,0 1 0,-1-1 0,1 0 1,0 0-1,0 1 0,0-1 0,0 0 0,0 0 0,0-1 1,2-20-1231,-2 20 1094,2-5-476,0 0 1,0 1 0,1-1-1,0 1 1,1 0-1,-1 0 1,1 0 0,0 0-1,1 0 1,-1 1-1,1 0 1,0 0-1,6-5 1,-6 5-82,64-61-9978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34.6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88 218 12694,'0'0'9666,"5"-4"-9098,13-10-139,-17 13-326,-1 0 0,1-1 0,0 1 0,0 0 0,-1-1 0,1 1 0,-1-1 0,0 1 0,1-1 0,-1 1 0,0-1 0,0 1 0,0-1 0,0 1 0,0-1 0,0 1 0,0-1 0,-1-2 0,1-3-139,1 0 47,1 1 0,-1-1 0,1 1-1,1 0 1,-1-1 0,1 1 0,0 0-1,1 1 1,0-1 0,-1 1 0,2-1-1,5-6 1,-3 6 45,0 0 0,0 0 0,1 0 0,-1 1 0,1 0-1,0 1 1,0 0 0,13-5 0,56-12 592,-78 21-636,1 0 0,0 0 0,0 0 0,0 0 0,0-1 0,0 1 0,0 0 0,0 0-1,0 0 1,-1 0 0,1 0 0,0 0 0,0 0 0,0 0 0,0-1 0,0 1-1,0 0 1,0 0 0,0 0 0,0 0 0,0 0 0,0 0 0,0-1 0,0 1 0,0 0-1,0 0 1,0 0 0,0 0 0,0 0 0,0 0 0,0-1 0,0 1 0,0 0-1,0 0 1,0 0 0,0 0 0,0 0 0,0 0 0,0-1 0,0 1 0,0 0-1,0 0 1,0 0 0,1 0 0,-1 0 0,0 0 0,0 0 0,0 0 0,0 0 0,0-1-1,0 1 1,1 0 0,-8 2 17,0 1 1,0-1-1,0 1 0,1 0 0,-1 1 0,1 0 1,0 0-1,0 0 0,0 1 0,-9 9 1,-7 4 118,-23 19 214,1 3 0,-59 67-1,102-105-363,-2 0-2,1 1 0,0-1 0,0 1-1,0-1 1,1 1 0,-1 0 0,0 0-1,1 0 1,0 0 0,0 0-1,-2 5 1,3-8-1,2 0 34,25-1 58,46-8 1,-43 4-50,33 0 0,96 4 13,-153 1-49,1 0 0,-1 1 0,0-1 0,1 1 0,-1 1 0,0-1 0,0 1 0,0 0 0,9 5 0,-11-5-5,-1 0 0,1 0 0,-1 1 0,0-1 0,0 1 0,-1 0 0,1 0-1,0 0 1,-1 0 0,0 0 0,0 1 0,0-1 0,0 1 0,0-1 0,-1 1 0,2 6 0,0 0 4,-1-1 0,-1 1 1,1-1-1,-2 1 1,1 0-1,-1-1 1,-1 1-1,0 0 1,0-1-1,-1 1 0,0-1 1,-1 1-1,0-1 1,0 0-1,-8 15 1,6-16 7,1-1 0,-1 0 0,0 0 0,0-1 1,-1 1-1,0-1 0,0 0 0,-1-1 0,0 0 0,1 0 1,-2 0-1,1-1 0,0 0 0,-1 0 0,0-1 1,0 0-1,0 0 0,-12 2 0,10-3-70,0-1 1,0 0-1,1 0 1,-1-1-1,0-1 0,-18-2 1,26 2-14,1 0 0,0 1 1,-1-1-1,1 0 0,0 0 1,0 1-1,-1-1 0,1 0 1,0 0-1,0-1 0,0 1 1,0 0-1,0 0 0,1 0 1,-1-1-1,0 1 0,1 0 1,-1-1-1,0 1 0,1 0 1,-1-1-1,1 1 0,0-1 1,0 1-1,-1-1 0,1 1 1,0-3-1,0-5-622,0 1 0,1 0-1,-1-1 1,3-9 0,-1 10-160,0 1-1,0-1 1,1 0-1,0 1 1,6-12 0,38-49-7283,-45 66 7892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35.1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111 165 15463,'0'0'7542,"0"31"-6117,1 14-1145,0 9 44,-7 71 0,3-102-228,0 0 0,-9 31 1,9-46-87,0 1 1,0-1 0,0 0 0,-1 1 0,-1-2 0,1 1 0,-1 0 0,0-1 0,-7 7 0,11-13-11,1 0 0,-1-1 0,0 1 0,1 0 0,-1-1 0,0 1 1,1 0-1,-1-1 0,0 1 0,0-1 0,0 0 0,1 1 0,-1-1 0,0 0 1,0 1-1,0-1 0,0 0 0,0 0 0,0 0 0,0 0 0,0 1 0,-1-2 0,1 1 3,0 0-1,0-1 1,1 1-1,-1-1 1,0 0-1,1 1 1,-1-1-1,0 0 0,1 1 1,-1-1-1,1 0 1,-1 0-1,1 1 1,-1-1-1,1 0 0,-1 0 1,1 0-1,-1-1 1,-1-6 8,1 0 1,-1 0-1,0-15 0,2 22-12,-2-18 5,1-1 0,1 1 1,1-1-1,1 1 0,0-1 0,2 1 0,0 0 0,13-35 1,-4 24 1,1 0 1,1 0-1,2 2 1,33-45-1,-38 58 21,0 1-1,1 1 0,0 0 1,1 0-1,0 2 0,1-1 1,0 2-1,1 0 1,0 1-1,18-7 0,-19 12 19,-1 0 0,1 1 1,0 1-1,0 0 0,0 1 0,28 1 0,-21 0-30,-18 0-12,0 0 0,0 1 0,1-1 0,-1 1 0,0 0 0,0 0-1,0 0 1,0 0 0,7 4 0,-8-4-4,-1 1-1,0 0 0,0-1 1,0 1-1,0 0 1,0 0-1,-1 0 1,1 0-1,0 0 1,-1 0-1,0 0 1,1 1-1,-1-1 0,0 1 1,0-1-1,1 5 1,-1 4-5,1 0 0,-2 0 0,1 0 0,-2 14 0,0-18 4,1-3 3,0 0 0,-1 0 1,0 0-1,0 0 0,0 0 0,0 0 1,-1 0-1,1 0 0,-1 0 1,0-1-1,0 1 0,-1-1 0,1 0 1,-4 5-1,1-3 6,-1 0 1,1 0-1,-1-1 0,0 0 1,0 0-1,-1 0 0,-10 4 1,1-2 0,-1-1 0,1 0 1,-1-1-1,0-1 0,0-1 1,-20 1-1,-70-2-1246,107-1 1121,-1 0-1,1-1 1,-1 1 0,1 0 0,-1 0-1,0 0 1,1 0 0,-1-1 0,1 1-1,-1 0 1,1 0 0,-1-1 0,1 1-1,-1 0 1,1-1 0,0 1 0,-1-1-1,1 1 1,-1-1 0,1 1 0,0-1-1,-1 1 1,1-1 0,0 1 0,0-1-1,0 1 1,-1-1 0,1 1 0,0-1-1,0 1 1,0-1 0,0 1 0,0-1-1,0 0 1,0 1 0,0-1 0,0 1-1,0-1 1,0 0 0,0 1 0,0-1-1,1 1 1,-1-1 0,0 1 0,0-1-1,1 1 1,-1-1 0,1 0 0,0-3-823,1 0 1,-1 1 0,1-1 0,0 0-1,0 1 1,4-6 0,38-28-11877,-43 36 12543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35.9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25 14343,'0'0'6731,"1"26"-6099,8 80-381,-8-104-242,-1 0-1,0 0 1,0 0 0,1 1 0,-1-1 0,1 0 0,0 0-1,0 0 1,0 0 0,0 0 0,0 0 0,0 0 0,0 0-1,1 0 1,-1-1 0,1 1 0,-1-1 0,1 1-1,0-1 1,1 2 0,0-2 4,-1 0-1,1 0 1,-1-1-1,1 1 1,-1-1-1,1 0 1,0 0 0,-1 1-1,1-2 1,4 1-1,3-1 28,-5 1-15,-1-1 1,1 0 0,-1 1 0,1-2 0,-1 1 0,0 0 0,0-1 0,0 0-1,0 0 1,0 0 0,0 0 0,0-1 0,0 1 0,-1-1 0,0 0 0,1 0-1,-1-1 1,0 1 0,-1-1 0,1 1 0,3-7 0,2-4 127,0-1 0,-1 0 0,-1 0 0,7-25-1,-12 38-111,3-18 324,-4 20-343,0-1 1,0 1-1,0-1 1,1 1-1,-1-1 1,0 0-1,-1 1 1,1-1-1,0 1 1,0-1-1,0 1 1,0-1-1,0 1 1,0-1-1,-1 1 1,1-1-1,0 1 1,0 0-1,-1-1 1,1 1-1,0-1 1,-1 1-1,1 0 1,0-1-1,-1 1 1,1 0-1,-1-1 1,1 1-1,-1 0 1,1-1-1,0 1 1,-1 0-1,1 0 1,-2-1-1,-15-1 47,0 1 0,0 0 0,0 1 0,0 1 1,0 0-1,0 1 0,0 1 0,0 1 0,-29 11 0,35-10 33,-1 1 0,1 0 0,1 1 1,-1 0-1,1 1 0,-12 12 0,19-17-89,-1 1 0,1 0 0,0 0 0,0 0 0,0 0 0,0 0 0,1 1 1,-1-1-1,1 1 0,0 0 0,1-1 0,-1 1 0,1 0 0,0 0 0,0 0 0,1 0 0,0 0 0,0 9 0,0-12-15,1 0 1,-1 1-1,1-1 0,0 0 1,0 0-1,0 0 0,0 0 1,0 0-1,1 0 0,-1 0 1,0 0-1,1 0 0,-1-1 0,1 1 1,0-1-1,0 1 0,0-1 1,-1 0-1,1 1 0,0-1 1,1 0-1,-1 0 0,0 0 0,3 0 1,6 3-15,1-1-1,-1-1 1,18 2 0,-23-3-2,32 3-269,0-2 1,76-6 0,-102 3 246,-1-1 0,0 0 0,0-1 0,0-1 1,-1 1-1,1-2 0,-1 1 0,15-10 0,2-5-90,40-33 1,-40 29 267,48-31 0,-75 54-121,0 0-1,1 0 0,-1-1 1,0 1-1,1 0 1,-1 0-1,1 0 0,-1 0 1,0 0-1,1 0 1,-1 0-1,1 0 0,-1 0 1,1 0-1,-1 0 1,0 0-1,1 0 0,-1 0 1,1 0-1,-1 0 1,0 0-1,1 1 0,-1-1 1,1 0-1,-1 0 1,0 0-1,1 1 0,-1-1 1,0 0-1,1 0 1,-1 1-1,0-1 0,0 0 1,1 1-1,-1-1 1,0 0-1,0 1 0,0-1 1,1 1-1,-1-1 1,0 0-1,0 1 0,0-1 1,0 1-1,0-1 1,0 0-1,0 1 0,0-1 1,0 1-1,0-1 0,0 0 1,0 1-1,0-1 1,0 1-1,0 36-119,-1-24 206,-5 144 76,6-156-137,3-2 46,4-1-77,-1-1 0,0 0-1,0 0 1,0 0-1,0-1 1,0 0-1,-1 0 1,0 0-1,1-1 1,4-5 0,7-6-5,37-32-2,-22 18 7,1 2 0,42-27-1,-63 47-8,0 1 0,0 1 1,1 0-1,-1 1 0,1 1 0,0-1 0,1 2 0,-1 0 0,1 1 0,-1 0 0,16 0 0,-28 2-2,0 0-1,1 0 1,-1 0-1,0 0 0,1 0 1,-1 0-1,0 0 0,0 1 1,1-1-1,-1 0 1,0 1-1,0-1 0,1 1 1,-1-1-1,0 1 0,0 0 1,0 0-1,2 1 0,-2 0-1,0 0 0,0 0 0,0 1-1,0-1 1,0 0 0,-1 0 0,1 1-1,-1-1 1,0 4 0,1 7 14,5 26-5,-6-37-8,0-1 1,1 0 0,-1 1-1,0-1 1,1 0 0,-1 0-1,1 0 1,0 1 0,-1-1-1,1 0 1,0 0 0,0 0-1,0 0 1,-1 0 0,1 0-1,0 0 1,1-1 0,-1 1-1,0 0 1,0 0 0,0-1-1,0 1 1,3 0-1,16 1 42,1 0-1,-1-2 0,1 0 0,21-4 0,-23 0-30,-1 0 0,1-1 1,-1-1-1,0-1 1,28-14-1,-25 11 1,1 0-1,46-12 0,-40 17-11,0 0-1,0 3 1,0 0 0,1 1-1,28 4 1,-52-2 1,-1 0 1,1 0-1,-1 1 0,0 0 1,0-1-1,0 1 0,0 0 1,0 1-1,0-1 0,0 1 1,0 0-1,-1 0 0,0 0 1,1 0-1,-1 1 0,-1-1 1,1 1-1,0 0 0,-1-1 1,0 1-1,4 8 0,-2-2-8,0 1 0,0-1 1,-1 1-1,0 0 0,-1 0 0,0 0 0,1 22 0,-3-22-12,1-9 12,-1 1 1,0-1-1,1 0 0,-1 1 0,0-1 0,-1 0 1,1 1-1,0-1 0,-1 0 0,1 1 1,-1-1-1,1 0 0,-1 0 0,0 1 0,0-1 1,-2 2-1,-3 1-40,1-1 1,-1 0 0,-1 0-1,1 0 1,0-1-1,-1 0 1,0 0-1,0-1 1,0 0 0,0 0-1,0 0 1,-8 0-1,-19 2-2481,-40 0 0,21-3-5261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37.6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614 79 16392,'0'0'7966,"-13"-13"-7537,8 8-392,0 0-8,1-1 1,-2 1-1,1 0 0,-1 1 1,1 0-1,-1 0 1,0 0-1,-1 0 0,1 1 1,-1 0-1,1 0 1,-1 1-1,0 0 0,0 0 1,0 1-1,0-1 1,0 1-1,-8 1 0,-11 0 124,0 2 0,0 1 0,1 1 0,0 1 0,0 1 0,0 2 0,0 0 0,1 1 0,1 2 0,0 0 0,0 2 0,1 0 0,0 2 0,-32 28 0,47-36-128,0-1 1,1 2-1,-1-1 1,1 1-1,1 0 1,0 0-1,0 0 1,0 1-1,1 0 1,0 0-1,1 0 1,0 0-1,1 0 1,-1 1-1,2-1 1,-1 1-1,1 19 1,1-25-29,0 1 1,1-1-1,-1 0 1,1 0 0,0 1-1,0-1 1,0 0 0,1 0-1,-1 0 1,1 0 0,0 0-1,0-1 1,0 1 0,1-1-1,3 5 1,-1-3-4,0-1 0,0 1 0,0-1 0,0-1 0,1 1 0,0-1 0,-1 0 0,1 0 0,8 2 0,8 1-42,0-1 1,1 0-1,-1-2 0,44 1 0,-43-4-15,-1 0-1,1-1 1,0-1-1,0-1 0,34-10 1,-45 9 40,1-1 0,-1 0 0,0-1 0,0 0 0,-1-1 0,0 0 0,0 0 0,-1-2 0,0 1-1,17-20 1,-14 13 189,-2 0-1,12-20 1,-20 30-104,0-1 0,0 1 0,0-1 0,-1 0 0,1 1 0,-1-1 0,2-11 0,-5 31-64,1 29-15,0-41 16,0 0 0,1 0 0,-1 0 0,0 0 0,1-1 0,0 1-1,-1 0 1,1 0 0,0 0 0,0-1 0,0 1 0,0 0 0,0-1 0,0 1-1,1-1 1,-1 1 0,1-1 0,2 2 0,5 1-6,1-1 0,0 0 0,0-1 0,0 0 0,0 0 0,0-1 0,0-1 0,15 0 0,-18 0 3,22 1-57,0-2 0,30-4-1,-48 3 39,1 0 0,-1-1 0,0 0 0,0-1 0,-1 0-1,1-1 1,-1 0 0,12-8 0,-5 1 41,-2 0-1,1-1 1,-2 0-1,0-1 1,0-1-1,-1 0 1,-1-1 0,-1 0-1,0-1 1,-1 0-1,12-29 1,-20 46 222,-1 7-101,0 21-67,-2 38-59,0 0 14,1-71-30,0-3 1,0 1 0,0-1 0,1 1-1,2-11 1,-2 16-1,0-1 0,0 0 0,1 0-1,-1 1 1,0-1 0,1 1 0,0-1 0,-1 1 0,1-1 0,0 1-1,0 0 1,0 0 0,1 0 0,-1 0 0,3-1 0,6-4 4,0 2 1,0-1 0,0 2 0,1-1 0,-1 2 0,1-1 0,0 2-1,18-3 1,-7 3 35,1 1-1,-1 2 1,36 3-1,-55-3-29,0 0-1,0 0 1,0 0-1,0 0 1,0 0-1,0 1 1,0 0-1,-1 0 1,1 0-1,-1 0 1,1 1-1,-1-1 1,0 1-1,0 0 1,0 0-1,0 0 1,0 0-1,2 4 1,-2-1-4,0-1-1,0 1 1,-1-1 0,1 1 0,-1 0 0,-1 0 0,1 0-1,-1 0 1,0 0 0,0 0 0,-1 9 0,0 0 57,-1-11-364,1-1 1,0 0-1,0 1 0,0-1 1,0 0-1,2 6 0,-2-8 102,0 0-1,1-1 1,-1 1-1,1 0 1,-1 0-1,1-1 0,-1 1 1,1 0-1,-1 0 1,1-1-1,0 1 1,-1-1-1,1 1 1,0-1-1,0 1 0,-1-1 1,1 1-1,0-1 1,0 0-1,0 1 1,0-1-1,-1 0 1,1 0-1,0 1 0,0-1 1,0 0-1,0 0 1,1 0-1,35 0-5989,10 0-4178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38.0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278 597 9957,'0'0'13216,"-28"7"-12813,-89 27-123,42-8 89,68-22-271,1-1 0,-1 1-1,0 0 1,1 1 0,-8 6-1,13-10-90,0 0 0,0 0 0,0-1-1,0 1 1,1 0 0,-1 0 0,0 0-1,1 0 1,-1 0 0,1 0 0,-1 0 0,1 0-1,-1 2 1,1-3-8,0 1 1,0-1-1,0 1 1,0-1-1,0 1 0,0-1 1,0 1-1,0-1 0,0 1 1,0-1-1,1 0 0,-1 1 1,0-1-1,0 1 0,0-1 1,1 0-1,-1 1 0,0-1 1,0 1-1,1-1 1,-1 0-1,1 1 0,1 0-1,0 0-1,0 0 0,0 0 1,0 0-1,1 0 0,-1 0 1,0-1-1,0 1 0,1-1 1,2 1-1,7 0 5,0 0 0,0-1 0,-1 0-1,1-1 1,0 0 0,-1-1 0,1 0 0,-1-1 0,0 0-1,1-1 1,-1 0 0,-1 0 0,1-2 0,-1 1 0,15-11-1,-2-3 2,0-1 0,-2-1 0,0-1 0,-2 0 0,0-2 0,-2 0 0,0-1 0,25-54 0,-2-12 49,38-128 0,-71 199-39,9-21 84,3-10 988,-19 49-532,0 8-380,0 22-103,1 31 282,-12 94 0,-17 6-18,-27 230-684,55-388 189,0 0 1,-1 0-1,1 0 0,0 0 1,0 0-1,0 0 1,0 0-1,0 0 1,0 0-1,1 0 0,-1 0 1,0 0-1,0 0 1,1 0-1,-1 0 1,1 0-1,-1 0 0,1 0 1,-1 0-1,1 0 1,-1-1-1,3 3 1,-2-3-397,1 1 0,0 0 0,0-1 1,0 0-1,0 1 0,0-1 1,0 0-1,0 0 0,4 0 0,3 0-555,45 0-9941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38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389 156 4130,'0'0'14321,"17"-24"-12088,-1 1-1730,-1-1-1,14-27 0,-29 50-481,0 0-1,1 0 1,-1 1-1,0-1 0,1 0 1,-1 0-1,0 0 0,0 0 1,0 0-1,0 1 0,0-1 1,0 0-1,0 0 1,0 0-1,0 0 0,0 0 1,0 1-1,0-1 0,-1 0 1,1 0-1,0 0 0,-1 0 1,1 1-1,0-1 1,-1 0-1,1 0 0,-1 1 1,0-1-1,1 0 0,-1 1 1,1-1-1,-1 1 0,0-1 1,0 1-1,1-1 0,-1 1 1,0-1-1,0 1 1,1 0-1,-1-1 0,0 1 1,0 0-1,0 0 0,-1-1 1,-5 0 105,0 0-1,0 1 1,-1 0 0,-10 0 0,4 1 79,-11-1 104,0 2 0,0 0 0,1 2 0,-1 1 0,-35 11 0,43-10-156,0 1-1,1 0 1,0 1 0,0 1-1,1 1 1,0 0 0,0 1-1,-18 19 1,29-27-148,0 1 0,0 0 0,0 1 0,1-1 0,-1 1 0,1-1 0,1 1 0,-1 0 1,0 0-1,1 0 0,0 1 0,1-1 0,-1 0 0,1 1 0,0-1 0,0 1 0,0 0 0,1-1 0,0 1 0,1 8 0,-1-12-7,1 0-1,0-1 0,-1 1 0,1 0 0,0 0 0,0 0 0,0 0 0,0-1 0,1 1 0,-1 0 0,0-1 0,1 1 0,-1-1 0,1 0 0,-1 1 0,1-1 0,0 0 0,2 1 0,32 11-34,-19-10-28,1-1 1,0 0-1,30-2 0,-25 0-33,-8-1 50,1 0 1,-1 0-1,0-1 1,0-1 0,1-1-1,-2 0 1,1-1-1,0-1 1,-1 0 0,0-1-1,-1 0 1,1-1-1,-1 0 1,-1-1 0,0-1-1,22-22 1,-31 28 82,2-3 61,-4 7-80,-1 0 0,0 0-1,0 0 1,0 0 0,0 0 0,0 0-1,1 0 1,-1 0 0,0 0 0,0 0-1,0 0 1,0 0 0,0 0 0,1 0-1,-1 1 1,0-1 0,0 0 0,0 0-1,0 0 1,0 0 0,0 0 0,0 0-1,0 0 1,0 0 0,1 1 0,-1-1-1,0 0 1,0 0 0,0 0 0,0 0-1,0 0 1,0 1 0,0-1 0,0 0-1,0 0 1,0 0 0,0 0 0,0 0-1,0 1 1,0-1 0,0 0 0,0 0-1,0 0 1,0 0 0,0 0 0,0 1-1,0-1 1,0 0 0,-1 0 0,1 0-1,0 0 1,0 0 0,0 0 0,-13 328 381,12-304-398,-2-1-1,-1 0 0,-1 0 1,-1-1-1,-11 28 1,13-39 2,-1-1 0,0 1 0,-1-1 0,0 0 0,0-1 1,-1 1-1,-1-1 0,0-1 0,0 0 0,0 0 0,-1 0 0,-14 9 1,13-12 13,-1-1 1,1 0 0,-1-1 0,0 0 0,0 0-1,0-1 1,0-1 0,0 0 0,-1 0 0,1-1 0,0 0-1,0-1 1,-17-4 0,24 4-23,0 0-1,0-1 1,0 0 0,0 0-1,1 0 1,-1 0-1,1 0 1,0-1 0,-1 1-1,1-1 1,0 0 0,1 0-1,-1 0 1,0-1-1,1 1 1,0 0 0,0-1-1,0 0 1,0 1 0,0-1-1,-1-6 1,-1-4-223,0-1 1,1 0-1,1 0 1,-2-25-1,4 22-438,0 0-1,1 1 1,0-1-1,7-28 1,-4 31-436,1 0 0,0 0 1,1 0-1,1 1 0,12-20 0,39-51-8076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38.8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14182,'0'0'8228,"15"160"-7123,-9-105-337,-6-7-352,0-8-336,0-10-80,0-6-112,0-6-1200,-6-9-2098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39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55 13670,'0'0'6574,"2"25"-5544,-1 3-842,14 122 304,-13-125-396,-1-17-72,-1 0-1,1 0 1,1 0-1,0-1 1,3 12-1,-4-18-20,1 0 0,-1 0 0,0-1 0,0 1 0,1 0 0,-1 0 0,1-1-1,-1 1 1,1-1 0,-1 1 0,1-1 0,-1 1 0,1-1 0,-1 0 0,1 0-1,-1 0 1,1 0 0,-1 0 0,1 0 0,0 0 0,-1-1 0,2 1-1,5-1 53,-3 1-18,0-1 1,0 0-1,-1 0 1,1 0-1,0-1 1,0 0 0,-1 0-1,1 0 1,-1 0-1,1-1 1,-1 0-1,0 0 1,0 0 0,0 0-1,4-5 1,8-8 100,-1-1 1,13-21-1,-22 30-93,49-81 304,-40 63-228,0 1 1,2 0 0,20-23-1,-36 47-215,1-1 0,0 0 0,-1 1 0,1-1 0,0 1 0,-1 0 0,1 0-1,0 0 1,0 0 0,0 0 0,0 0 0,0 0 0,0 0 0,3 0-1,20 0-6087,-21 1 4695,16 0-7557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39.6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100 131 11029,'0'0'7598,"2"18"-7336,-1-5-208,0 1 1,1-1 0,5 17-1,-6-29-41,0 1-1,-1-1 1,1 0-1,0 0 1,0 0-1,0 1 1,0-1 0,0 0-1,0 0 1,0-1-1,0 1 1,0 0-1,0 0 1,1 0-1,-1-1 1,0 1-1,0-1 1,1 1-1,-1-1 1,0 1-1,1-1 1,-1 0-1,1 0 1,-1 1-1,1-1 1,1 0-1,1-1 32,1 1 0,0 0-1,-1-1 1,1 0 0,8-3 0,-6 1 22,0-1 1,0 0 0,-1 0 0,0 0 0,1-1-1,-2 0 1,1 0 0,0-1 0,-1 0 0,0 0-1,-1 0 1,8-12 0,-5 6 271,-1 1 0,0-1 0,-1 0 0,0 0-1,-1 0 1,6-25 0,-9-5 1383,-1 42-1711,0 0 0,0 0 1,0 0-1,0-1 0,0 1 0,0 0 0,0 0 0,0 0 1,0-1-1,0 1 0,0 0 0,0 0 0,0 0 0,0 0 1,0-1-1,0 1 0,0 0 0,0 0 0,-1 0 1,1 0-1,0-1 0,0 1 0,0 0 0,0 0 0,0 0 1,0 0-1,-1 0 0,1 0 0,0 0 0,0-1 1,0 1-1,0 0 0,-1 0 0,1 0 0,0 0 0,0 0 1,0 0-1,0 0 0,-1 0 0,1 0 0,0 0 1,0 0-1,0 0 0,-1 0 0,1 0 0,0 0 0,0 0 1,-1 0-1,-9 0 26,-1-1-1,1 2 1,-1-1 0,0 1 0,1 1 0,-1 0-1,1 1 1,0 0 0,0 0 0,0 1-1,0 0 1,0 1 0,1 0 0,0 1 0,0 0-1,-14 12 1,9-6 22,0 1 0,1 1 0,0 0 0,-19 28 0,28-35-49,-1 0 0,2 0 0,-1 0 0,1 0 0,0 0 0,1 1 0,0-1 0,0 1 0,0 0 0,1 0-1,0 0 1,1 0 0,0 0 0,1 11 0,-1-17-11,1 0-1,-1 0 1,1 0-1,-1 0 1,1 0-1,0 0 1,0 0-1,0 0 1,0 0-1,0-1 1,1 1-1,-1 0 1,0-1-1,1 1 1,-1-1-1,4 3 1,-1-1-1,0-1 0,0 0 1,1 0-1,-1 0 0,0 0 1,1-1-1,7 2 0,7 0-51,1-2 0,39 0 0,-39-1-50,2-1 48,-1 0 1,1-1 0,-1-1 0,0-1 0,0-1 0,0-1 0,0-1-1,-1-1 1,-1-1 0,1 0 0,31-22 0,37-32 4,28-20 55,-102 75 35,0 0 0,1 1 0,0 0 0,0 1 0,1 1 0,21-5 1,14 6 188,-48 3-225,0 1 1,0 0-1,-1 1 1,1-1-1,0 0 1,-1 1 0,1 0-1,0-1 1,-1 1-1,1 0 1,-1 1-1,1-1 1,-1 0-1,1 1 1,-1-1-1,3 3 1,-2 0-9,0 1 1,0 0-1,0 0 0,-1 0 1,0 1-1,0-1 1,0 1-1,0-1 1,-1 1-1,0-1 0,0 7 1,1 12 4,-1 32 0,-2-32-1,2-21 0,-1-1 1,0 1-1,0 0 0,0-1 1,-1 1-1,1-1 1,-1 1-1,1-1 0,-1 1 1,0-1-1,0 0 1,0 1-1,0-1 0,0 0 1,0 0-1,-1 1 1,1-1-1,-1 0 0,0-1 1,1 1-1,-4 2 1,1-1 3,0-2 1,0 1 0,-1 0 0,1-1-1,0 0 1,-1 0 0,1 0 0,-1-1-1,1 1 1,-1-1 0,-5-1 0,-103 1-380,106 1-45,-10-3-281,17 2 552,-1 0 0,1-1 1,0 1-1,-1-1 0,1 1 0,0 0 0,-1-1 0,1 1 0,0-1 0,0 1 0,-1-1 0,1 1 1,0 0-1,0-1 0,0 1 0,0-1 0,0 1 0,-1-1 0,1 1 0,0-1 0,0 1 0,0-2 0,0-22-4620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40.5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285 1 16504,'0'0'6037,"16"30"-5471,51 98-276,-63-120-257,-1 0 0,0 0 0,0 0 0,-1 0 0,2 12 0,-4-15-22,0-1 1,0 0-1,-1 1 1,1-1-1,-1 0 1,-1 7-1,1-10-11,1 2 2,-1-1 0,0 0-1,0 0 1,1 1 0,-1-1 0,-1 0 0,1 0 0,0 0-1,0 0 1,-1 0 0,1 0 0,-1-1 0,0 1 0,0 0-1,1-1 1,-1 1 0,-4 1 0,2-1 10,1-1 0,-1 1 0,0-1 1,0 0-1,0 0 0,0 0 0,0-1 0,0 1 0,-6-1 1,9-1-2,0 1 1,0 0 0,-1 0-1,1-1 1,0 1 0,0 0-1,0-1 1,0 1 0,0-1-1,0 0 1,0 1 0,0-1 0,0 0-1,0 0 1,1 1 0,-1-1-1,0 0 1,0 0 0,1 0-1,-1 0 1,0 0 0,1 0-1,-1 0 1,1 0 0,-1 0-1,1 0 1,0 0 0,0-1 0,-1 1-1,1 0 1,0 0 0,0 0-1,0 0 1,0-2 0,0-7 14,0 0 0,0 0 1,2-11-1,-1 14 4,0 2-17,0-1 1,0 1-1,0 0 0,1 0 1,0 0-1,0 0 1,0 1-1,0-1 0,1 0 1,0 1-1,0-1 1,0 1-1,0 0 1,1 0-1,0 1 0,0-1 1,0 1-1,0-1 1,0 1-1,1 1 0,7-5 1,-3 3 17,0 0 0,0 1 0,1 0 0,-1 1 0,1 0 0,-1 0 0,1 1 0,-1 1 0,1-1 0,0 2 0,11 0 0,-18 0-24,0 0 0,0 0 1,0 0-1,1 0 0,-1 0 0,0 1 1,0-1-1,-1 1 0,1 0 1,0 0-1,-1 0 0,1 0 0,-1 0 1,1 0-1,-1 1 0,0-1 1,0 1-1,0 0 0,0 0 0,-1 0 1,1 0-1,-1 0 0,0 0 1,1 0-1,0 5 0,2 7 23,-1 1 0,0 0 0,0 31 0,-2-30-19,-1 0-1,0 0 0,-5 23 1,4-32-7,-1-1-1,0 1 1,0-1 0,-1 0 0,0 0 0,-1 0 0,1 0 0,-1 0-1,-9 10 1,3-5 1,-2 0 1,0-1-1,0 0 0,-1-1 0,0 0 0,0-1 0,-1-1 0,-1 0 0,1-1 0,-1 0 0,-1-1 1,-30 7-1,4-4 23,-1-3 1,0-1 0,-70-2 0,108-3-26,0 0 0,1 0 0,-1 0 0,0-1 0,0 0 0,0 0 0,0 0 0,-5-2 0,9 2-2,-1 0 0,1 0 0,-1 0 0,1-1-1,-1 1 1,1 0 0,0-1 0,-1 1 0,1-1 0,0 1 0,0-1-1,0 0 1,0 0 0,1 1 0,-1-1 0,0 0 0,1 0 0,-1 0-1,1 0 1,0 1 0,-1-1 0,1 0 0,0-2 0,0-5-8,0 0-1,0 1 1,1-1 0,0 1 0,1-1 0,-1 1 0,2 0 0,-1 0-1,1 0 1,0 0 0,1 0 0,0 0 0,0 1 0,1 0-1,7-9 1,-1 3 1,1 0-1,0 1 1,1 0-1,0 1 1,1 0-1,26-14 1,-30 19 2,1 1 0,0 0 1,1 1-1,-1 0 0,1 1 0,15-3 1,-20 5 8,-1 0 0,1 0-1,-1 1 1,0 0 0,1 0 0,-1 1 0,1 0 0,-1 0 0,0 0 0,1 1 0,-1 0 0,0 0-1,11 6 1,41 34-3,-47-33-58,0 0 0,0-1 0,1 0-1,1-1 1,-1 0 0,1-1 0,0 0 0,0-1-1,18 4 1,-18-6-123,0-1-1,0-1 1,0 0-1,1-1 1,-1 0-1,22-4 1,-26 3 166,0-2 0,0 1 0,0-2 0,-1 1 0,1-1 0,-1 0 1,0-1-1,0 0 0,0 0 0,10-9 0,-6 3 65,0-1 0,21-25 0,-29 32 83,-1 0 0,0 1 0,0-1 0,0-1 0,-1 1 0,1 0 0,-1-1 0,-1 1 0,1-1 0,-1 0 0,0 1-1,1-10 1,-6 15 31,-4 0-121,0 0 0,0 0-1,0 1 1,0 1 0,0-1 0,1 1 0,-15 5 0,20-5-40,-1-1 0,0 0 0,1 1 0,-1 0 0,1-1 0,0 1 0,0 0 0,0 0 0,0 1 0,0-1 1,0 0-1,0 1 0,1-1 0,-1 1 0,1-1 0,-1 1 0,1 0 0,0-1 0,0 1 0,1 0 0,-1 0 0,0 0 0,1 0 1,0 0-1,0 5 0,-1-4-17,1 0 0,0-1 1,1 1-1,-1-1 0,0 1 1,1-1-1,0 1 0,0-1 0,0 1 1,0-1-1,1 0 0,-1 0 1,1 1-1,0-1 0,0 0 1,0 0-1,0-1 0,0 1 1,1 0-1,-1-1 0,1 1 1,0-1-1,0 0 0,0 0 1,0 0-1,0 0 0,0-1 1,7 3-1,4 3-218,1-2 1,0 0-1,0 0 1,1-1-1,27 3 1,81-3-731,-117-3 948,-1-2 1,1 1 0,0-1 0,-1 0-1,1 0 1,-1-1 0,1 0-1,-1 0 1,0-1 0,9-4 0,-11 5 22,0-1 0,-1 0 0,1 0 1,-1 0-1,0 0 0,0-1 0,0 1 1,0-1-1,0 0 0,-1 0 0,1 0 1,-1 0-1,0 0 0,-1 0 0,3-9 1,-1-1 224,-1 1 1,0 0-1,-1-1 0,-1-17 1,0 16 131,12 15-1646,55 0-6779,-22 0 347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40.8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150 73 11829,'0'0'10213,"-22"6"-9474,-64 22-77,83-27-646,1 0 1,-1 0 0,1 0 0,0 1-1,-1-1 1,1 1 0,0 0 0,0-1-1,0 1 1,0 0 0,0 0-1,1 0 1,-1 1 0,1-1 0,-1 0-1,1 1 1,0-1 0,0 1-1,0-1 1,0 1 0,0-1 0,0 1-1,1 0 1,-1-1 0,1 1 0,0 0-1,0-1 1,0 1 0,0 0-1,0 0 1,1-1 0,-1 1 0,2 2-1,-1 4-125,-1-8 70,0 1 1,1-1 0,-1 0 0,0 1-1,1-1 1,-1 0 0,1 0-1,0 0 1,-1 1 0,1-1 0,0 0-1,0 0 1,0 0 0,-1 0 0,1 0-1,0 0 1,0-1 0,1 1-1,-1 0 1,0 0 0,0-1 0,0 1-1,0 0 1,1-1 0,-1 0-1,0 1 1,1-1 0,-1 0 0,2 1-1,6 0-98,-1 0-1,1-1 0,13 0 0,-9-1 90,-10 1 61,0 0 0,1 0 0,-1 0 0,0-1 0,0 1 0,0-1 0,0 0 0,0 0-1,0 0 1,0 0 0,-1-1 0,1 1 0,0-1 0,0 1 0,-1-1 0,1 0 0,-1 0 0,0 0 0,0-1 0,0 1 0,0-1-1,0 1 1,0-1 0,0 1 0,-1-1 0,1 0 0,-1 0 0,0 0 0,0 0 0,1-4 0,1-8 259,0 0 1,-1-1-1,-1 1 0,-1-30 1,0 27-99,0 17-281,0 0 1,1 0-1,-1 0 0,0 0 1,1 1-1,-1-1 1,1 0-1,0 0 0,-1 0 1,1 0-1,-1 1 0,1-1 1,0 0-1,0 1 0,-1-1 1,1 0-1,0 1 1,0-1-1,0 1 0,0-1 1,0 1-1,0 0 0,-1-1 1,1 1-1,2 0 0,31-9-4455,-22 7 1719,32-10-7468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41.3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148 219 12005,'0'0'7713,"-5"17"-6819,-1 2-642,-2 6 109,-1-1-1,-14 29 1,9-18 49,11-26-332,0 1 1,-1-1-1,0 0 1,-1 0-1,-5 9 0,9-17-78,0 0-1,0-1 0,0 1 0,0-1 1,0 1-1,0-1 0,0 1 0,0-1 0,0 0 1,0 0-1,0 1 0,0-1 0,0 0 1,-1 0-1,1 0 0,0 0 0,0 0 0,0 0 1,0-1-1,0 1 0,0 0 0,0-1 1,0 1-1,0 0 0,0-1 0,0 1 1,0-1-1,0 1 0,0-1 0,-1-1 0,-1-2-10,1-1-1,0 0 0,-1 0 1,1 0-1,1 0 0,-1 0 1,1-1-1,0 1 0,-1-8 1,0-54-89,2 55 95,0-6 5,1 0-1,0 0 1,7-31-1,-5 40 4,0 0-1,0 0 1,1 0 0,0 1-1,0-1 1,1 1-1,0 0 1,12-14-1,-6 10 4,1 1-1,0 0 1,0 1-1,1 0 1,0 1-1,1 1 1,0 0-1,0 0 1,1 2-1,0 0 1,0 0-1,1 2 1,-1 0-1,1 0 1,0 2-1,21-2 1,-30 4 4,11-1-5,-1 1 1,0 1 0,25 4-1,-37-4-10,0 1 0,1-1 0,-1 1 0,0 0 0,0 1 0,0-1 0,0 1 0,-1 0 0,1 0 0,-1 0 0,0 1 0,0 0 0,0-1 0,5 8 0,-6-7-1,-1 0-1,0 0 1,0 0 0,0 0-1,0 1 1,0-1-1,-1 1 1,0-1 0,0 1-1,0 0 1,0 7 0,-1-9-1,0 1 1,0-1 0,0 1-1,-1 0 1,1-1 0,-1 1-1,0-1 1,0 1 0,0-1-1,0 1 1,0-1 0,-1 0-1,0 0 1,0 1 0,0-1-1,-2 2 1,-3 2 22,0-1 0,-1 0 0,1 0 0,-1-1 1,-17 9-1,-52 18 140,49-21-35,-29 15 1,46-20-26,1 0-1,0 1 1,0 1 0,0 0-1,-10 11 1,18-16-55,-1-1 1,1 1-1,0 0 1,1-1-1,-1 1 1,0 0-1,1 0 1,0 1 0,-1-1-1,1 0 1,0 4-1,1-5-17,-1 0-1,1 0 1,1 0-1,-1 0 1,0 0-1,0 0 1,1 0-1,-1 0 1,1 0-1,-1 0 1,1 0-1,0-1 1,0 1 0,0 0-1,0 0 1,0-1-1,0 1 1,1 0-1,-1-1 1,2 2-1,4 3 13,1 0-1,-1-1 1,1 0-1,0 0 1,0 0-1,13 4 1,61 20 132,-66-24-161,0 0-7,14 4-8,41 20 0,-64-24 137,-4-1-3918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43.8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4 13382,'0'0'10269,"0"-3"-9186,0 12-763,-3 25 364,-1-1-1,-2 1 0,-14 46 1,-2 11 0,-29 137 492,47-205-1119,0-1 0,-2 1 1,-1-1-1,-13 28 0,20-87-3878,-1 7 1970,3-44-4160,8-16-2347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44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0 11317,'0'0'9268,"106"188"-8643,-103-127-241,-3-4-96,0-5-48,0-4-144,0-6-96,0-11-128,-12-7-432,-18-6-1233,-6-15-1376,-16-3-3042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44.1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0 103 12230,'0'0'5154,"227"-60"-4738,-136 54-416,-3 0-336,-13-6-2449,-5-7-5331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44.4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282 42 8900,'0'0'11032,"-31"6"-9538,-98 28-488,124-33-941,0 1 0,0 1 1,-1-1-1,2 1 1,-1 0-1,0 0 1,0 0-1,1 0 1,0 1-1,0 0 0,0 0 1,0 0-1,1 0 1,-1 1-1,1-1 1,0 1-1,-3 7 1,-3 3 84,4-7-109,1-1 0,0 0 0,0 1 0,1 0 0,0 0 0,1 0 1,-1 0-1,2 0 0,-1 0 0,1 1 0,0-1 0,1 12 0,0-18-45,-1 0 1,2 0-1,-1 0 1,0 0-1,0-1 1,1 1-1,-1 0 1,1 0-1,-1 0 1,1 0-1,0-1 1,0 1-1,0 0 1,0 0-1,0-1 1,0 1-1,0-1 1,0 1-1,1-1 1,-1 0-1,1 1 0,-1-1 1,1 0-1,-1 0 1,1 0-1,0 0 1,-1 0-1,1-1 1,0 1-1,3 1 1,4 0-51,1-1 0,0 0-1,0 0 1,0-1 0,10 0 0,-1-1-80,-13 2 109,1-1 0,0 0 1,-1-1-1,1 0 0,0 0 1,-1 0-1,1-1 1,-1 0-1,0 0 0,1-1 1,-1 0-1,0 0 1,-1 0-1,1 0 0,0-1 1,-1 0-1,0-1 0,0 1 1,0-1-1,-1 0 1,5-6-1,2-3 51,-1-2 0,-1 1 0,-1-1 0,0-1 0,-1 1-1,0-1 1,-2-1 0,0 1 0,-1-1 0,-1 0 0,0 0 0,-1 0 0,-1-26 0,-1 43-178,1 1 0,-1-1 1,1 1-1,-1-1 0,1 1 1,-1-1-1,1 1 0,0-1 1,-1 1-1,1 0 0,0-1 0,-1 1 1,1 0-1,0 0 0,0-1 1,-1 1-1,1 0 0,0 0 1,0 0-1,-1 0 0,1 0 0,0 0 1,0 0-1,-1 0 0,1 0 1,0 0-1,0 1 0,1-1 1,1 1-1082,15-1-6005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45.1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62 9476,'0'0'12494,"13"-9"-11517,-4 2-803,0 0 1,0 1 0,12-6-1,-21 12-159,1 0-1,-1 0 1,0 0-1,0 0 1,1 0-1,-1 0 1,0 0 0,1 0-1,-1 0 1,0 0-1,1 0 1,-1 0-1,0 0 1,1 0-1,-1 0 1,0 0-1,0 0 1,1 0-1,-1 1 1,0-1-1,1 0 1,-1 0-1,0 0 1,0 0-1,1 1 1,-1-1-1,0 0 1,0 0-1,0 0 1,1 1-1,-1-1 1,0 0-1,0 1 1,4 14 432,-6 22 285,2-32-633,-2 14 178,-10 172 937,12-186-1209,0-1 0,0 1-1,1 0 1,-1 0-1,1 0 1,0-1 0,1 1-1,-1 0 1,1-1-1,0 1 1,4 6 0,-4-8-6,1 0 1,0 0-1,-1 0 1,1 0-1,0-1 1,0 1-1,1-1 1,-1 0-1,0 0 1,1 0-1,0 0 1,-1 0-1,1-1 1,8 2-1,0 0-37,0-1-1,0 0 0,0-1 1,1 0-1,-1-1 0,0 0 1,16-3-1,-21 2-13,1-1 0,0 0 0,-1 0 0,1 0-1,-1-1 1,1 0 0,-1 0 0,0-1 0,-1 0 0,1 0 0,-1-1-1,8-7 1,2-6 0,-2-1 0,0-1 0,-1 0-1,-2-1 1,13-28 0,-22 44 53,9-18 75,14-48 0,-21 128 687,-4-53-768,1 0-1,-1 0 1,1-1-1,0 1 1,0 0-1,1 0 1,-1-1-1,1 1 1,0-1 0,0 0-1,0 1 1,0-1-1,0 0 1,6 5-1,-3-4-15,0 0 0,0-1 0,0 1 0,0-1 0,0 0 0,1-1 0,0 1 0,9 2 0,5 0-50,0-2-1,0 0 0,0-1 0,32-1 1,-47 0 65,-1-1 0,1-1 0,-1 1 1,1-1-1,-1 1 0,1-1 0,-1-1 1,0 1-1,1-1 0,-1 1 0,0-1 1,0 0-1,0-1 0,0 1 0,0-1 1,-1 0-1,1 0 0,-1 0 0,0 0 1,0 0-1,0-1 0,0 1 0,-1-1 1,1 0-1,3-8 0,1-4 24,0 0 0,-1 0 0,-1-1 0,-1 0 0,4-25 0,3-16-22,-10 57-32,-1 0 0,0 0 0,1 0 1,-1 0-1,1 1 0,-1-1 0,1 0 0,-1 0 0,1 0 0,0 0 0,-1 0 0,1 1 0,0-1 1,0 0-1,-1 1 0,1-1 0,0 1 0,0-1 0,0 1 0,0-1 0,0 1 0,0-1 0,0 1 0,2-1 1,28 0-2734,-20 1 1406,40 0-5861,10 0-6324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46.4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4 255 13574,'0'0'8188,"9"29"-6870,28 95-326,-34-112-838,0 2-1,-1-1 1,0 0-1,-1 23 1,-1-30-95,-1 0 1,0 1 0,-1-1 0,1 0 0,-1 0 0,0 0-1,-6 11 1,7-15-49,0 1 0,0-1-1,0 0 1,0 0 0,-1 0-1,1 1 1,-1-1 0,1 0-1,-1-1 1,0 1 0,0 0-1,1 0 1,-1-1 0,-1 1-1,1-1 1,0 0 0,0 0-1,0 1 1,-1-1 0,1-1-1,-4 2 1,5-7 152,1-3-146,0-1 0,0 1-1,1 0 1,0 0 0,0-1 0,1 1 0,0 0 0,0 0 0,1 0 0,0 1 0,1-1 0,-1 1-1,1-1 1,6-6 0,6-7 11,0 1 0,2 0 0,1 1 0,30-25 0,-34 32 5,1 1-1,1 0 1,-1 1-1,1 1 1,1 0 0,34-10-1,-40 16-16,1 1-1,0 0 1,0 1-1,17 0 1,-27 1-16,-1 0 0,1 1 1,-1-1-1,1 0 0,-1 1 1,1 0-1,-1 0 0,0-1 1,1 1-1,-1 1 0,0-1 1,0 0-1,0 0 0,0 1 1,0 0-1,0-1 0,0 1 1,0 0-1,0 0 0,-1 0 1,1 0-1,-1 0 0,0 0 1,1 0-1,-1 0 0,0 1 1,0-1-1,1 4 0,1 7-11,0 0 0,0 0-1,-2 0 1,1 18-1,-1-19 12,1 4-5,-1 0 2,0 0-1,-2 20 0,1-32-1,-1 0 1,1-1-1,-1 1 0,0-1 1,0 1-1,0-1 0,0 1 1,-1-1-1,1 1 0,-1-1 0,0 0 1,0 0-1,0 0 0,0 0 1,-4 4-1,4-5-2,1-2 6,1 0 1,0 1-1,-1-1 1,1 1 0,-1-1-1,1 0 1,-1 1 0,1-1-1,-1 0 1,1 1 0,-1-1-1,1 0 1,-1 0 0,1 0-1,-1 0 1,1 1 0,-1-1-1,1 0 1,-1 0-1,0 0 1,1 0 0,-1 0-1,0 0 1,0-6 32,2-4-52,0 1 1,1-1-1,0 0 1,1 1-1,0 0 0,0 0 1,1 0-1,0 0 0,1 0 1,0 1-1,11-16 0,1 3 13,0 0 0,2 2 0,25-22 0,-30 28 8,2 1-1,-1 1 1,1 1-1,25-12 1,-30 17-11,0 1 1,1 0-1,-1 0 0,1 2 0,0-1 1,0 1-1,24 0 0,-34 2 9,0 0-1,0 0 0,-1 0 0,1 1 1,0-1-1,0 0 0,-1 1 1,1 0-1,0-1 0,-1 1 1,1 0-1,0 0 0,-1 0 1,1 0-1,-1 0 0,0 0 1,1 0-1,-1 1 0,0-1 1,0 0-1,1 1 0,-1-1 0,0 1 1,-1-1-1,1 1 0,0 0 1,0-1-1,-1 1 0,2 3 1,0 4-8,0 1 0,-1 0 0,0 0 0,0 13 1,-1-12 6,0 20-2,-1-13-2,1-1 0,3 24 0,-2-38 6,-1 1 0,1-1 0,0 1-1,0-1 1,0 0 0,0 1-1,0-1 1,1 0 0,0 0 0,-1 0-1,1 0 1,0 0 0,1 0 0,-1-1-1,0 1 1,1-1 0,3 4-1,-2-5 7,0 1 0,1-1 0,-1 1 0,0-1 0,0-1 0,1 1 0,-1 0-1,0-1 1,1 0 0,-1 0 0,7-1 0,3 0 17,-9 1-20,0-1 1,-1 1-1,1-1 0,0-1 1,-1 1-1,1-1 0,-1 1 1,0-1-1,0 0 0,0-1 1,0 1-1,0-1 1,0 0-1,0 0 0,-1 0 1,4-4-1,6-6 12,-2-2-1,18-25 1,-28 39-15,17-28 19,-1 0 0,24-57-1,-42 153 134,0-63-155,1 0 0,0 0 0,0 0 0,0-1 0,0 1 0,1 0 0,-1 0 0,1 0 0,0 0 0,0-1 0,2 5 0,-1-6-1,-1-1 0,1 1 1,-1 0-1,1-1 0,0 1 1,0 0-1,0-1 0,0 0 0,0 0 1,0 1-1,0-1 0,1-1 1,-1 1-1,0 0 0,1 0 1,-1-1-1,0 1 0,5-1 1,18 3-95,-1-1 0,1-1-1,38-4 1,-55 1 73,-1 1 0,1-1-1,-1 0 1,0-1-1,1 0 1,-1 0-1,0-1 1,-1 1 0,1-1-1,-1-1 1,1 0-1,9-9 1,1-3 3,-1-1-1,25-36 1,-43 67 364,-9 44-258,10-52-91,1 0 1,-1 0 0,1 0 0,0 0-1,0 0 1,1-1 0,0 1-1,-1 0 1,4 8 0,-2-9-23,1-1 0,-1 1 0,1-1 0,0 0 1,0 0-1,0 0 0,0 0 0,1-1 0,-1 1 0,1-1 1,0 0-1,4 2 0,0 0-163,1-1-1,-1 0 1,0 0 0,1-1-1,9 2 1,15-2-1420,-1 0-1,50-5 1,-71 1 1348,-1 0 0,0 0 0,0-1 0,1 0 1,-2-1-1,1 0 0,0-1 0,-1 0 0,0 0 0,0-1 0,0 0 0,-1-1 0,14-13 0,-20 18 403,0 0 0,0 0 0,0 1 1,0-1-1,-1 0 0,1 0 0,-1-1 0,1 1 0,-1 0 0,0 0 0,0-1 0,0 1 0,0-1 0,1-4 2980,-5 14-1985,0-2-992,-1 1 0,1 0-1,1 0 1,-1 0 0,1 0-1,0 1 1,1-1-1,-1 0 1,1 1 0,0 9-1,1-3-118,-1-10-23,1 1 0,0 0 0,0 0 0,1 0 0,-1 0 0,3 7 1,-3-10-5,1 1 0,0-1 0,0 1 0,0-1 0,0 0 0,0 1 0,0-1 0,1 0 0,-1 0 0,0 0 0,1 0 0,-1 0 0,0 0 0,1 0 0,-1 0 0,1 0 0,0-1 0,-1 1 0,3 0 0,7 2-98,-1 0 1,1-1-1,0 0 0,0-1 0,0 0 0,0 0 0,0-2 0,1 1 0,11-3 0,-14 1 46,-1 0 1,0 0-1,1 0 0,-1-1 0,0-1 0,0 1 0,0-1 1,-1-1-1,0 1 0,0-1 0,0-1 0,9-8 1,11-16 51,-1-2 0,-2 0 0,-1-2 0,19-38 0,60-149 1603,-136 289-145,-20 46-1393,45-91-67,0 1-1,2 1 1,1-1-1,1 1 1,1 0-1,-2 48 1,14-74-90,13-9 111,0-1-1,-1-1 1,0-1 0,0-1 0,19-18 0,39-27 43,-66 50-43,2 1 1,-1 0 0,1 1 0,0 0 0,1 2-1,-1-1 1,1 2 0,0 0 0,1 1 0,-1 0-1,0 1 1,18 1 0,-31 1-11,-1 0 1,0 0-1,0 0 0,0 0 1,1 0-1,-1 1 0,0-1 1,0 1-1,0-1 0,0 1 1,0-1-1,0 1 0,0-1 1,0 1-1,0 0 0,0 0 1,0 0-1,0-1 0,0 1 0,0 1 1,1 1 2,0 0 0,-1 0 0,1 0 0,-1 0-1,0 0 1,0 0 0,1 5 0,0 5 4,0 1 0,-1 24 0,-1-38-12,0 5-13,0 1 0,0-1 0,0 1 0,-1-1 0,0 1 0,-1-1 0,1 0 1,-1 1-1,0-1 0,0 0 0,0 0 0,-1-1 0,0 1 0,0 0 0,-5 6 0,-23 17-3171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48.3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307 320 12054,'0'0'6018,"-28"21"-5001,-90 72 154,97-77-755,0 1 0,2 2-1,0 0 1,-20 26 0,33-37-325,1 0 0,1 0 0,-1 0 0,1 1 0,1 0 0,0 0 0,0 0 0,1 0 1,0 0-1,0 1 0,1-1 0,0 18 0,1-24-89,0 0 0,0 0 0,0 1 0,0-1-1,1 0 1,0 0 0,-1 0 0,1 1 0,0-1 0,1 0 0,-1 0 0,0-1 0,1 1 0,0 0 0,0 0 0,0-1 0,0 1 0,2 2 0,1-2-1,-1 0 1,1 0-1,-1-1 1,1 1-1,0-1 1,0 0-1,0 0 1,0-1-1,1 1 1,6 0-1,17 2-48,1-2 1,35 0-1,-60-2 35,6-1-18,0 1 1,0-1-1,0-1 0,0 0 0,0 0 0,-1-1 1,1-1-1,10-4 0,-6 0-2,0 0 0,-1-1-1,0-1 1,22-19 0,-2-4 12,-1-1 0,-1-1 0,38-58 1,66-127 44,-93 142 279,38-93 0,-73 150 159,-7 19-259,-2 4-33,-15 30-88,-35 57 140,-66 158-1,91-182-144,-33 128-1,59-192-76,0 0 0,0-1 0,0 1-1,-1 0 1,1-1 0,0 1 0,0 0 0,0-1 0,0 1-1,0 0 1,0-1 0,0 1 0,0 0 0,1-1 0,-1 1-1,0 0 1,0-1 0,0 1 0,1 0 0,-1-1-1,1 2 1,-1-2 0,1 0 0,-1 0 0,1 0 0,-1 1 0,1-1 0,-1 0 0,1 0 0,-1 0 0,1 0 0,-1 0 0,1 0 0,-1 0 0,1 0 0,-1 0 0,1 0 0,-1-1 0,1 1 0,-1 0 0,1 0 0,-1 0 0,1-1 0,29-19 41,-26 17-33,311-236 154,-295 224-173,1 2 0,43-22 0,-52 30 0,-1 1 0,1 0 1,1 0-1,-1 1 1,1 1-1,-1 0 0,21 0 1,-30 2 8,0 0 0,-1 0 0,1 0 0,0 1 0,0-1 0,0 0 0,-1 1 0,1 0 0,0 0 0,-1 0 0,1 0 0,-1 0 0,1 0 0,3 3 0,-4-2 6,0 1 0,0-1 0,0 1 0,-1-1 1,1 1-1,-1 0 0,1 0 0,-1 0 0,0 0 0,0-1 0,0 2 0,1 4 0,2 17 18,3 39 1,-2-7-18,-5-56-24,0 1 0,1 0 0,-1 0-1,1-1 1,-1 1 0,1 0 0,0-1 0,-1 1 0,1 0 0,0-1 0,0 1-1,0-1 1,0 1 0,1-1 0,-1 0 0,0 0 0,0 1 0,1-1-1,-1 0 1,1 0 0,-1 0 0,1 0 0,0-1 0,-1 1 0,1 0 0,0-1-1,-1 1 1,1-1 0,0 1 0,0-1 0,-1 0 0,1 0 0,0 0 0,0 0-1,0 0 1,3-1 0,-1 1-5,1-1-1,0 0 1,-1 0-1,1 0 0,-1-1 1,1 0-1,-1 1 1,0-2-1,0 1 1,0 0-1,0-1 1,0 0-1,3-3 0,9-12 23,-2 0-1,0-1 1,-1-1-1,-1 0 1,-1-1-1,15-39 1,-25 58 6,0-1 12,0 0 0,0 0 0,0 0 0,0 0 0,0 0-1,-1 0 1,1-1 0,-1-5 0,0 9-15,0 0 0,0 0 0,0-1-1,0 1 1,0 0 0,-1 0 0,1-1 0,0 1-1,0 0 1,0 0 0,0 0 0,0-1 0,0 1-1,-1 0 1,1 0 0,0 0 0,0 0 0,0-1-1,0 1 1,-1 0 0,1 0 0,0 0 0,0 0-1,0 0 1,-1 0 0,1 0 0,0-1 0,0 1-1,-1 0 1,1 0 0,0 0 0,0 0 0,0 0-1,-1 0 1,1 0 0,0 0 0,0 0-1,-1 0 1,1 0 0,0 0 0,0 1 0,-1-1-1,1 0 1,0 0 0,-5 0 19,-5 0 11,0 1 0,0 0 0,0 0 0,0 1 0,0 0 0,-17 6 0,21-5-21,0-1-1,0 2 0,0-1 0,1 1 0,0-1 1,-1 1-1,1 1 0,0-1 0,1 1 0,-1 0 1,1 0-1,-4 6 0,6-7-10,0 0 1,0 0-1,0 0 0,0 0 1,1 1-1,0-1 0,0 1 1,0-1-1,0 9 0,0-11-10,1 1 0,0-1-1,0 0 1,1 0 0,-1 0-1,0 1 1,1-1-1,-1 0 1,1 0 0,0 0-1,-1 0 1,1 0 0,0 0-1,0 0 1,0 0 0,1 0-1,-1-1 1,0 1 0,1 0-1,-1-1 1,1 1 0,2 1-1,1 0-88,1-1 0,-1 0 0,0 0 0,1 0 0,-1-1 0,1 0 0,11 1 0,43 0-815,-45-2 673,-8 0 188,-1-1 1,1 1-1,-1-1 1,0-1-1,0 1 1,1-1-1,-1 0 0,0 0 1,-1-1-1,1 0 1,0 0-1,-1 0 1,0-1-1,1 0 1,5-5-1,-3 1 51,-1 0 0,0-1 0,0 1 0,-1-1 0,0 0 0,-1-1 0,0 1 0,5-13 0,-10 21 33,1 1 0,-1-1-1,0 0 1,1 1 0,-1-1 0,0 0 0,0 1 0,0-1 0,1 0 0,-1 1 0,0-1 0,0 0 0,0 0-1,0 1 1,0-1 0,0 0 0,0 1 0,-1-1 0,1 0 0,0 1 0,0-2 0,-1 2-13,1 0 0,-1-1-1,1 1 1,-1 0 0,1 0 0,-1 0 0,1 0 0,0 0 0,-1 0 0,1 0 0,-1 0 0,1 0 0,-1 0 0,1 0-1,-1 0 1,1 0 0,-1 0 0,1 1 0,0-1 0,-1 0 0,1 0 0,-1 1 0,-24 16 210,22-15-218,1 1-1,0 0 0,1 0 1,-1 0-1,0 0 0,1 0 1,0 1-1,0-1 0,0 0 1,-1 6-1,2-8-8,-1 1 0,1-1 0,0 0 0,0 1 0,-1-1 0,1 1 0,1-1 0,-1 1 1,0-1-1,0 1 0,0-1 0,1 1 0,-1-1 0,1 1 0,-1-1 0,1 0 0,-1 1 0,1-1 0,0 0 0,0 1 0,0-1 0,0 0 0,0 0 0,0 0 0,0 0 1,0 0-1,0 0 0,2 1 0,7 1-40,1 0 1,0-1 0,0 0 0,0-1-1,0 0 1,0 0 0,0-2-1,14 0 1,9-1-28,-27 2 68,-1 0 0,0-1 0,1 1 0,-1-2 0,0 1 0,0-1 1,0 0-1,0 0 0,0-1 0,0 1 0,-1-1 0,1-1 0,-1 1 0,0-1 0,0 0 0,0 0 0,0 0 1,-1-1-1,0 1 0,0-1 0,0 0 0,0-1 0,-1 1 0,0 0 0,0-1 0,-1 0 0,3-6 1,4-12 30,3-7 61,1 1-1,31-52 1,-43 80 186,-5 6-240,-11 10 40,2 2-1,0 0 0,0 0 0,2 1 1,0 1-1,1 0 0,1 0 0,0 1 0,2 0 1,0 0-1,1 1 0,-4 25 0,9-5-76,1-39 58,1-1 43,5-2-85,0 1 0,0-1 0,-1 0 1,1-1-1,-1 1 0,1-1 0,-1 0 0,0-1 0,0 1 0,7-7 0,-5 4-13,61-48 19,-37 28-9,0 2 1,2 1 0,36-19-1,-59 38-26,0 0 1,-1 1-1,2 0 0,-1 0 0,0 1 0,0 0 1,1 1-1,-1 1 0,1-1 0,-1 2 1,20 2-1,-29-3 11,1 1 0,-1-1 0,0 1 0,0-1 0,0 1 0,1 0 0,-1 0 0,0-1 0,0 1 0,0 0 0,0 0 0,0 0 0,-1 0 0,1 0 0,0 0 0,0 0 0,-1 1 0,2 1 0,9 26 7,-8-18-6,-1-4 5,1 0-1,0-1 1,0 1 0,0-1-1,1 0 1,-1 0-1,2 0 1,-1-1 0,1 1-1,-1-1 1,1 0-1,1 0 1,-1-1 0,1 0-1,0 0 1,0 0 0,0 0-1,0-1 1,0 0-1,1 0 1,0-1 0,8 2-1,2 0-48,1-1-1,0 0 0,0-1 0,0-2 1,0 1-1,34-6 0,-45 4 0,0 0 0,1-1 0,-1 0 0,0 0 0,0-1 0,-1 0 0,1 0 0,0-1 0,-1 0 0,0 0 0,0 0 0,0-1 0,-1 0 0,1 0 0,6-9 0,1-2-4,-1-2 0,0 1 0,-2-2 0,10-21 0,-17 35 62,0 0 1,-1-1-1,0 0 0,0 1 0,-1-1 0,1 0 0,-1 0 0,0-9 0,-1 13 87,-5 2-90,1 1 1,-1-1-1,1 1 1,-1 0-1,1 0 1,0 0-1,-1 1 1,1 0 0,0 0-1,0 0 1,0 0-1,0 0 1,0 1-1,0 0 1,1-1-1,-1 1 1,1 1-1,0-1 1,0 0-1,0 1 1,1 0 0,-1 0-1,-3 7 1,1-1 15,1 0 1,0 0-1,1 1 1,0-1-1,0 1 1,1-1-1,1 1 1,-1 21-1,2 9-26,-4 106 25,2-129-24,-1-1-1,-1 1 1,0-1 0,-1 0 0,-1 0 0,-9 19-1,8-22-8,0-1-1,-2 0 0,1 0 1,-1-1-1,-12 12 0,14-18 2,9-7 22,1-1 1,-1 1-1,0-1 0,0 0 1,0 0-1,0 0 1,0 0-1,0 0 0,2-4 1,8-9-16,197-182 31,-157 155-68,2 3 0,78-44 0,32 1-160,-163 81 137,-6 4-57,-10 7 140,1 0 0,0 0 0,1 1 1,1 1-1,-1 1 0,2-1 0,0 2 0,-16 24 1,26-37-28,0 1 1,0 0 0,1-1 0,-1 1 0,0-1 0,1 1-1,-1 0 1,1-1 0,-1 1 0,1 0 0,0 0-1,0-1 1,0 1 0,0 3 0,1-4 2,-1-1-1,0 1 1,1 0 0,-1 0-1,0-1 1,1 1 0,-1 0-1,1 0 1,-1-1-1,1 1 1,0-1 0,-1 1-1,1 0 1,0-1 0,-1 1-1,1-1 1,0 0 0,0 1-1,-1-1 1,1 0 0,1 1-1,5 0 12,0 1-1,0-2 1,0 1-1,0-1 1,14-1-1,-1 0 12,-15 1-4,1-1 0,-1 0 0,0 0 0,0 0 0,0 0 0,0-1 0,0 0 0,0 0 0,0 0 1,7-5-1,6-3 64,-17 10-27,-8-5-4645,-4-6-3822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51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284 132 13718,'0'0'8068,"-10"-14"-7695,6 7-339,2 2-13,-1 1-1,0 0 1,0-1 0,0 1-1,-1 1 1,1-1-1,-9-6 1,10 9-8,0 0 1,0 0-1,0 0 1,-1 0-1,1 0 1,0 1-1,0-1 1,-1 1-1,1 0 1,0-1-1,-1 1 1,1 0 0,0 1-1,-1-1 1,1 0-1,0 1 1,0-1-1,-1 1 1,1 0-1,0-1 1,0 1-1,0 0 1,0 0-1,0 1 1,-2 1-1,-12 6 125,-7 4 207,0 1 0,-33 28 0,50-37-279,1-1-1,0 2 1,0-1 0,0 0-1,1 1 1,0 0 0,0 0 0,1 0-1,-1 1 1,1-1 0,1 1-1,-1 0 1,1 0 0,-2 13-1,3-17-56,1 1-1,0-1 0,0 1 1,0-1-1,1 1 0,-1-1 0,1 0 1,0 1-1,0-1 0,0 0 0,0 1 1,1-1-1,-1 0 0,1 0 1,0 0-1,0 0 0,0 0 0,0-1 1,1 1-1,-1 0 0,1-1 1,-1 0-1,1 0 0,0 0 0,0 0 1,3 2-1,9 3 12,-1 0-1,2 0 1,-1-2-1,21 5 1,-29-8-8,87 16 73,-65-14-75,40 12-1,-69-16-11,1 0 0,0 0 0,0 1 0,0-1 0,0 1 0,0-1 0,0 1 0,0-1 0,-1 1 0,1 0 0,0-1 0,-1 1 0,1 0 0,0-1 0,-1 1 0,1 0 0,-1 0 1,1 0-1,-1 0 0,1 0 0,-1-1 0,0 1 0,1 0 0,-1 0 0,0 0 0,0 0 0,0 0 0,1 0 0,-1 0 0,0 0 0,0 0 0,-1 0 0,1 0 0,0 0 0,0 0 0,0 0 0,-1 0 0,0 1 0,0 2-2,-1 0 0,1 0 0,-1 0 0,0 0 0,-1 0 0,1-1 0,-6 7 0,-1-1 27,-1 0 1,0-1-1,0 0 1,-1 0 0,0-1-1,0 0 1,-18 6 0,7-4-15,1-1 1,-1-1-1,-32 6 0,54-13-9,0 0-1,0 0 1,0-1 0,0 1-1,0 0 1,0 0-1,0 0 1,0 0-1,0 0 1,0-1-1,0 1 1,0 0 0,0 0-1,0 0 1,0 0-1,0-1 1,0 1-1,0 0 1,0 0-1,0 0 1,0 0 0,0-1-1,0 1 1,0 0-1,0 0 1,0 0-1,0 0 1,0-1-1,0 1 1,0 0 0,-1 0-1,1 0 1,0 0-1,0 0 1,0 0-1,0-1 1,0 1-1,0 0 1,-1 0 0,1 0-1,0 0 1,0 0-1,0 0 1,0 0-1,-1 0 1,1 0-1,0 0 1,0 0-1,0 0 1,0 0 0,-1 0-1,1 0 1,0 0-1,0 0 1,0 0-1,0 0 1,-1 0-1,1 0 1,0 0 0,0 0-1,0 0 1,0 0-1,-1 0 1,1 0-1,0 0 1,0 1-1,0-1 1,0 0 0,0 0-1,8-11-25,-7 11 25,50-49-106,78-56 1,-46 39 127,55-51-11,138-104 86,-257 209-8,-19 12-85,1 0-1,-1-1 1,0 1-1,0 0 1,0 0-1,0 0 0,0 0 1,1 0-1,-1 0 1,0 0-1,0 0 1,0 0-1,1 0 0,-1-1 1,0 1-1,0 0 1,0 0-1,0 0 1,1 0-1,-1 0 1,0 0-1,0 0 0,0 1 1,1-1-1,-1 0 1,0 0-1,0 0 1,0 0-1,0 0 1,1 0-1,-1 0 0,0 0 1,0 0-1,0 0 1,0 1-1,0-1 1,1 0-1,-1 0 1,0 0-1,-1 3 15,1 0 1,-1 0-1,0 0 0,0 0 1,0 0-1,-1 0 1,-2 3-1,-3 9-11,-3 8 97,0 1 0,1 1 1,2 0-1,-8 47 0,9-22 22,1 79 0,5-68-97,-1 69-8,-4-113-84,4-12-13,6-14 74,15-24 3,1 1 1,31-37 0,-36 50-3,1 1 1,0 1-1,2 1 1,37-27-1,-52 40 7,1 1-1,0-1 0,-1 1 0,1 0 0,0 0 0,0 1 1,6-2-1,-10 3-3,0 0 0,1 0 1,-1-1-1,0 1 0,1 0 1,-1 0-1,0 0 0,1 1 1,-1-1-1,0 0 0,1 0 1,-1 1-1,0-1 0,1 1 1,-1-1-1,0 1 0,0-1 1,0 1-1,1 0 0,-1 0 1,0-1-1,0 1 0,0 0 1,0 0-1,-1 0 0,1 0 1,0 0-1,0 1 0,0-1 1,0 2-1,14 45-36,-12-37-5,0 0 1,1 1-1,10 20 0,-12-29 24,0 1 0,1-1-1,-1 0 1,1 0-1,-1 0 1,1 0 0,0 0-1,0-1 1,0 1 0,0-1-1,1 0 1,-1 0-1,1 0 1,-1-1 0,1 1-1,4 1 1,4-1-276,-1 0 0,0 0 0,0-1 1,0-1-1,14 0 0,-3-1-204,-13 1 342,-1-1-1,1-1 0,-1 0 0,1 0 0,-1 0 0,0-1 0,0 0 0,0-1 0,0 0 0,-1 0 0,12-9 0,-10 7 117,0-2 1,0 1-1,0-1 0,-1 0 1,0-1-1,-1 0 0,0 0 1,7-13-1,-13 20 86,0 0 1,0-1-1,0 1 0,0 0 1,0 0-1,-1-1 0,1 1 0,-1 0 1,1-4-1,-1 4 563,-6 2-473,-3 0 19,1 0 1,-1 0-1,0 1 1,0 0-1,0 0 0,-11 4 1,18-4-152,1 0 0,-1 0 0,0 0-1,0 0 1,1 0 0,-1 0 0,1 1 0,-1-1 0,1 0 0,-1 1 0,1-1 0,0 1-1,0-1 1,0 1 0,-1 0 0,2 0 0,-1-1 0,0 1 0,0 0 0,1 0 0,-1 0-1,1 0 1,-1 0 0,1 0 0,0 0 0,0 0 0,0 0 0,0 0 0,0 0 0,0 0-1,0 0 1,1 0 0,-1 0 0,2 2 0,-2-3-11,1 1 0,0-1 0,-1 1 0,1-1 0,0 1 0,0-1 0,0 0 0,0 1 0,0-1 0,1 0 0,-1 0 0,0 1 0,0-1 0,1 0 0,-1-1 0,1 1 0,-1 0 0,1 0 0,-1-1 0,1 1 0,-1 0 0,1-1 0,0 0 0,2 1 0,44 4-239,-44-5 202,4 1 1,1-1-1,-1 0 1,0 0-1,0-1 1,0 0 0,12-4-1,-17 4 44,1 0 0,-1-1 1,0 0-1,0 0 0,0 0 0,0 0 0,0-1 0,0 1 0,-1-1 0,1 0 0,-1 1 1,0-1-1,0 0 0,0 0 0,3-7 0,-1 2 33,0-1 0,-1 0 0,0 0 0,0 0 0,-1 0 0,-1 0 0,1 0 0,-2 0 0,1-17-1,-1 25-64,0 0-1,1 0 0,-1 1 0,0-1 0,1 0 0,-1 0 1,1 1-1,-1-1 0,1 0 0,-1 0 0,1 1 0,0-1 1,-1 1-1,1-1 0,0 0 0,-1 1 0,1-1 0,0 1 0,0 0 1,0-1-1,-1 1 0,1 0 0,0-1 0,0 1 0,0 0 1,0 0-1,0 0 0,0 0 0,1 0 0,35-3-2762,-25 2 1720,16-2-746,24-1-444,-15 2 3720,-37 6-3,0 83 3245,0 48-3473,0-134-1225,0 0 1,0 1-1,0-1 0,0 0 1,0 1-1,0-1 0,0 0 1,1 1-1,-1-1 0,0 0 1,1 1-1,-1-1 0,1 0 1,-1 0-1,1 1 0,0-1 1,-1 0-1,1 0 0,0 0 1,0 0-1,0 0 0,0 0 0,0 0 1,2 1-1,0-1 1,0 0 0,0 0 0,0-1 0,0 1 0,0-1 0,1 0 0,-1 0 0,5 0 0,3 0 6,-6-1-8,-1 1-1,0-1 1,0 0 0,0 0-1,0 0 1,0 0 0,0-1-1,0 0 1,0 0 0,0 0-1,-1 0 1,1 0 0,-1-1 0,1 1-1,-1-1 1,3-4 0,7-6 4,-2-2 1,16-23-1,-12 16 47,-10 17 174,-3 8 283,-2-2-489,0 0 0,0 0 0,1 0 0,-1 0 0,1 0 0,-1 0 0,1 0 0,-1 0 0,1 0 0,-1 0 0,1 0 0,0 0 0,0 0 0,0 0 0,-1-1 0,3 2 0,2 1-4,0 0 1,0-1-1,1 0 0,-1 0 1,1 0-1,-1-1 0,1 0 1,0 0-1,9 1 0,60-3 27,-52 0-42,-16 1-6,0-1 0,0 0 1,0 0-1,-1-1 1,1 0-1,0 0 0,-1 0 1,1-1-1,-1 0 0,11-7 1,-7 3 2,-1-1 1,0 1-1,-1-1 1,1-1-1,12-17 1,-6 4 16,-1-1 1,-1-1 0,-2 1 0,18-51 0,-6-24 67,-19 78 540,-7 33-598,-2 0-1,-11 23 0,9-20 49,-11 30 0,10-10-51,2 0 1,0 1-1,3-1 0,1 53 1,2-86-54,0 0 0,0 0 0,0 0 0,0 0 1,1 0-1,0 0 0,-1 0 0,1-1 0,0 1 0,0 0 1,0 0-1,1-1 0,-1 1 0,0-1 0,3 4 1,-1-4-59,-1 0 0,0 0 0,1-1 0,0 1 0,-1-1 0,1 1 0,0-1 0,0 0 0,-1 0 0,1 0 1,0 0-1,0-1 0,0 1 0,0-1 0,4 0 0,16 2-1162,1-1 0,38-4 1,-51 1 802,-1 0 1,1 0 0,0-1-1,0 0 1,-1-1 0,0 0-1,17-10 1,2-4-747,52-43 0,-69 51 1440,0-2 0,-1 1 0,0-2 0,-1 1 0,0-2 0,9-16 0,-17 28 323,-1-1 0,0 1 0,0-1 0,0 1 0,-1 0 0,1-1 0,-1 0 0,1 1 0,-1-1 0,0-3 0,-4 5 315,-2 2-802,0 0-1,1 0 0,-1 0 0,1 1 1,-1 0-1,1 0 0,0 0 1,-1 1-1,1 0 0,1 0 1,-1 0-1,0 0 0,1 1 0,-1 0 1,1 0-1,0 0 0,-4 6 1,3-4-40,0 0 1,1 1-1,0-1 1,0 1 0,0 0-1,1-1 1,0 2-1,0-1 1,1 0 0,0 0-1,0 1 1,1-1-1,-1 10 1,2-16-42,1 0 0,-1 0 0,0-1-1,1 1 1,-1 0 0,1 0 0,-1-1 0,1 1 0,-1-1 0,1 1 0,-1 0 0,1-1 0,0 1-1,-1-1 1,1 0 0,0 1 0,-1-1 0,1 1 0,0-1 0,0 0 0,-1 1 0,1-1 0,0 0-1,0 0 1,-1 0 0,1 0 0,0 0 0,0 0 0,0 0 0,0 0 0,34 1 17,-26-1-10,-4-1-9,0 1 0,-1 0 0,1-1-1,0 0 1,0 0 0,0-1 0,-1 1 0,1-1-1,0 0 1,-1 0 0,0-1 0,1 1-1,-1-1 1,0 0 0,-1 0 0,1 0 0,0-1-1,-1 1 1,0-1 0,0 0 0,0 0 0,4-6-1,3-9 4,-1 0 0,0-1 0,-2 0 0,6-21 0,3-7 32,-10 29 10,-5 13 61,2-1 1,-1 1-1,1 0 1,3-7-1,-6 13-93,0 0-1,0 0 0,0 0 1,0 0-1,0 0 0,0 0 0,1 0 1,-1 0-1,0 0 0,0 0 0,0 0 1,0 0-1,0 0 0,0 0 1,0 0-1,0 0 0,0 0 0,0 0 1,0 0-1,0 1 0,0-1 1,0 0-1,0 0 0,0 0 0,0 0 1,0 0-1,0 0 0,1 0 0,-1 0 1,0 0-1,0 0 0,0 0 1,0 0-1,0 0 0,0 0 0,0 0 1,0 0-1,0 0 0,0 0 0,0-1 1,0 1-1,0 0 0,0 0 1,0 0-1,0 0 0,1 0 0,-1 0 1,0 0-1,0 0 0,0 0 0,0 0 1,0 0-1,0 0 0,0 0 1,0 0-1,0 0 0,0 0 0,0 0 1,0 0-1,0 0 0,0 0 1,0-1-1,0 9 172,0-7-208,1 62 146,-5 120 368,1-165-819,-1 0 1,0 0 0,-1-1-1,-1 0 1,-12 23 0,7-21-2381,1-11-4023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51.9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 0 13382,'0'0'7852,"4"17"-7111,0 2-569,0 1-1,-1-1 1,-2 1-1,0 0 1,0-1-1,-5 29 1,-8 3 284,-36 94 0,-4 12-63,50-143-367,2-12-2,0-5 51,1-6-45,0 0 1,0 0-1,1 0 0,0 1 1,0-1-1,1 0 0,0 1 1,6-12-1,7-8-33,19-28 1,-30 48 9,10-13 4,1 0 0,0 2 0,33-31 0,-38 40-10,0 1 0,1 0 0,0 1 1,1 0-1,0 0 0,0 2 0,27-10 0,-39 15 6,1 0 1,-1 1-1,1-1 0,0 1 1,0-1-1,-1 1 0,1 0 1,0-1-1,0 1 0,-1 0 1,1 1-1,0-1 0,0 0 1,-1 0-1,1 1 0,0-1 1,-1 1-1,1-1 0,0 1 1,-1 0-1,1-1 0,-1 1 1,2 1-1,0 2 9,-1-1 1,0 0-1,0 1 1,0-1-1,0 1 1,0-1-1,-1 1 1,2 6-1,-3-9-14,10 29 73,1-1 1,28 51 0,-33-70-197,1 0-1,0 0 1,0 0-1,0-1 0,1-1 1,1 1-1,-1-1 1,2 0-1,-1-1 0,18 10 1,-24-15-227,0 0 1,1 0 0,-1-1-1,1 1 1,-1-1-1,1 0 1,0 0 0,-1 0-1,1 0 1,0-1-1,0 1 1,0-1-1,0 0 1,-1 0 0,1-1-1,0 1 1,0-1-1,0 0 1,-1 0 0,1 0-1,0 0 1,-1-1-1,1 1 1,-1-1 0,0 0-1,1 0 1,-1 0-1,0-1 1,0 1 0,0-1-1,-1 1 1,1-1-1,-1 0 1,1 0 0,-1 0-1,3-6 1,35-67-396,-25 43 2518,2 2 0,2 0 0,38-50 0,-57 80-1621,1 1-1,-1-1 1,1 1-1,-1-1 1,1 1-1,-1-1 1,1 1-1,-1-1 1,1 1-1,-1-1 1,1 1-1,0-1 1,-1 1-1,1 0 1,0 0-1,-1-1 1,1 1-1,0 0 1,-1 0-1,2 0 1,7 8 2104,5 7-2246,-8-11-6,0-1 0,1 1 1,0-1-1,-1 0 0,1 0 0,0-1 1,1 0-1,-1 0 0,0-1 1,10 1-1,5-1-19,1 0-1,24-4 1,-41 3 11,-1-1 0,1 0 0,-1-1 0,1 1 0,-1-1-1,1 0 1,-1-1 0,0 1 0,0-1 0,0 0 0,7-6 0,-9 7 8,0 0 0,-1-1 0,0 1 0,1-1 1,-1 1-1,0-1 0,0 0 0,0 0 0,0 0 0,-1 0 1,1 0-1,-1 0 0,0 0 0,0-1 0,0 1 0,0 0 0,-1-1 1,1 1-1,-1-1 0,0-5 0,0 8-2,0 0 0,0 1-1,0-1 1,0 1 0,-1-1 0,1 1 0,0-1-1,0 1 1,0-1 0,0 1 0,-1-1 0,1 1 0,0-1-1,-1 1 1,1 0 0,0-1 0,-1 1 0,1-1-1,0 1 1,-1 0 0,1-1 0,-1 1 0,1 0-1,-1-1 1,1 1 0,-1 0 0,0-1 0,-8-1 37,-1 0 1,0 1-1,1 0 1,-1 0-1,-18 1 1,15 0-14,0 0 40,0 1 1,0 0-1,0 1 0,1 0 0,-1 1 0,1 0 0,-1 1 1,1 0-1,0 1 0,1 1 0,-1 0 0,1 0 0,0 1 1,1 0-1,-1 1 0,1 0 0,-11 13 0,16-15-38,1-1-1,0 1 1,0 0-1,0 0 1,0 1-1,1-1 1,0 1-1,1 0 1,0-1-1,0 1 1,0 0-1,0 0 1,1 1-1,1-1 1,-1 0-1,1 0 1,2 14-1,-2-15-30,1 0-1,0 1 1,0-1 0,1 0-1,-1 0 1,2 0-1,-1 0 1,1-1 0,-1 1-1,1-1 1,1 1-1,-1-1 1,1 0 0,0 0-1,0 0 1,1-1-1,-1 0 1,1 1-1,0-2 1,0 1 0,0 0-1,1-1 1,-1 0-1,9 3 1,3 1-140,-1-1 1,1-1-1,0-1 0,0 0 1,1-1-1,-1 0 0,31-1 1,-2-1-432,47-2-1217,-81 0 816,-1 0-1,1-1 1,-1-1-1,1 0 1,19-8 0,29-20-6588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8:54.2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1 394 12022,'0'0'7582,"29"13"-6854,91 48-61,-115-57-620,1 0 1,-1 0 0,0 0-1,-1 0 1,1 1-1,-1 0 1,1 0-1,-1 0 1,-1 0-1,1 1 1,-1 0-1,0-1 1,0 1-1,-1 0 1,0 0 0,0 1-1,2 11 1,1 1 107,2 9 105,-2 0 0,-1 0 0,-2 0 1,0 1-1,-3 30 0,1-54-243,-1 0 1,1 0 0,-1 0-1,1 0 1,-1 0-1,-1 0 1,1 0 0,-1 0-1,0 0 1,0 0-1,0-1 1,-1 1-1,1-1 1,-1 0 0,0 0-1,-1 0 1,1 0-1,-1 0 1,1-1 0,-1 1-1,0-1 1,0 0-1,-1 0 1,1-1 0,-1 1-1,1-1 1,-1 0-1,0 0 1,0 0 0,0-1-1,-5 1 1,-33 0 189,32-2-115,10 0-80,0 0 0,0 0 0,1 0 0,-1-1 0,0 1 0,0 0 0,0-1 0,0 1 0,0 0 0,1-1 0,-1 1 0,0-1 0,0 0 0,1 1 0,-1-1 0,0 1 0,1-1 0,-1 0 0,1 0 0,-1 1 0,1-1 0,-1 0 0,1 0 0,-1 0 0,1 0 0,0 1 0,-1-1 0,1 0 0,0 0 0,0 0 0,0 0 0,0 0 0,0-1 0,-1-39 276,2 30-189,0 3-79,0 0 0,0-1 0,1 1 1,1 0-1,-1 0 0,1 1 1,0-1-1,1 0 0,0 1 0,0 0 1,0 0-1,1 0 0,9-9 1,7-7 23,2 1 0,31-23 0,27-21-3524,3 4 0,164-92 0,-242 152 2773,-1 0 0,0 0 0,0 0 0,1 1 0,-1-1 0,1 1 0,-1 1 0,1-1 0,11 1 0,-17 0 729,0 0 0,0 0-1,0 0 1,0 0 0,1 0-1,-1 0 1,0 0-1,0 0 1,0 0 0,0 0-1,1 0 1,-1 0 0,0 0-1,0 0 1,0 0-1,0 0 1,1 0 0,-1 1-1,0-1 1,0 0 0,0 0-1,0 0 1,1 0-1,-1 0 1,0 0 0,0 0-1,0 1 1,0-1 0,0 0-1,0 0 1,0 0-1,0 0 1,1 1 0,-1-1-1,0 0 1,0 0 0,0 0-1,0 0 1,0 1-1,0-1 1,0 0 0,0 0-1,0 0 1,0 0 0,0 1-1,0-1 1,0 0-1,0 0 1,0 0 0,0 1-1,0-1 1,-1 0 0,1 0-1,0 0 1,0 5 520,0 2-9,-1 1 0,0-1 0,0 0 0,-1-1 0,0 1 0,0 0 0,-4 8 0,-28 49 2395,1 0-977,29-53-1586,0 1 1,1-1-1,1 1 1,0 0-1,1 0 1,-1 19-1,2-29-347,0-1 0,0 1 1,0 0-1,0 0 0,1-1 0,-1 1 0,0 0 0,1-1 0,0 1 0,-1 0 0,1-1 0,0 1 0,0-1 1,-1 1-1,1-1 0,1 1 0,-1-1 0,0 0 0,0 1 0,0-1 0,1 0 0,-1 0 0,0 0 1,1 0-1,-1 0 0,1 0 0,-1 0 0,1-1 0,2 2 0,4 0 19,-1-1 0,1 0 0,0 0 0,0 0-1,10-2 1,-9 1-22,2 0 5,1 0 0,-1-1 0,1 0 0,14-5 0,-20 5-3,0-1 0,-1-1 0,1 1 0,0-1 0,-1 0 0,0 0 0,1-1 0,-1 1 0,7-8 0,-4 3 54,0-1 1,-1 0 0,1 0 0,-2-1-1,1 1 1,-2-1 0,1-1-1,-1 1 1,-1-1 0,0 0 0,0 0-1,-1 0 1,0-1 0,-1 1-1,-1-1 1,1-12 0,-2 23-61,0 0 0,0 0 0,0 0 0,-1-1 1,1 1-1,0 0 0,0 0 0,-1 0 0,1 0 0,-1 0 1,1 0-1,-1 1 0,1-1 0,-1 0 0,1 0 0,-1 0 0,0 0 1,0 1-1,1-1 0,-1 0 0,0 1 0,0-1 0,0 0 0,0 1 1,0-1-1,0 1 0,0-1 0,0 1 0,0 0 0,-1-1 0,-5 0-3,1 0-1,0 0 0,-1 1 1,-7 0-1,3 0 19,-20-2 48,-48 6 1,68-3-2,0 1 0,-1 1 0,1 0 0,0 0 0,0 1 0,0 0 1,-14 9-1,15-7 29,1 0 0,0 0 0,0 0 0,0 1 0,1 1 0,-15 16 0,20-20-74,-1 1 1,2 0 0,-1 0 0,0 0 0,1 0 0,0 0 0,0 0 0,1 1 0,0-1 0,-1 1 0,2-1 0,-1 1 0,1-1-1,0 1 1,1 10 0,-1-14-26,1 1-1,-1 0 0,1 0 0,0-1 0,0 1 0,1-1 1,-1 1-1,0-1 0,1 0 0,0 1 0,-1-1 1,1 0-1,0 0 0,0 0 0,0 0 0,0 0 1,1-1-1,-1 1 0,5 2 0,4 2 9,1-1 0,0 0 0,13 3 0,-1-1-53,1-2 0,-1-1 0,1 0 0,25-1 0,101-8-316,-134 3 328,0-1-1,0 0 1,-1-2-1,1 0 1,-1 0-1,0-2 1,-1 0-1,0-1 1,0 0-1,0-2 1,-1 1 0,0-2-1,-1 0 1,17-17-1,6-13-25,-1 0 0,-3-3 1,33-54-1,-51 76 50,-9 11-2,-7 8-12,-8 5-36,9-1 47,-11 5 38,0 0 1,1 1-1,-1 1 0,1 0 0,1 1 0,0 0 1,-10 10-1,5-5 44,-3 3 82,1 1 1,-20 27-1,31-37-114,1-1 0,0 1 0,0 0 0,1 0-1,0 1 1,1-1 0,0 1 0,0 0 0,-2 14 0,5-21-34,-3 52 56,3-51-62,0 0 0,0 0 1,1 0-1,-1 0 1,1 0-1,0 0 1,-1 0-1,1 0 1,1-1-1,-1 1 1,0 0-1,1-1 1,-1 1-1,1-1 1,2 4-1,1-3 4,0 0-1,0 0 0,0 0 0,1 0 0,-1-1 1,0 0-1,1 0 0,0-1 0,-1 1 1,1-1-1,6 0 0,72 3-190,-79-4 159,23 0-57,-14 1 53,0-1-1,1 0 1,-1 0-1,0-2 1,0 0 0,0-1-1,0 0 1,-1-1-1,20-8 1,-13 1 36,-1-1 0,0-1 0,-1-1 0,0 0 0,-2-1 0,0-1 0,0-1 0,20-29 0,-49 53 102,7-2-85,-1 0 0,1 1-1,0 0 1,1 0 0,0 1-1,0 0 1,-5 7 0,8-11-14,0 1 0,1-1 0,-1 0 0,1 1 0,-1 0 1,1-1-1,0 1 0,1 0 0,-1-1 0,0 1 0,1 0 0,0 0 0,0 0 1,0 0-1,1-1 0,-1 1 0,1 0 0,2 6 0,-2-8-8,0-1 0,0 0-1,1 1 1,-1-1 0,0 0-1,1 0 1,-1 0 0,1 0-1,0 0 1,-1 0 0,1-1-1,-1 1 1,1 0 0,0-1 0,0 1-1,-1-1 1,1 0 0,0 1-1,0-1 1,0 0 0,-1 0-1,1 0 1,0-1 0,2 1-1,2 0-7,13 1-68,1-1-1,33-5 1,-46 4 65,-1 0 0,0-1 0,1 0 0,-1 0 0,0 0 1,0-1-1,0 0 0,-1 0 0,1-1 0,-1 1 0,1-1 0,5-6 0,2-4 14,-1-1-1,-1 0 0,-1 0 0,0-1 0,-1 0 0,0-1 0,-2 0 0,7-20 0,-14 37 50,-9 43 151,10-13-182,0-29-19,-1 0 1,0 0-1,0 0 1,1 0-1,-1 0 1,1 0-1,-1-1 1,1 1-1,-1 0 1,1 0-1,-1 0 1,1 0-1,0-1 1,-1 1-1,1 0 1,0 0-1,0-1 1,0 1-1,0-1 1,-1 1-1,3 0 1,7 1-4,0 0 0,1 0 0,-1-1 1,1-1-1,15 0 0,-8-1-23,-13 1 25,-1 0 0,1 0 0,-1-1 0,0 0 0,1 0 0,-1 0 0,0-1 0,0 1 1,0-1-1,0 0 0,0 0 0,0 0 0,-1-1 0,6-4 0,1-2 19,0-1-1,-1-1 1,10-13-1,-4 5 31,-12 19 19,-2 8-41,-2 10 19,0-4-1,0-8-19,0-1 0,1 1 0,0 0 0,1 10-1,0-15-22,-1 1 0,0-1-1,1 1 1,-1-1 0,1 1-1,0-1 1,0 1 0,-1-1-1,1 0 1,0 1 0,0-1-1,0 0 1,0 0 0,0 0-1,1 0 1,-1 0 0,0 0-1,1 0 1,-1 0 0,0 0 0,3 1-1,5 0 9,0 1 0,0-1 1,1-1-1,-1 1 0,0-2 0,1 1 0,13-2 0,-5 1-13,-10-1 3,-1 0-1,0 0 0,1 0 1,-1-1-1,0 0 0,0 0 1,0-1-1,0 0 1,-1 0-1,1-1 0,-1 0 1,0 0-1,0 0 0,0-1 1,0 0-1,7-9 1,-5 6 6,-1-1 1,0 0-1,-1 0 1,0-1-1,0 1 1,-1-1-1,-1 0 1,1-1-1,-2 1 1,4-16 0,-6 25-12,0 0 1,-1 0 0,1 0 0,0 0 0,-1 0-1,1 0 1,0 0 0,0 0 0,0 1 0,0-1 0,0 0-1,0 1 1,0-1 0,0 0 0,0 1 0,0-1-1,0 1 1,0 0 0,0-1 0,0 1 0,1 0-1,-1 0 1,0 0 0,0 0 0,0-1 0,1 2 0,-1-1-1,0 0 1,0 0 0,2 1 0,2-1 3,4 0 3,-1 1 0,1-2 1,0 1-1,0-1 0,0-1 1,-1 0-1,1 0 0,-1 0 0,16-8 1,-20 8-5,8-4 6,0-1 1,-1 0 0,12-9 0,-21 14-8,1 0 0,-1 1 0,0-1 0,-1 0-1,1 0 1,0 0 0,0 0 0,-1 0 0,0 0 0,1-1 0,-1 1-1,0 0 1,0-1 0,0 1 0,0-1 0,0 1 0,-1-1 0,1 1-1,-1-1 1,0 0 0,0 1 0,0-1 0,0-4 0,0 6-1,-1-1 0,1 1 0,-1 0 0,0-1 0,1 1 1,-1 0-1,0-1 0,0 1 0,0 0 0,0 0 0,0 0 1,0-1-1,0 1 0,0 0 0,0 0 0,0 1 0,-1-1 1,1 0-1,-3-1 0,-30-7-16,29 8 17,-33-5 12,-1 3-1,-62 1 1,67 2 37,23 0-4,0 0 0,-1 1 1,1 0-1,0 1 1,0 0-1,-16 5 1,24-6-33,0 1 1,0-1 0,0 1 0,0-1-1,0 1 1,0 0 0,1 0 0,-1 1 0,1-1-1,0 0 1,0 1 0,0 0 0,0-1-1,0 1 1,0 0 0,1 0 0,-1 0-1,1 0 1,0 0 0,0 0 0,0 0-1,0 1 1,0-1 0,1 0 0,-1 7 0,1-8-10,0-1 1,0 1-1,0 0 1,0 0-1,0-1 1,1 1-1,-1 0 1,0 0-1,1-1 1,0 1-1,-1 0 1,1-1-1,0 1 1,0 0-1,0-1 1,0 1-1,0-1 1,0 0-1,0 1 1,0-1 0,0 0-1,1 0 1,1 2-1,2 0 6,0-1-1,0 1 0,1-1 1,-1 0-1,9 2 1,-8-2-3,20 5 25,1-1 0,-1-1-1,30 2 1,82-4 45,-137-3-75,6 0 3,-1 0 1,1 0-1,0-1 0,-1 0 1,1 0-1,-1-1 0,7-2 1,-10 3-3,0 0 0,-1-1-1,1 1 1,-1-1 0,1 0 0,-1 0 0,0 0 0,0 0 0,0 0 0,0 0 0,0-1 0,0 1 0,-1-1 0,1 1 0,-1-1 0,0 0 0,1 1 0,0-4 0,1-8-11,0-1-1,0 1 1,-1-1 0,-1 0-1,-1-23 1,-9 38-162,5-1 151,-18 1 43,22 0-25,-1 0 0,0 0 0,1 0 0,-1 0 0,1 0 0,-1 0 0,1 0 1,-1 0-1,1 0 0,-1 0 0,1 0 0,-1 0 0,0 1 0,1-1 0,-1 0 0,1 0 0,0 1 1,-1-1-1,1 0 0,-1 1 0,1-1 0,-1 0 0,1 1 0,0-1 0,-1 1 0,1-1 1,-1 1-1,22 0 4,6-1 55,-7 1 5,-1-2 1,38-4-1,-51 4-49,0-1 0,0 0 0,0 0 0,0 0 0,0-1-1,0 1 1,-1-1 0,1-1 0,-1 1 0,0-1 0,0 0 0,0 0 0,5-6-1,-5 6 15,-4 3-10,0 1 0,0-1-1,0 0 1,0 0 0,-1 0 0,1 0 0,0 1 0,0-1 0,0 0 0,-1-1 0,1 1 0,-1 0 0,1 0 0,-1 0 0,1 0 0,-1 0 0,1 0 0,-1-1 0,0 1 0,0 0 0,0 0 0,0-3 0,0 3-31,0-12-258,0-161 534,0 174-266,-1 0 0,1 0 1,-1 0-1,0 0 0,1 0 0,-1 0 1,0 0-1,1 0 0,-1 0 1,1 0-1,-1 0 0,0 1 0,1-1 1,-1 0-1,1 1 0,-1-1 1,0 1-1,-3 4-9,1 0-1,0 1 1,1-1 0,-1 1-1,1 0 1,0 0 0,0 0-1,0 8 1,-2 7 7,1 0 1,2 0-1,1 40 1,-1 20-141,1-79 87,0 1 0,0-1-1,-1 0 1,1 1 0,-1-1 0,1 0 0,-1 0 0,0 0 0,0 0-1,0 1 1,0-1 0,0 0 0,0-1 0,0 1 0,-1 0 0,1 0-1,-1 0 1,0-1 0,1 1 0,-3 1 0,0-1-490,0 0 0,0-1 0,0 1 0,-1-1 0,1 0 0,0 0 1,0 0-1,-1-1 0,-8 1 0,-31-1-9048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36.4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61 12726,'0'0'11803,"5"-10"-10392,18-30-64,-18 30-96,-6 15-277,-9 33-83,-2-1 0,-25 54 0,7-20-309,-17 67-582,27-76 0,14-45 0,0-10-16,5-15-337,2 5 7,1-35-2302,2 1 0,2 0-1,13-45 1,-10 42-869,20-76-11400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36.6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781 1 17592,'0'0'6387,"21"27"-4685,68 98-800,-78-109-768,0 1 0,-2 1 0,0 0 1,-1 0-1,-1 1 0,0 0 0,4 23 0,-6-7 138,-1 0 0,-2 57 0,-2-77-209,-1-1 1,-1 1-1,0 0 1,0-1-1,-2 0 1,0 1-1,0-1 1,-2-1-1,1 1 1,-2-1-1,0 0 1,0 0-1,-1-1 1,-14 17-1,5-11-3,0 0-1,-1-1 1,0 0-1,-1-2 1,-1 0-1,-1-2 1,0 0-1,-1-1 1,0-1 0,-27 9-1,-5-2-115,-1-2-1,0-2 1,-73 8 0,-44-7-2212,140-14-160,-50-7 0,63 2-1273,-33-10-1,51 14 3662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38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7 107 9108,'0'0'10453,"-2"-3"-8858,2 3-1557,0-1 92,-1 0-1,1 1 1,-1-1 0,1 0-1,-1 1 1,1-1 0,0 0-1,-1 1 1,1-1 0,0 0-1,0 0 1,0 1 0,-1-1-1,1 0 1,0 0 0,0 0 0,0 0-1,1 0-12,0 0 0,0 0 0,0 1 0,0-1 1,0 0-1,0 1 0,0-1 0,0 1 0,0-1 0,0 1 0,0-1 0,1 1 0,-1 0 0,0 0 0,0 0 0,2-1 0,92-14 1830,111-4 0,-105 12-1439,-57 3-313,37-2 315,95-20-1,-167 23-482,-8 3-147,-20 1-2028,-35 7-1459,-28 4-5298,32-9-817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38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15207,'0'0'8884,"66"185"-8180,-63-125 401,6 1-385,-9-7-192,0-5-175,0-4-161,0-8-144,0-7-48,0-12-160,0-12-897,10-36-4529,14-37-705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39.5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0 4610,'0'0'14428,"4"27"-12390,1 8-1288,16 137 1344,-18-120-1189,-3 81-1,-1-113-724,-2 1-1,0-1 1,-2 0-1,0 0 1,-1 0-1,-16 36 1,11-36-123,0 1 0,-1-1-1,-1-1 1,-1 0 0,-17 17 0,23-31-29,8-11-21,0 2-2,1-9-26,1-1-1,0 0 0,1 1 1,0-1-1,1 1 0,1 0 1,0 0-1,1 1 0,0-1 1,1 1-1,15-21 0,-12 20 18,0 0 1,1 1-1,0 0 0,1 1 0,0 0 1,1 1-1,0 1 0,0 0 0,1 0 0,19-8 1,-20 13 6,0 0 0,0 1 1,0 0-1,1 1 0,-1 1 0,1 0 1,21 2-1,-15-1 16,-18 0-16,1 0-1,0 0 1,0 0 0,0 1-1,0-1 1,0 1-1,0-1 1,0 1 0,-1 0-1,1 0 1,0 1-1,-1-1 1,1 0 0,0 1-1,2 2 1,-2-1 3,0 1 1,-1-1-1,1 0 0,-1 1 1,0-1-1,0 1 1,0-1-1,-1 1 0,1 0 1,1 7-1,9 49 55,-11-48-56,1-1 0,0 1 0,0-1 0,2 1 1,-1-1-1,1 0 0,1 0 0,0-1 0,7 12 0,-9-19-7,1-1 1,-1 1-1,0 0 0,1-1 1,0 0-1,0 0 0,0 0 1,0 0-1,0-1 0,0 1 0,0-1 1,0 0-1,0 0 0,1-1 1,-1 1-1,7-1 0,-3 0 2,1 0-1,-1 0 0,1-1 0,-1 0 1,1 0-1,-1-1 0,14-5 0,-13 3 4,0-1-1,-1 0 1,0-1-1,0 0 0,0 0 1,-1-1-1,0 0 0,0 0 1,9-13-1,6-10 3,20-40 0,-33 54 2,-4 8 4,0 0 1,-1 0-1,1-1 1,-2 0 0,1 0-1,-1 0 1,-1 0 0,0 0-1,0-1 1,1-14 0,-7 23 68,-4 1-60,0 0 0,1 0 1,-1 1-1,1 1 0,-1-1 0,1 1 1,-1 0-1,1 1 0,0 0 1,0 0-1,0 0 0,1 1 1,-1 0-1,1 0 0,0 1 1,0 0-1,-10 10 0,11-10 4,1 0 0,-1 0 0,1 0 0,0 1 0,1 0-1,-1 0 1,1 0 0,0 0 0,1 0 0,-1 0 0,1 1 0,1-1 0,-1 1-1,1 0 1,0-1 0,0 1 0,1 0 0,0 0 0,1 7 0,-1-12-24,1 0 0,-1 0 0,1-1 0,-1 1 0,1 0-1,0 0 1,-1 0 0,1-1 0,0 1 0,0 0 0,0-1 0,0 1 0,1 0 0,-1-1 0,0 0 0,1 1 0,2 1 0,0-1 1,-1 1 0,1-1 0,0 0 0,1-1 0,-1 1 0,0 0 0,7 0 0,7 1-141,0-1 1,36 0 0,-46-2 19,3 0-340,0-1-1,0 1 1,0-2 0,0 0 0,0 0-1,-1-1 1,1 0 0,-1-1 0,0 0 0,0 0-1,0-1 1,0-1 0,11-8 0,30-24-6429,-2-1-5655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40.4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77 242 8516,'0'0'14900,"8"14"-13294,-6-10-1507,5 7 120,-1 0 0,0 0 0,-1 1 0,0 0 0,-1 0 0,0 0 0,-1 1 0,0-1 0,1 14 0,-1 177 1282,-3-149-1286,0-47-195,0 1 1,0-1-1,-1 0 0,0 1 1,-1-1-1,0 0 1,0 0-1,0 0 1,-4 7-1,5-11-18,-1-1-1,0 1 0,1-1 1,-1 0-1,0 1 1,0-1-1,-1 0 1,1 0-1,0 0 0,-1 0 1,1-1-1,-1 1 1,1 0-1,-1-1 0,0 0 1,0 0-1,0 0 1,1 0-1,-1 0 1,0-1-1,0 1 0,0-1 1,0 0-1,-5 0 1,7 0 1,-1 0 0,0 0 0,0-1 0,0 1 1,1-1-1,-1 0 0,0 1 0,0-1 0,1 0 0,-1 0 1,1 0-1,-1 0 0,1 0 0,-1-1 0,1 1 0,0 0 0,-1-1 1,1 1-1,0 0 0,0-1 0,0 0 0,0 1 0,0-1 1,1 0-1,-1 1 0,0-1 0,0-3 0,-2-7-2,0 1 0,1-1 0,-1-14-1,2 21-6,-2-26-29,2 1 0,0-1-1,2 0 1,1 1 0,7-34 0,-5 48 31,0 1 1,0-1-1,2 1 1,0 1-1,1-1 1,0 1-1,1 0 1,0 1-1,1-1 1,1 2-1,19-21 1,-19 24 11,0 1 0,0 1 1,0-1-1,1 2 0,0-1 1,0 1-1,1 1 0,-1 0 0,1 1 1,22-5-1,-9 4-9,-1 2 1,1 1-1,0 1 0,37 2 1,-57-1-4,0 1 1,0 0-1,0 0 1,1 0-1,-1 0 1,0 1-1,0 0 0,-1 0 1,1 0-1,0 0 1,-1 1-1,9 6 1,-10-6 0,-1-1 0,1 1 0,-1 0 1,1 0-1,-1 0 0,0 1 0,0-1 1,0 1-1,-1-1 0,1 1 0,-1-1 0,0 1 1,0 0-1,0-1 0,0 1 0,-1 0 1,0 0-1,1 5 0,-1-6 2,0 1 0,0-1 1,0 1-1,-1-1 0,1 1 0,-1-1 1,1 1-1,-1-1 0,-1 1 0,1-1 0,0 0 1,-1 0-1,1 1 0,-1-1 0,0 0 1,0-1-1,0 1 0,-1 0 0,1 0 0,0-1 1,-1 1-1,0-1 0,-4 3 0,0 0 6,-1 0 1,0 0-1,0-1 0,-1 0 0,1-1 0,-1 0 1,0 0-1,1-1 0,-14 3 0,-5-3-10,-50 0-1,53-2 5,19 0-12,1 0-1,-1 0 0,1 0 0,-1-1 0,1 0 1,0 0-1,-1 0 0,1 0 0,0-1 0,-7-3 1,8 3-44,1 0 1,0 0-1,0 1 1,0-1-1,0-1 1,0 1-1,0 0 1,1 0-1,-1-1 1,1 1-1,-1-1 1,1 1-1,0-1 1,0 0-1,0 1 1,0-1-1,0-5 1,-1-3-488,1-1 1,0 1 0,1-1-1,0 0 1,0 1 0,2-1-1,3-18 1,-1 17-412,0 0 0,1 1 0,0-1 0,1 1 1,0 0-1,1 1 0,0-1 0,1 2 0,0-1 0,1 1 0,0 0 0,1 0 0,0 1 0,0 1 0,1 0 0,0 0 1,13-6-1,-16 10 949,1 0 1,0 1 0,0 0-1,0 0 1,1 1 0,-1 1-1,13-2 1,-3 2 1839,-1 1-1,32 4 1,-44-2-1372,0-1 0,0 1 0,0 1 0,0-1-1,-1 1 1,1 0 0,-1 0 0,1 1 0,-1-1 0,0 1 0,-1 0 0,1 1-1,7 8 1,-1 0 348,-1 1-1,0 0 0,15 29 0,-18-29-527,0 1 0,-1 0 0,0 1 0,-2-1 0,0 1 0,0 0 0,-2 0-1,2 26 1,-4-26-105,1 4 74,-2 1-1,0-1 0,-7 32 1,7-46-195,0-1 0,-1 1 0,0-1 0,0 1 0,-1-1 0,0 0 0,0 0 0,0 0 0,0 0 1,-1-1-1,1 1 0,-1-1 0,0 0 0,-1 0 0,1-1 0,-1 1 0,-6 3 0,11-6-46,-1-1-1,1 0 1,0 0 0,-1 0-1,1 0 1,0 1-1,-1-1 1,1 0 0,0 0-1,-1 0 1,1 0-1,0 0 1,-1 0 0,1 0-1,-1 0 1,1 0-1,0 0 1,-1 0 0,1 0-1,0 0 1,-1 0 0,1 0-1,0 0 1,-1 0-1,1-1 1,0 1 0,-1 0-1,1 0 1,0 0-1,-1-1 1,1 1 0,0 0-1,0 0 1,-1 0 0,1-1-1,0 1 1,0 0-1,-1-1 1,1 1 0,0 0-1,0-1 1,0 1-1,0 0 1,0-1 0,-1 1-1,1 0 1,0-1-1,0 1 1,0 0 0,0-1-1,0 1 1,0 0 0,0-1-1,0 1 1,0-1-1,1-28 112,0 20-73,0-8-39,2-1 1,0 1-1,0 0 0,2 1 0,0-1 1,1 1-1,15-29 0,-4 14-27,1 1-1,1 1 1,24-27-1,-36 48-146,1 0 0,0 0 0,0 1 0,0 0-1,0 0 1,1 1 0,18-10 0,-21 14-301,1-1 0,-1 1-1,1 0 1,0 0 0,0 0 0,0 1-1,-1 0 1,10 0 0,-8 1-273,63 0-8811,-42 0 9031,-28 1 728,0-1-1,0 0 1,-1 0-1,1 1 1,0-1-1,-1 1 0,1-1 1,0 0-1,-1 1 1,1-1-1,-1 1 1,1 0-1,0-1 1,-1 1-1,1-1 1,-1 1-1,0 0 1,1-1-1,-1 1 1,1 0-1,-1-1 0,0 1 1,0 0-1,1 0 1,-1-1-1,0 1 1,0 0-1,0 0 1,0 0-1,0-1 1,0 1-1,0 1 1,0 35 2259,-1-24-1246,-1 77 1792,1 0-3354,14-98-6954,19-23-1919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40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0 14182,'0'0'8861,"-6"35"-7885,-22 116-373,16-89-293,8-45-208,1-1 0,1 0 0,0 28 0,1-43-102,1 1-1,0 0 1,0 0 0,0 0 0,0 0 0,1 0 0,-1 0 0,0 0 0,1 0 0,0 0 0,-1 0 0,1-1 0,0 1 0,0 0 0,2 3 0,-1-4-1,-1 0-1,1 0 1,0 0 0,0 0 0,0-1 0,0 1-1,0-1 1,0 1 0,0-1 0,0 1 0,0-1-1,0 0 1,0 0 0,4-1 0,1 2-10,0-1-1,1 0 1,-1-1-1,0 0 1,0 0-1,0 0 1,0-1 0,0 0-1,0 0 1,0-1-1,0 0 1,-1 0 0,0-1-1,1 0 1,-1 0-1,-1 0 1,10-9-1,0-3-44,0-1 0,-1 0 0,-1-1 0,-1-1 0,0 0 0,-2 0 0,14-33 0,-23 48 73,1-1 0,-1 1 0,0-1-1,0 1 1,0-1 0,-1-4 0,0 6 183,-2 3-180,-1 1 1,1-1-1,0 0 1,-1 1-1,1 0 1,0-1-1,0 1 1,0 0-1,-1 0 1,1 0-1,0 1 1,0-1-1,0 0 1,0 1-1,1-1 0,-1 1 1,0 0-1,1 0 1,-2 2-1,-6 5 59,-1 0 6,1 0 0,0 1 0,0 0 0,-10 19-1,16-26-61,1 1-1,0 0 0,0 1 0,1-1 0,0 0 0,-1 0 0,1 1 0,1-1 0,-1 1 0,0-1 0,1 0 0,0 1 0,0-1 0,1 1 0,-1-1 1,1 1-1,2 6 0,-2-9-20,0 0-1,0 0 1,0 0 0,0-1 0,0 1 0,1 0-1,-1 0 1,0-1 0,1 1 0,0-1 0,-1 1 0,1-1-1,0 0 1,0 0 0,0 0 0,0 0 0,0 0 0,0 0-1,0 0 1,0-1 0,0 1 0,2 0 0,8 1 5,-1-1 0,0 1-1,12-2 1,-16 1-2,12 0-102,0-1 0,0-1-1,0 0 1,0-1 0,0-1-1,-1-1 1,1-1-1,-1 0 1,20-9 0,79-40-5319,-54 24-894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41.5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309 403 14102,'0'0'9624,"-31"5"-9152,-99 22-112,121-26-309,1 2 0,-1-1 0,0 1 0,1 1 0,0 0 1,0 0-1,0 0 0,-9 7 0,3-1 46,11-8-74,-27 19 186,29-19-209,-1-1-1,1 0 0,0 0 0,0 0 0,-1 1 0,1-1 0,0 0 0,0 1 0,0 0 0,0-1 0,1 1 0,-1-1 0,0 1 0,1 0 0,-1-1 1,0 3-1,2-3-6,-1-1 0,0 0 0,0 1 1,0-1-1,0 0 0,0 0 0,1 1 1,-1-1-1,0 0 0,0 1 0,0-1 1,1 0-1,-1 0 0,0 0 0,0 1 1,1-1-1,-1 0 0,0 0 0,1 0 1,-1 0-1,0 1 0,0-1 0,1 0 1,-1 0-1,0 0 0,1 0 0,-1 0 1,0 0-1,1 0 0,-1 0 0,0 0 1,1 0-1,-1 0 0,0 0 0,1 0 1,-1 0-1,0 0 0,1 0 0,-1-1 1,1 1-1,4 0-50,-3 0 52,13 0-37,1 0 1,-1 0-1,0-2 1,1 0-1,-1-1 1,22-7-1,-28 7 6,9-4-49,1-1-1,-1-1 0,18-11 1,-31 17 79,-1 0 0,0 0 0,0 0 1,0-1-1,-1 1 0,1-1 0,-1 0 0,0 0 0,0 0 1,0 0-1,0-1 0,-1 1 0,0-1 0,0 0 1,0 1-1,0-1 0,1-7 0,-3 8 7,3-11-3,-2-1 0,1-14 0,-2 26 1,0 0 0,-1 0 1,1 0-1,-1 0 1,0 0-1,0 0 1,0 0-1,0 1 1,-1-1-1,1 0 0,-1 1 1,0-1-1,-3-3 1,-15-12 20,-6-6 43,25 24-38,-1-1-1,1 1 1,0-1 0,0 1 0,0-1-1,0 1 1,0-1 0,1 0 0,-1 0-1,0 1 1,1-1 0,-1 0 0,1-4-1,0 5-10,0-1-1,0 0 0,1 1 1,-1-1-1,1 1 0,-1-1 1,1 1-1,0-1 0,0 1 1,0-1-1,0 1 1,0-1-1,0 1 0,0 0 1,0 0-1,0-1 0,0 1 1,1 0-1,1-1 0,31-17 12,-27 16-7,240-100 48,-128 58 177,-119 45-228,0 0 1,0 0-1,0 0 0,0 0 1,0 0-1,1 0 0,-1 0 0,0 0 1,0 0-1,0 0 0,0 0 1,0 0-1,0 0 0,1 0 0,-1 0 1,0 0-1,0 0 0,0 0 0,0 0 1,0 0-1,0 0 0,1 0 1,-1 0-1,0 0 0,0 0 0,0 0 1,0 0-1,0 0 0,0 0 0,0 0 1,1 0-1,-1 0 0,0 1 1,0-1-1,0 0 0,0 0 0,0 0 1,0 0-1,0 0 0,0 0 0,0 0 1,0 1-1,0-1 0,0 0 1,0 0-1,1 0 0,-1 0 0,0 0 1,0 0-1,0 1 0,0-1 0,0 0 1,0 0-1,-1 0 0,0 12-45,0-10 93,-4 19 74,-2-1 1,0 0 0,-2-1 0,-13 24-1,-7 18 79,-45 124 25,-55 214 1,121-370-244,0 0 1,2 1-1,1 0 1,-1 45-1,6-74-2,0 1 0,0-1 0,0 1 0,0-1 1,0 1-1,1-1 0,-1 1 0,1-1 0,-1 1 0,1-1 0,0 0 0,-1 1 1,1-1-1,0 0 0,0 0 0,0 1 0,0-1 0,0 0 0,2 2 0,0-2 6,-1 1 0,1-1 0,0 1-1,0-1 1,0 0 0,0 0 0,0 0-1,0 0 1,4 0 0,3 0 9,0 0 0,0-1 0,0-1-1,-1 1 1,17-4 0,-21 2-13,0 1 0,-1-1-1,1 0 1,0 0-1,-1 0 1,0 0 0,1-1-1,-1 0 1,0 0 0,0 0-1,-1 0 1,4-5-1,0 1-13,-1-1-1,0 0 1,0-1-1,-1 1 1,6-16-1,-2 3-34,-2-1-1,0 0 1,-1 0 0,3-34-1,-6 17-101,-2-57 0,-2 73 134,0 8 15,0 0 0,-1 0 0,-1 0 0,-1 0 0,0 1 0,-1-1 0,0 1 0,-1 0 0,-1 1 0,0-1 0,-18-23 0,24 36 11,1 0-1,-1 0 1,0 0-1,1 0 1,-1 0-1,1 0 1,-1 0 0,1 0-1,-1 0 1,1 0-1,0 0 1,-1 0 0,1 0-1,0 0 1,0-3-1,0 4-2,1-1 0,0 0 0,-1 1 0,1-1 0,0 1-1,-1-1 1,1 1 0,0-1 0,0 1 0,-1-1-1,1 1 1,0 0 0,0-1 0,0 1 0,0 0-1,-1 0 1,1 0 0,0 0 0,0-1 0,0 1 0,1 1-1,172-9-261,-15 3-2816,-130 2 572,1-1-1,-2-1 1,41-13-1,-20 0-3972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41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0 113 8036,'0'0'15127,"17"-7"-14308,49-19-283,-49 19-197,-17 9-263,0-1 1,0 0-1,-1 1 1,1-1 0,1 0-1,-1 1 1,0-1-1,0 0 1,0 1-1,1-1 1,-1 0-1,1 1 1,-1-1 0,1 0-1,-1 0 1,1 1-1,1 1 1,0-3-23,-1 1-1,1-1 1,0 0 0,0 1 0,-1-1 0,1 0-1,0 0 1,0 0 0,0 0 0,-1 0 0,1-1-1,0 1 1,0 0 0,3-2 0,11-3 62,0 0 0,0-1-1,0-1 1,21-13 0,28-13-36,-51 28-2,13-6-834,-27 11 723,0 0 0,0 0 0,0 0 0,0 0 0,0 0 0,0 0 0,1 0-1,-1 0 1,0 0 0,0 0 0,0 0 0,0 0 0,0 0 0,0 0 0,0 0 0,0 0 0,0 0 0,0-1 0,0 1 0,0 0 0,1 0 0,-1 0-1,0 0 1,0 0 0,0 0 0,0 0 0,0 0 0,0 0 0,0 0 0,0 0 0,0-1 0,0 1 0,0 0 0,0 0 0,0 0 0,0 0 0,0 0 0,0 0-1,0 0 1,0 0 0,0 0 0,0-1 0,0 1 0,0 0 0,0 0 0,0 0 0,0 0 0,-1 0 0,1 0 0,0 0 0,0 0 0,0 0 0,0 0 0,0 0-1,0 0 1,0-1 0,0 1 0,0 0 0,0 0 0,0 0 0,0 0 0,-1 0 0,1 0 0,0 0 0,0 0 0,-17-1-4249,-27 1-7649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42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122 163 14182,'0'0'12190,"-4"31"-11478,2-6-563,-31 179 521,-24 6-227,48-190-413,9-20-30,0 0 1,0 1-1,0-1 0,0 0 0,0 0 1,0 0-1,0 0 0,-1 0 0,1 1 1,0-1-1,0 0 0,0 0 0,0 0 0,0 0 1,0 0-1,-1 0 0,1 0 0,0 0 1,0 0-1,0 1 0,0-1 0,0 0 1,-1 0-1,1 0 0,0 0 0,0 0 1,0 0-1,0 0 0,-1 0 0,1 0 1,0 0-1,0 0 0,0 0 0,0 0 1,-1 0-1,1 0 0,0-1 0,0 1 0,0 0 1,-1 0-1,-4-15-48,1-39-282,3-80 0,1 105 262,1 4 45,2 0-1,0 0 1,1 1-1,1-1 1,2 1-1,0 0 1,2 1-1,0 0 1,2 0 0,0 1-1,1 0 1,2 1-1,24-30 1,-33 45 21,1 0 1,0 1-1,0 0 0,1 0 1,0 0-1,-1 1 0,2-1 1,-1 2-1,0-1 0,1 1 1,0 0-1,9-1 1,-6 1 12,0 1 0,0 1 0,1 0 0,-1 1 0,1 0 0,-1 0 0,21 5 0,-26-4-5,0 1 0,0 0 0,0 0 0,-1 1 0,1 0 0,-1 0 0,0 0 0,0 1 0,0-1 0,0 1 0,-1 0 0,0 1 1,1-1-1,-1 1 0,-1 0 0,1 0 0,4 9 0,-3-5-3,0 1-1,0 1 1,-1-1 0,-1 1-1,0-1 1,0 1 0,-1 0-1,2 21 1,-3-16 24,-1 29 10,0-42-38,0-1 0,-1 1 0,1-1 0,-1 0 0,1 1 0,-1-1 0,0 1 0,0-1 0,0 0 0,-1 0 0,1 0 0,0 0 0,-1 0 0,1 0 0,-3 2 0,-1 0-2,-1 0 1,1-1-1,-1 0 1,0 0-1,0 0 1,0-1-1,0 0 1,0 0-1,0-1 1,-1 1-1,-6-1 1,-14 2-231,-34-2 1,47-1 20,9 1-13,0-1 1,0 0-1,-1-1 1,1 1-1,0-1 0,0 0 1,-10-3-1,13 3-16,1-1 0,-1 1 0,1 0 0,-1 0 0,1-1 0,-1 1 0,1-1 0,0 1 0,0-1 0,0 0 0,0 1 0,0-1 0,0 0 0,0 0 0,0 0 0,1 0 0,-1 0 0,1 0 0,-1 1 0,1-1 0,0 0 0,0 0 0,0 0 0,0-3 0,0-43-7235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43.5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38 9268,'0'0'12878,"18"28"-12448,62 87-361,-78-111-65,0-1-1,1 0 1,-1 0-1,1-1 1,0 1-1,0 0 1,0-1-1,0 0 1,0 0 0,0 0-1,1 0 1,-1 0-1,1 0 1,-1-1-1,1 0 1,-1 0-1,1 0 1,0 0-1,0 0 1,0-1 0,-1 0-1,1 0 1,0 0-1,0 0 1,5-1-1,7 0 6,-9 1-4,-1-1 0,1 1 0,0-1-1,-1 0 1,1-1 0,-1 1-1,1-1 1,-1-1 0,0 1-1,1-1 1,-1 0 0,-1-1 0,1 1-1,0-1 1,-1 0 0,0 0-1,0-1 1,0 0 0,0 0-1,6-10 1,1 0 45,-2 0 1,11-21-1,-18 29 24,1 1 0,-2-1 1,1 0-1,-1 0 0,0 0 0,-1 0 1,1 0-1,-1-11 0,-1 17-54,0 0-1,0 1 0,0-1 1,-1 0-1,1 1 1,-1-1-1,1 1 1,0-1-1,-1 0 0,1 1 1,-1-1-1,1 1 1,-1-1-1,1 1 1,-1-1-1,0 1 0,1 0 1,-1-1-1,0 1 1,1 0-1,-1-1 1,0 1-1,1 0 0,-1 0 1,0-1-1,1 1 1,-1 0-1,0 0 0,0 0 1,1 0-1,-1 0 1,0 0-1,-1 1 1,-32 1 65,28-1-44,-8 2-16,0 1 1,0 0-1,0 1 0,1 0 0,-1 1 0,1 1 1,1 0-1,-1 1 0,1 0 0,0 1 1,1 0-1,0 1 0,1 0 0,0 1 0,0 0 1,1 1-1,1-1 0,0 2 0,-10 19 0,16-24-22,-1-1 0,1 1 0,1 0 0,-1 0 0,1 0 0,1 0 0,0 9 0,0-16-1,0 1 0,0 0 0,0-1 0,0 1 0,1 0 0,-1-1 0,1 1 0,-1-1 0,1 1 0,0-1 0,-1 1 0,1-1 0,0 1 0,0-1 0,0 1 0,0-1 0,0 0-1,1 0 1,-1 0 0,0 0 0,0 1 0,1-2 0,-1 1 0,1 0 0,-1 0 0,1 0 0,-1-1 0,1 1 0,-1-1 0,4 1 0,4 1 8,0 0 0,1-1 0,-1 0 0,14-2 1,-14 1 0,11 0-54,0-2 0,0 0 0,0-1-1,0-1 1,-1-1 0,0-1 0,0 0 0,0-2-1,-1 0 1,0-1 0,0-1 0,-1 0 0,0-2 0,-1 0-1,28-27 1,68-80-461,-109 116 499,-3 2 5,1 0-1,0 0 0,0 0 1,0 0-1,0 0 0,0 0 1,0 0-1,0 0 1,0 1-1,0-1 0,0 0 1,1 1-1,-1-1 0,0 1 1,0-1-1,1 1 1,1-1-1,-1 12 158,-2 22 105,-2 71 279,1-90-503,-1 0 1,0 0 0,-1 0 0,-1 0 0,-6 17-1,10-31-37,-1 1 1,1-1-1,-1 1 0,0-1 0,1 1 0,-1-1 0,1 1 0,-1-1 0,0 0 0,1 1 0,-1-1 0,1 0 0,-1 1 0,0-1 0,0 0 0,1 0 0,-1 0 0,0 0 0,1 0 0,-1 0 0,0 0 0,0 0 0,1 0 0,-1 0 0,0 0 0,1 0 0,-1 0 0,0-1 0,0 1 0,1 0 0,-1 0 0,1-1 0,-1 1 0,0-1 0,1 1 0,-2-1 0,0-4 3,1 1 1,0 0-1,-1-1 1,1 1-1,1-1 1,-1 0-1,1 1 1,-1-1-1,2-5 0,4-46 11,-4 48-15,1-1 0,0 0 0,1 1 1,0-1-1,0 1 0,1 0 0,0 0 1,1 0-1,-1 1 0,1-1 1,12-12-1,-12 15 9,0 0-1,0 1 1,1-1 0,0 1 0,-1 0-1,1 1 1,1-1 0,-1 1 0,0 0-1,1 1 1,0 0 0,-1 0 0,1 0-1,0 1 1,0 0 0,7-1 0,1 2 52,1 0 0,-1 0 1,0 1-1,16 4 1,-25-3-50,0-1 1,0 1 0,0 1-1,0-1 1,0 1 0,0 0 0,-1 1-1,0-1 1,1 1 0,-1 0-1,0 1 1,5 5 0,-4-3-80,0 0 0,-1 1 0,0 0 0,0 0 0,-1 0 0,0 0 0,0 1 0,-1 0 0,0-1 0,0 1 0,-1 0 0,0 1 0,-1-1 0,0 0 0,0 0 0,-1 1 0,-1-1 0,1 0 0,-3 10 1,3-17-293,-1 0 1,0-1 0,1 1 0,-1-1 0,0 1 0,0-1 0,0 1-1,0-1 1,0 1 0,0-1 0,0 0 0,-1 0 0,1 0 0,0 0 0,-1 0-1,1 0 1,-1 0 0,1 0 0,-1 0 0,-1 0 0,-13 1-9831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44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179 0 14599,'0'0'7910,"1"1"-7651,-1 0-232,1-1 0,-1 1-1,0-1 1,0 1 0,0-1 0,1 1 0,-1-1 0,0 1 0,0-1 0,0 1 0,0-1 0,0 1 0,0-1 0,0 1-1,0 0 1,0-1 0,0 1 0,0-1 0,0 1 0,0-1 0,0 1 0,-1 0 0,-55 194 2371,37-135-2008,4-21-175,-30 61 1,1-4-90,43-90-130,1-4-1,4-4 1,128-155 66,-98 110-56,3 3 0,69-67 0,-100 106-5,1 1-1,0-1 1,-1 1 0,1 0 0,1 0-1,-1 1 1,15-5 0,-18 7-2,-1 0-1,1 0 1,0 1 0,0-1 0,0 1 0,-1 0 0,1 0 0,0 0-1,0 0 1,0 1 0,0-1 0,-1 1 0,1 0 0,0 0 0,-1 1-1,1-1 1,-1 1 0,6 3 0,-3 0 6,-1 0-1,1 1 1,-1 0 0,0 0-1,0 0 1,-1 0-1,7 14 1,23 54 27,-29-59-31,0-1 1,-2 1-1,0 0 0,0 0 0,-1 0 0,-1 30 0,-1-42-5,0-1-1,0 0 0,0 1 0,0-1 1,-1 1-1,1-1 0,-1 0 1,0 1-1,1-1 0,-1 0 1,0 0-1,-1 0 0,1 0 0,0 0 1,0 0-1,-1 0 0,1 0 1,-1 0-1,0 0 0,0-1 1,1 1-1,-1-1 0,0 1 0,0-1 1,-1 0-1,1 0 0,0 0 1,0 0-1,0 0 0,-3 1 1,-8 0-155,1 0 0,-1 0 0,0-1 0,-22-1 0,23 0-64,-12 1-742,0-2 1,1-1-1,-1-1 1,1 0-1,0-2 0,-27-9 1,-58-38-8201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44.2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46 12374,'0'0'5906,"203"-45"-4241,-100 54-1073,9 27-592,-6 3-752,-6-15-2738,-9-2-7779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44.9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55 16279,'0'0'6953,"10"29"-6393,30 93-234,-38-117-314,-1-1 1,0 1 0,0-1 0,0 1 0,-1 0-1,1-1 1,-1 1 0,-1 0 0,1-1-1,-1 7 1,0-9-10,0 0-1,1-1 1,-1 1-1,0 0 0,0-1 1,1 1-1,-1-1 1,0 1-1,-1-1 1,1 1-1,0-1 1,0 0-1,-1 1 1,1-1-1,-1 0 1,1 0-1,-1 0 0,-1 1 1,-3 0 3,-1-1 0,1 1 0,-1-1 0,1 0 0,-1 0 0,1-1 0,-1 0 1,0 0-1,-9-2 0,2 1 39,11 1-47,0 0 1,1-1-1,-1 1 0,0-1 1,0 0-1,0 0 0,0 0 1,1 0-1,-1 0 0,0-1 0,1 1 1,-1-1-1,1 0 0,0 0 1,-1 0-1,1 0 0,0 0 0,0 0 1,0 0-1,1-1 0,-1 1 1,0-1-1,1 1 0,0-1 1,0 0-1,-1 1 0,2-1 0,-1 0 1,-1-6-1,-1-6-25,1-1 0,1 0 0,0 1-1,2-22 1,-1 30 27,0 1 1,1 1-1,-1 0 0,1 0 1,0 0-1,1 0 0,-1 0 1,1 0-1,0 0 0,0 0 1,1 0-1,-1 1 0,1-1 1,0 1-1,0 0 0,0 0 0,1 0 1,0 0-1,-1 1 0,1-1 1,1 1-1,6-4 0,-3 2 2,1 1-1,-1 0 1,1 1-1,0 0 0,0 0 1,0 1-1,1 0 1,-1 1-1,0 0 1,1 0-1,12 2 0,-19-1 6,0 0-1,0 0 0,-1 1 0,1-1 0,0 1 0,-1 0 0,1 0 0,0 0 0,-1 0 0,0 1 0,1-1 0,-1 0 1,0 1-1,1 0 0,-1 0 0,0-1 0,2 4 0,0 0 7,-1-1 1,0 1-1,0 0 0,-1 0 1,0 0-1,1 0 1,-2 0-1,3 8 0,0 7 41,-1 1 0,-1-1 0,-1 34 0,0-45-41,-1 0 0,-1 1 1,1-1-1,-2 0 0,1 1 0,-1-1 0,0 0 1,-1 0-1,0-1 0,-1 1 0,1 0 1,-2-1-1,1 0 0,-1 0 0,0 0 0,-1-1 1,0 0-1,0 0 0,-1 0 0,0-1 1,-11 9-1,9-9-5,0 0 0,0 0 1,-1-1-1,0 0 0,0 0 1,0-1-1,-1-1 0,-16 4 1,2-3 8,0-1-1,-41-1 1,65-2-19,-1 0 0,0 0 0,0 0 0,1 0 0,-1 0 0,0 0 1,0-1-1,1 1 0,-1 0 0,0-1 0,1 0 0,-1 1 0,0-1 0,1 0 0,-1 0 0,1 0 0,-1 0 0,1 0 0,0 0 0,-1 0 0,1 0 0,0-1 0,0 1 0,0 0 0,0-1 1,0 1-1,-1-3 0,0-2-14,1 0 0,0 1 0,0-1 0,1 0 0,-1 1 0,2-12 0,-1 3-10,0 8 25,0 0-1,1-1 1,0 1-1,0 0 1,0 0-1,1 0 1,0 0-1,0 0 1,0 1-1,1-1 1,0 0-1,0 1 1,0 0-1,1 0 1,-1 0-1,1 0 1,1 1-1,-1-1 1,1 1-1,-1 0 1,1 0-1,0 1 1,1-1 0,-1 1-1,1 0 1,-1 1-1,1-1 1,0 1-1,0 0 1,0 1-1,0-1 1,0 1-1,0 1 1,0-1-1,8 1 1,-11-1 11,1 1 1,-1 0-1,0 0 1,0 0-1,0 0 1,0 1 0,1-1-1,-1 1 1,0-1-1,0 1 1,0 0-1,0 1 1,0-1-1,-1 0 1,1 1 0,0 0-1,0-1 1,-1 1-1,1 0 1,-1 0-1,4 5 1,2 1-20,0 0-1,1 0 1,0-1 0,0 0 0,0-1 0,1 0-1,0 0 1,0-1 0,1-1 0,-1 1-1,1-2 1,0 0 0,0 0 0,0-1 0,1 0-1,-1 0 1,0-2 0,1 1 0,-1-2-1,1 1 1,13-4 0,-19 3 2,0-1 0,0 0 1,0-1-1,0 1 0,-1-1 0,1 0 0,-1 0 0,0-1 0,0 0 1,0 1-1,-1-2 0,1 1 0,-1-1 0,4-5 0,0 0 21,-1 0-1,0 0 0,-1-1 0,-1 0 0,1 0 0,3-13 0,-8 20 21,0-1 0,0 1 0,-1 0 0,1-1-1,-1-5 1,0 10-26,0-1 1,0 1-1,0 0 1,0 0-1,0 0 0,-1-1 1,1 1-1,0 0 0,0 0 1,0 0-1,0 0 0,0 0 1,-1-1-1,1 1 0,0 0 1,0 0-1,0 0 0,-1 0 1,1 0-1,0 0 0,0 0 1,0 0-1,-1 0 1,1-1-1,0 1 0,0 0 1,0 0-1,-1 0 0,1 0 1,0 0-1,0 0 0,0 1 1,-1-1-1,1 0 0,0 0 1,0 0-1,0 0 0,-1 0 1,-1 0 36,-4 0-10,1 1 1,0 0-1,0 0 0,0 0 1,-1 0-1,1 1 0,0 0 0,1 0 1,-1 0-1,0 0 0,1 1 1,-1 0-1,1 0 0,0 0 1,0 0-1,0 1 0,0 0 1,1 0-1,-1 0 0,1 0 0,0 0 1,0 1-1,1-1 0,-1 1 1,1 0-1,0-1 0,0 1 1,1 0-1,-1 0 0,1 1 1,0-1-1,1 0 0,-1 8 1,1-12-33,0 1 0,0 0 1,0 0-1,1-1 0,-1 1 1,0-1-1,1 1 0,0 0 1,-1-1-1,1 1 0,0-1 1,-1 1-1,1-1 1,0 1-1,0-1 0,0 0 1,1 1-1,1 1 0,0-1 3,-1 0-1,1-1 0,0 1 1,1 0-1,-1-1 1,0 0-1,0 1 0,7 0 1,5 1 12,1-2 0,0 1 0,20-2 1,-25 0-7,1 0-7,0 0-1,0-1 1,0 0-1,0-1 1,0 0-1,16-6 1,-24 7-10,-1-1 0,0 1 1,0-1-1,0 0 0,0 0 1,0 0-1,0 0 0,-1 0 0,1 0 1,-1-1-1,1 0 0,-1 1 0,0-1 1,0 0-1,0 0 0,0 0 0,-1 0 1,1 0-1,-1-1 0,0 1 0,0 0 1,0-1-1,0 1 0,-1-1 0,1 1 1,-1-6-1,0 6-58,0-1 1,0 1-1,0 0 0,-1-1 0,1 1 1,-1 0-1,0-1 0,0 1 1,0 0-1,0 0 0,0 0 1,-1 0-1,0 0 0,1 0 1,-1 0-1,0 1 0,-1-1 1,1 1-1,-3-3 0,-3-1-394,0 0 0,0 0 0,0 1 0,-1 1 0,-10-5-1,-52-19-4840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46.6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611 173 10949,'0'0'11720,"-3"-6"-11141,1 1-488,-6-11 283,4 17-69,3 14 144,1-6-250,0 0-1,-1 0 1,0-1-1,0 1 1,-1 0-1,0-1 0,-1 1 1,0-1-1,-6 12 1,7-16-169,0 0 0,-1 0-1,0-1 1,1 1 0,-1-1 0,-1 0 0,1 0 0,0 0 0,-1 0 0,1-1-1,-1 1 1,0-1 0,0 0 0,0 0 0,0 0 0,0-1 0,0 1-1,-1-1 1,1 0 0,-8 1 0,-6 0 4,1-1-1,-1 0 1,1-2-1,-19-2 1,28 2-30,1 0 0,0-1 0,0 0 0,1 0 0,-1-1-1,0 0 1,1 0 0,0 0 0,-1-1 0,1 0 0,1 0 0,-8-7 0,3 0 7,0 0 0,0-1-1,1 0 1,1 0 0,0-1 0,-12-26 0,16 31-6,1-1 0,0 1 1,1 0-1,-1-1 0,2 1 0,-1-1 1,1 0-1,1 1 0,-1-1 0,2 0 1,-1 0-1,1 1 0,2-11 0,-2 17-1,0 1-1,-1-1 0,1 0 1,0 1-1,0-1 1,0 1-1,0-1 1,0 1-1,0 0 0,1 0 1,-1-1-1,0 1 1,1 0-1,-1 0 1,0 0-1,1 0 0,0 0 1,-1 1-1,1-1 1,-1 0-1,1 1 1,0-1-1,3 0 0,3 0 10,1 0 1,0 0-1,13 1 0,-12 1 15,-4-1-5,0 0 1,0 1-1,0 0 1,0 1-1,0-1 1,0 1-1,0 0 0,0 0 1,-1 1-1,1 0 1,-1 0-1,0 0 1,0 1-1,0-1 0,0 1 1,-1 0-1,0 1 1,5 5-1,4 6 58,-1 2 1,0-1-1,-1 2 0,8 20 0,-9-19-20,-2 1 0,0 1 0,-2 0 0,9 44 0,-11-26-1,-1-1-1,-2 42 0,-1-74-56,0 0-1,-1 0 1,0 1 0,0-1-1,-1 0 1,0 0 0,0 0-1,-1 0 1,0-1 0,0 1-1,0-1 1,-1 1 0,0-1-1,0 0 1,0-1 0,-1 1-1,0-1 1,0 0 0,-1 0-1,1 0 1,-1-1 0,-12 8-1,4-4 4,-1-1 0,1 0 0,-1-1 0,0 0 0,-1-1 0,1-1 0,-33 4 0,-5-3-24,-58-2-1,104-3 11,0 0-6,0-1 0,1 1 0,-1-1-1,0 0 1,1 0 0,-1-1 0,1 0 0,-1 0 0,-8-4 0,13 4 2,-1 0 1,0 1-1,1-1 0,-1 0 1,1-1-1,0 1 1,0 0-1,0 0 0,0-1 1,0 1-1,0-1 0,1 0 1,-1 0-1,1 1 1,0-1-1,0 0 0,0 0 1,0 0-1,0 0 1,0 0-1,1-1 0,0-3 1,-1 5 6,2 0-1,-1 0 1,0-1 0,0 1 0,1 0-1,-1 0 1,1 0 0,-1 0 0,1 0 0,0 0-1,0 0 1,0 0 0,0 1 0,0-1-1,0 0 1,1 0 0,-1 1 0,1-1 0,-1 1-1,1-1 1,-1 1 0,1 0 0,0 0 0,0 0-1,-1-1 1,1 2 0,0-1 0,0 0-1,0 0 1,0 1 0,0-1 0,3 0 0,8-1 4,0 0 1,1 0-1,-1 1 1,14 1 0,-19 0 8,0 0 6,27 0 52,46 6-1,-69-4-52,0 0 0,0 1 0,0 0 0,0 1 0,-1 0 0,0 1 0,17 10-1,-7 0 16,0 1 0,-1 1 0,27 31-1,17 14-44,-62-60-77,0-1 0,0 0-1,0 0 1,1 1 0,-1-1 0,0 0 0,1-1 0,-1 1 0,0 0 0,1-1 0,-1 1-1,1-1 1,-1 0 0,0 0 0,1 0 0,-1 0 0,1 0 0,-1-1 0,1 1 0,-1-1-1,0 1 1,1-1 0,-1 0 0,0 0 0,0 0 0,1 0 0,-1 0 0,2-2 0,7-5-1185,0 1 1,-1-2-1,17-17 0,-26 25 1127,52-54-6381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46.8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470 1 17624,'0'0'7107,"163"239"-6642,-141-139-209,-19-3-64,-3-7-128,-3-5 0,-40-6-64,-20-7 0,-10-5 0,-15-13-64,-12-11-480,0-13-545,1-15-1776,11-15-3346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48.1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155 219 14967,'0'0'9199,"0"29"-8380,1 4-591,0-3-28,-2 1 0,0-1-1,-2 0 1,-7 31 0,4-32 111,2-3-133,-2 0 0,0 0 0,-2 0 0,-1-1 0,-20 40 0,29-64-177,-1 0 0,1 0 0,-1 0 0,1 0 0,-1-1-1,1 1 1,-1 0 0,0 0 0,0-1 0,1 1 0,-1-1 0,0 1-1,0 0 1,1-1 0,-1 1 0,0-1 0,0 0 0,0 1 0,0-1 0,0 0-1,0 1 1,0-1 0,0 0 0,0 0 0,0 0 0,-1 0 0,0 0 0,1-1 1,0 0 0,0 1 0,-1-1 0,1 0 0,0 1 0,0-1 0,0 0 0,0 0 0,0 0-1,0 0 1,0 0 0,0 0 0,0 0 0,0 0 0,1 0 0,-1-1 0,0 1 0,0-3 0,-5-11-13,0-1 1,2-1 0,0 1 0,1-1 0,-3-31-1,5-91-54,1 122 69,1-4-6,1 0 0,1-1-1,0 1 1,2 0 0,1 1 0,0-1 0,1 1 0,2 0-1,0 1 1,13-22 0,-15 30 4,0 1-1,1-1 1,0 1 0,0 1-1,1 0 1,0 0 0,1 0 0,0 1-1,0 1 1,1-1 0,0 2-1,0 0 1,0 0 0,1 1-1,0 0 1,0 1 0,1 0-1,17-2 1,-2 4 44,34 1 0,-33 1 1,-22 0-39,0 0 1,1 0 0,-1 1 0,0 0-1,0 0 1,0 1 0,0-1-1,0 2 1,0-1 0,-1 1 0,1 0-1,-1 0 1,1 1 0,-1 0 0,0 0-1,-1 0 1,1 1 0,-1-1-1,0 2 1,0-1 0,0 0 0,-1 1-1,1 0 1,-2 0 0,5 8-1,-4-4 1,0 1-1,0-1 0,-1 1 0,0 0 1,2 21-1,-2 58 120,-3-73-84,-1-9-38,1 0 0,-1 0 0,0 1 1,-1-1-1,0 0 0,0 0 0,-1-1 0,0 1 1,0 0-1,-1-1 0,0 0 0,0 0 0,-1 0 1,0 0-1,0-1 0,-7 7 0,5-6-2,-1-1-1,0 0 0,0 0 1,0 0-1,-1-1 0,1 0 1,-1-1-1,-1 0 0,1 0 1,0-1-1,-1 0 0,0-1 1,-12 2-1,-8-1-24,0-2-1,-58-3 1,85 2 14,0 0 0,1-1 0,-1 1 0,1-1 0,-1 0 1,1 0-1,-1 1 0,1-2 0,-1 1 0,1 0 0,0 0 0,0-1 0,0 1 0,0-1 1,0 0-1,0 0 0,0 1 0,0-1 0,1 0 0,-1-1 0,0 1 0,1 0 0,0 0 0,-2-4 1,1-1-8,0-1 1,0 0 0,1 0 0,0 1 0,0-1 0,1-14 0,0 21 12,0 1 0,0-1 0,1 1 0,-1-1 0,0 0 0,0 1 0,1-1 0,-1 1 0,0-1 0,1 0 0,-1 1 1,0-1-1,1 1 0,-1-1 0,1 1 0,-1-1 0,1 1 0,-1 0 0,1-1 0,-1 1 0,1 0 0,0-1 0,-1 1 0,1 0 0,-1 0 0,1-1 0,0 1 1,-1 0-1,1 0 0,0 0 0,-1 0 0,2 0 0,26-1 25,-19 2-15,-1-1 9,1 0 0,-1 1 0,1 0 0,-1 1 0,0 0 0,0 0 0,14 6 0,-6 0 12,-1 0 1,27 21-1,72 60 2,-111-86-155,0-1 0,0 0 0,1 0 0,-1 0-1,1 0 1,-1-1 0,1 1 0,0-1 0,0 0-1,6 1 1,42 2-2875,-43-3 2421,45-1-4134,8 0-2405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48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373 35 12390,'0'0'11079,"-2"-7"-10644,1 5-425,1 0 1,-1 1-1,1-1 0,-1 1 0,0 0 0,0-1 1,0 1-1,0-1 0,0 1 0,0 0 0,0 0 1,-1 0-1,1 0 0,0 0 0,-1 0 0,1 0 1,0 0-1,-1 0 0,1 0 0,-1 1 0,0-1 1,1 1-1,-1-1 0,1 1 0,-1 0 0,0-1 0,1 1 1,-1 0-1,0 0 0,1 0 0,-1 0 0,0 1 1,-2 0-1,-10 1 52,0 1-1,0 1 1,-19 7-1,12-3 53,-16 4 304,-38 20 0,62-26-247,1 1 0,0 0 0,0 1 0,1 0 0,0 0 0,-16 17 0,25-23-162,1 1 0,-1-1 0,0 1 0,1-1 0,-1 1 0,1-1 0,0 1 0,0 0 0,0 0 0,0-1 0,0 1 0,1 0-1,-1 0 1,1 0 0,0 0 0,0 5 0,0-7-11,0 0 1,0 1-1,1-1 0,-1 0 0,0 1 1,1-1-1,-1 0 0,1 0 0,0 1 1,-1-1-1,1 0 0,0 0 0,0 0 0,-1 0 1,1 0-1,0 0 0,0 0 0,0 0 1,0 0-1,1 0 0,-1-1 0,0 1 1,0 0-1,0-1 0,1 1 0,-1-1 0,0 1 1,0-1-1,1 0 0,-1 0 0,3 1 1,6 0-17,0 0 0,0 0 0,13-1 1,-10-1-8,9 1-39,65-3-260,-77 2 294,0-1 0,0 0 0,0-1 0,0 0 0,0 0 1,15-8-1,-1-4 0,44-35 0,11-7 42,-79 56-8,0 1 1,0 0-1,1 0 0,-1 0 1,0 0-1,0 0 1,0 0-1,0 0 1,0 0-1,0 0 1,0 0-1,0 0 1,0 0-1,0 0 1,0 0-1,0 0 1,1 0-1,-1 0 1,0 0-1,0 0 1,0 0-1,0 0 0,0 0 1,0 0-1,0 0 1,0 0-1,0 0 1,0 0-1,0 0 1,0 0-1,0 0 1,1 0-1,-1 0 1,0 0-1,0 1 1,0-1-1,0 0 1,0 0-1,0 0 1,0 0-1,0 0 1,0 0-1,0 0 0,0 0 1,0 0-1,0 0 1,0 0-1,0 0 1,0 0-1,0 0 1,0 1-1,0-1 1,0 0-1,0 0 1,0 0-1,0 0 1,0 0-1,0 0 1,0 0-1,0 0 1,0 0-1,0 0 0,0 0 1,0 0-1,0 1 1,0-1-1,-3 10 137,-5 10 24,4-15-156,1 1 0,0 0 0,0-1 0,0 1 0,1 0 0,0 1-1,0-1 1,1 0 0,0 1 0,0-1 0,0 10 0,1-16-591,3-1-98,0 0 1,1 0-1,-1-1 0,0 1 0,0-1 0,0 0 0,0 1 0,0-2 0,0 1 0,-1 0 1,1 0-1,0-1 0,3-5 0,4-2-2167,22-22-4690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48.9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1 172 4210,'0'0'17509,"3"13"-16225,2 6-882,-1 1 0,0 0 0,1 38 0,-5-26 20,0-32-420,0 1 0,0-1 1,1 0-1,-1 1 0,0-1 1,1 1-1,-1-1 0,0 0 1,1 1-1,-1-1 0,1 0 1,-1 0-1,0 1 0,1-1 1,-1 0-1,1 0 0,-1 0 1,1 1-1,-1-1 0,1 0 1,-1 0-1,1 0 0,-1 0 1,1 0-1,-1 0 0,1 0 1,-1 0-1,1 0 0,-1 0 1,0 0-1,1 0 0,-1-1 1,2 1-1,-2 0 7,6-1 34,0 0 1,0 0 0,0-1-1,-1 1 1,1-1-1,0-1 1,-1 1 0,0-1-1,0 0 1,0 0-1,0 0 1,0-1-1,0 0 1,-1 0 0,0 0-1,0 0 1,4-5-1,10-13 92,-2-1 0,17-29 0,-31 49-118,11-20 128,9-26 1,-15 33 0,0 0 0,1 0 0,1 1 0,17-23 1,-25 37-464,0 0 1,0 0 0,0 0 0,0 0-1,0 0 1,1 0 0,-1 0 0,0 1-1,1-1 1,-1 1 0,1-1 0,-1 1-1,1-1 1,-1 1 0,1 0 0,-1-1-1,1 1 1,-1 0 0,1 0 0,-1 0 0,1 0-1,-1 1 1,2-1 0,38 14-9775,-16-4 9785,-20-9 947,0 0 1,0 0 0,0 1 0,-1 0 0,1 0 0,0 0 0,-1 1 0,0-1-1,9 8 1,-11-8-300,1 1 0,-1 0 1,0 1-1,0-1 0,0 0 0,0 1 0,0-1 0,-1 1 0,0-1 0,0 1 0,0 0 0,0-1 0,1 8 0,0 4 186,0-1-1,-1 1 0,-1 0 1,0 0-1,-4 23 1,3-35-503,-1 0 1,1 0 0,-1-1 0,0 1 0,0 0 0,0-1 0,0 1 0,0-1 0,-1 0 0,1 0 0,-1 0 0,1 0-1,-1 0 1,0 0 0,-5 2 0,0 0-306,-1 0 0,1-1-1,-1 0 1,-12 3-1,-4-5-2768,-5-1-2289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49.1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16215,'0'0'3874,"170"15"-3874,-95 6-2913,-5-6-6563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49.4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267 20 14503,'0'0'6872,"3"-5"-6589,2-7 23,-5 12-299,0 0-1,0 0 1,0 0 0,0 0-1,0 0 1,0-1-1,0 1 1,0 0 0,0 0-1,0 0 1,0 0 0,0 0-1,0 0 1,0 0 0,0 0-1,0 0 1,0 0 0,0 0-1,0 0 1,0-1-1,0 1 1,0 0 0,0 0-1,0 0 1,0 0 0,0 0-1,0 0 1,0 0 0,0 0-1,-1 0 1,1 0 0,0 0-1,0 0 1,0 0 0,0 0-1,0 0 1,0 0-1,0 0 1,0 0 0,0 0-1,0-1 1,0 1 0,0 0-1,0 0 1,-1 0 0,1 0-1,0 0 1,0 0 0,0 0-1,0 0 1,0 0-1,0 1 1,0-1 0,0 0-1,0 0 1,0 0 0,0 0-1,0 0 1,-1 0 0,1 0-1,-21 14 847,-3 3-422,6-5-211,0 0-1,0 1 0,1 1 0,1 1 0,0 0 0,1 1 0,1 1 0,-16 24 0,16-19-67,-15 34 1,25-47-137,1 0-1,-1 0 1,2 1 0,-1-1 0,1 1 0,1 0 0,-1 11 0,2-21-13,0-6 88,0-15-345,4-34 1,7 15-2693,-9 35 1434,0 0 0,1 0-1,-1 0 1,1 1 0,5-6 0,8-6-11233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49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0 1 14679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50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306 11 14679,'-1'-1'494,"0"0"0,0 0 0,0 0 0,-1 0 1,1 0-1,0 0 0,-1 1 0,1-1 0,0 1 0,-1-1 0,1 1 1,-1-1-1,1 1 0,0 0 0,-3 0 0,1 0-230,0 0-1,0 0 1,0 0-1,1 1 1,-1-1 0,0 1-1,-3 1 1,-4 3-425,1-1 0,0 1 0,-11 8 0,15-10 696,-12 9-350,0 0 1,1 0 0,1 2-1,0 0 1,1 1 0,0 0 0,-17 26-1,22-26-60,1 0 0,0 0 0,1 1 0,1 0 0,0 0 0,1 1 0,1 0-1,1-1 1,-3 24 0,3 47 89,3-87-134,4-14 32,-2 10-91,6-15 6,0 2 1,1-1-1,1 1 1,14-17-1,-19 27-8,-1 1-1,2 1 0,-1-1 0,1 1 0,-1 0 1,1 0-1,1 0 0,-1 1 0,1 0 1,0 0-1,0 1 0,0 0 0,0 0 1,8-2-1,15 1 99,0 0 0,52 3 0,-74 1-111,-5 0 1,0 0 0,0 0-1,0 1 1,1-1 0,-1 1-1,0 0 1,0 0 0,0 0-1,0 0 1,0 1-1,0-1 1,-1 1 0,1 0-1,0 0 1,-1 0 0,1 0-1,-1 0 1,0 0 0,0 1-1,0-1 1,2 4-1,1 1 19,-1 0-1,-1 0 1,1 1-1,-1 0 1,-1 0-1,1 0 0,1 10 1,-2-8 21,0 0 1,-1 0-1,0-1 1,-1 1 0,1 0-1,-2 0 1,0 0-1,-2 11 1,2-19-43,0 0 0,-1 0 1,1 0-1,-1 0 1,1 0-1,-1 0 0,0-1 1,0 1-1,0 0 0,0-1 1,0 0-1,0 1 1,0-1-1,0 0 0,0 0 1,-4 1-1,-45 13-148,30-10-181,-34 7-3704,47-12-1216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50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93 116 16311,'0'0'6305,"3"26"-3221,-3 4-2600,-1 1 1,-2-1-1,-2 0 1,-13 51-1,4-35-206,2-7-34,2 0-1,-9 61 1,17-88-215,-1-12 20,-1-23-15,2-10-39,0-77-89,3 94 77,0 0 0,1 0 0,1-1 0,8-26 0,2 12 8,2 1 0,0 1 0,2 0 0,1 1 0,32-38 0,-43 58 8,1 0-1,0 0 1,0 1-1,0 0 1,1 0-1,0 1 1,0 0 0,0 1-1,1 0 1,0 0-1,0 1 1,0 0-1,1 1 1,-1 0-1,1 1 1,0 0-1,0 1 1,-1 0-1,23 1 1,-30 0 1,-1 0 0,1 0 0,0 0 0,0 1 0,0-1 0,0 1 0,-1 0 0,1 0 0,0 0 0,-1 0 0,1 0 0,-1 1 0,1-1 0,-1 1 0,0-1 0,1 1 0,-1 0 0,0 0 0,0 0 0,0 0 0,-1 0 0,1 1 0,0-1 0,-1 0 0,0 1 0,1-1 0,-1 1 0,0 0 0,1 3 0,1 5-4,0 0 0,0 0 0,-1 0-1,-1 0 1,0 0 0,0 0 0,-1 1 0,-1-1 0,0 0 0,-3 13 0,3-21 7,0 0 0,0 0 0,-1 0 0,1 0 0,-1 0 1,0 0-1,0-1 0,0 1 0,0-1 0,0 1 0,0-1 1,-1 0-1,0 0 0,1 0 0,-1 0 0,0 0 0,0-1 1,0 1-1,0-1 0,0 0 0,0 1 0,0-2 0,0 1 1,-7 1-1,-8 1-61,0-2 1,0 1-1,-24-3 1,23 1-190,-2 0-1031,21 0 1170,-1 0-1,1 0 1,-1 0 0,1 0-1,-1 0 1,1-1 0,0 1-1,-1 0 1,1 0 0,-1 0-1,1-1 1,0 1 0,-1 0-1,1 0 1,0-1-1,-1 1 1,1 0 0,0-1-1,-1 1 1,1 0 0,0-1-1,-1 1 1,1-1 0,0 1-1,0 0 1,0-1 0,0 1-1,-1-1 1,1 1-1,0-1 1,0 1 0,0 0-1,0-1 1,0 1 0,0-1-1,0 1 1,0-1 0,0 1-1,0-1 1,0 1 0,0-1-1,1 1 1,-1 0-1,0-1 1,0 1 0,0-1-1,1 0 1,0-4-1118,4-30-5452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51.4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95 13446,'0'0'6416,"19"26"-6189,-19-26-227,85 105 118,-83-103-100,0 1 1,0-1 0,0 0-1,0 0 1,1 0-1,-1 0 1,0 0 0,1-1-1,0 1 1,-1-1 0,1 1-1,0-1 1,0 0 0,0 0-1,0 0 1,0-1 0,0 1-1,0-1 1,0 1 0,0-1-1,0 0 1,0 0 0,0 0-1,6-2 1,3 0 182,-9 2-107,0 0 1,0-1-1,-1 1 1,1-1-1,0 0 1,0 0-1,0 0 1,-1 0-1,1-1 1,0 1-1,-1-1 1,1 0 0,-1 1-1,0-1 1,0 0-1,1 0 1,-1-1-1,-1 1 1,1 0-1,0-1 1,0 1-1,1-3 1,-1-1 118,1 0 0,-1 0 0,1 0-1,-2 0 1,1-1 0,-1 1 0,0 0 0,0-1 0,0-8 0,-1 14-194,0 1-1,0-1 1,0 0-1,0 0 1,-1 1 0,1-1-1,0 0 1,0 1 0,-1-1-1,1 0 1,0 1 0,-1-1-1,1 0 1,0 1-1,-1-1 1,1 1 0,-1-1-1,1 1 1,-1-1 0,1 1-1,-1-1 1,0 1 0,1 0-1,-1-1 1,1 1 0,-1 0-1,0-1 1,1 1-1,-1 0 1,0 0 0,-1-1-1,-25 0 131,19 1-112,-8 0 81,0 0 0,-1 1 1,1 1-1,0 1 0,-26 7 1,38-9-87,1 0 0,0 0 0,0 0 0,-1 1 0,1 0 0,0-1 0,0 1 0,0 0 0,1 0 0,-1 1 0,0-1 0,1 1 0,0-1 0,-1 1 0,1 0 0,0-1 0,0 1 0,1 1 0,-1-1 0,1 0 0,-1 0 0,1 0 0,0 1 0,0-1 0,0 1 0,1-1 0,-1 0 0,1 1 0,0-1 0,0 1 0,0-1 0,0 1 0,2 5 0,-2-7-32,1 0 0,0 0 0,0-1 0,0 1 0,0 0 0,0 0 0,0-1 0,0 1 0,1 0 0,-1-1 0,1 0-1,-1 1 1,1-1 0,-1 0 0,1 1 0,0-1 0,0 0 0,-1 0 0,1-1 0,0 1 0,0 0 0,2 0 0,7 2 3,0 0-1,19 2 1,-28-4-2,32 2 1,57-1 0,-56-3-65,-29 1 56,0 0 1,-1 0-1,1-1 1,0 0-1,-1 0 1,0-1-1,1 0 1,-1 0-1,0 0 1,0 0-1,0-1 1,0 0-1,0 0 0,0 0 1,5-6-1,2-2-13,-2-1 0,1-1 1,16-26-1,-6 7-23,-1-1 32,-17 26 13,1 1 0,-1-1 0,2 1 0,-1 0 0,1 0 0,0 0 1,6-5-1,-11 11 1,0 0 0,0-1 1,0 1-1,1 0 1,-1 0-1,0 0 1,0 0-1,0 0 1,0 0-1,0 0 1,1 0-1,-1-1 0,0 1 1,0 0-1,0 0 1,0 0-1,0 0 1,1 0-1,-1 0 1,0 0-1,0 0 1,0 0-1,0 0 1,1 0-1,-1 0 0,0 0 1,0 0-1,0 0 1,0 0-1,1 0 1,-1 0-1,0 1 1,0-1-1,0 0 1,0 0-1,0 0 0,1 0 1,-1 0-1,0 0 1,0 0-1,0 0 1,0 1-1,0-1 1,0 0-1,0 0 1,0 0-1,1 0 0,-1 0 1,0 1-1,0-1 1,0 0-1,0 0 1,0 0-1,0 0 1,0 1-1,0-1 1,0 0-1,1 15-13,-1-9 38,2 199 347,-2-153-275,1-68-93,1 0 0,0 0 0,2 0 0,0 1 0,0 0 1,1 0-1,1 0 0,1 0 0,0 1 0,0 0 0,2 0 0,0 1 0,14-17 0,-22 29-4,-1 1 0,1-1 0,-1 0-1,1 1 1,0-1 0,-1 1 0,1 0 0,-1-1 0,1 1 0,0-1 0,-1 1 0,1 0-1,0 0 1,0-1 0,-1 1 0,1 0 0,0 0 0,0 0 0,-1 0 0,1 0-1,0 0 1,0 0 0,-1 0 0,1 0 0,0 0 0,0 0 0,-1 0 0,1 1-1,0-1 1,-1 0 0,1 1 0,0-1 0,-1 0 0,1 1 0,0-1 0,0 2 0,23 22 28,-17-15-22,-1-4-12,1 1 0,0-1 0,0 0 0,0-1 0,1 1 0,0-1 0,0-1 0,0 0 0,0 0 0,0 0 1,0-1-1,1 0 0,-1-1 0,1 0 0,0 0 0,-1-1 0,1 0 0,0 0 0,-1-1 0,1-1 0,-1 1 0,1-1 0,-1 0 0,0-1 1,0 0-1,0-1 0,0 1 0,0-1 0,-1-1 0,14-9 0,-4-2 26,-1 0-1,-1 0 1,15-21-1,22-24 96,-42 56 88,-6 10-15,-4 18 11,-1-13-254,1-1 50,-1 0 1,0 0-1,0 0 0,-1 0 1,0 0-1,-1-1 0,0 1 1,0 0-1,-9 14 1,5-11-81,-1 0 0,-1-1 1,1 0-1,-2-1 1,1 0-1,-12 9 1,0-3-1082,-1 0-1,0-2 1,-1-1 0,-1 0 0,0-2 0,-40 14 0,-36 1-7911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54.4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423 76 12934,'0'0'8799,"23"-12"-7719,68-37-47,-69 37 1048,-24 12-1966,1-1 1,-1 1 0,0-1 0,0 1 0,0 0 0,1 0 0,-1 0 0,0 0 0,0 0 0,0 0 0,-2 1 0,-8 0 91,-4-1-60,-45 0 340,-93 11 0,135-8-439,1 0-1,0 2 0,0 0 1,0 1-1,0 0 0,1 2 1,0 0-1,1 1 1,-25 17-1,34-20-37,0 1 1,0-1-1,0 1 1,1 1-1,0-1 1,1 1-1,-1 0 1,2 1-1,-1-1 1,1 1-1,0 0 1,1 0-1,0 0 1,-3 16-1,1 8 36,2-1-1,1 64 1,2-66 20,-2-56-39,2 20-35,0 0 1,1-1-1,-1 1 1,1-1-1,3-11 0,-2 13 10,0 1-1,1-1 0,-1 1 0,1 0 0,0 0 1,0 0-1,0 1 0,0-1 0,1 1 0,0-1 1,-1 1-1,8-4 0,-3 2 1,0 1-1,0 1 1,0-1 0,1 1-1,-1 1 1,14-3 0,4 1 10,0 2 0,1 1-1,46 4 1,-58-1-5,-1 0-1,0 1 1,1 0-1,-1 1 0,-1 1 1,1 0-1,-1 1 1,0 0-1,0 2 1,13 8-1,-12-6-1,0 1-1,-1 1 0,0 0 1,-1 0-1,0 1 1,-1 1-1,18 29 1,-26-38-5,0 0 0,-1 0 1,1 0-1,-1 0 0,-1 0 0,1 1 0,-1-1 1,0 1-1,0-1 0,0 1 0,-1 10 1,0-15-1,0 0 0,-1 0 0,1 0 0,0 0 0,-1 0 0,1 0 0,-1 0 0,0 0 0,1 0 0,-1 0 0,0 0 0,0 0 0,0 0 0,1 0 0,-1-1 0,0 1 0,0 0 0,0-1 0,0 1 0,0 0 0,0-1 0,0 0 0,-1 1 0,1-1 0,0 1 0,0-1 0,0 0 0,-2 0 0,-40 6 0,39-6 0,-34 2-449,-67-5 1,103 3 363,0 0-1,1 0 1,-1-1-1,0 1 1,0-1-1,1 0 1,-1 1-1,0-1 1,1 0-1,-1 0 1,0 0-1,1 0 1,0 0-1,-1 0 1,1-1-1,0 1 1,-1 0 0,1-1-1,0 1 1,0-1-1,0 1 1,0-1-1,0 0 1,1 1-1,-1-1 1,0 0-1,1 1 1,-1-5-1,0 1-281,1 0 0,-1-1 0,1 1 0,1 0 0,-1-1 0,1 1 0,0 0 0,0 0 0,3-10 0,1 4-897,0 0 0,1 0 0,0 1 0,12-16-1,47-53-9123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54.6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369 0 14823,'0'0'8948,"-36"209"-8228,6-136-400,-13-13 33,13-8-129,-3-10-192,2-15-32,4-12-64,-3-9-449,0-6-607,-1 0-2018,4-30-2048,6-9-3458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54.7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7427,'0'0'12134,"197"76"-11222,-136-58-640,-1-9-272,4-9-944,-10 0-3730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55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358 0 12630,'0'0'8951,"3"27"-7940,9 87-656,-10-102-314,-1-1 1,0 1-1,-1-1 1,-1 12 0,0-22-42,1 0 1,0 0-1,-1 0 1,1-1-1,-1 1 1,1 0-1,-1 0 1,0-1-1,1 1 1,-1-1-1,0 1 1,0 0-1,1-1 1,-1 0-1,0 1 1,0-1 0,0 1-1,1-1 1,-1 0-1,0 0 1,0 1-1,0-1 1,0 0-1,0 0 1,0 0-1,0 0 1,1 0-1,-1 0 1,0 0-1,0 0 1,0 0-1,0-1 1,0 1-1,-1-1 1,-4 1-1,0 0-10,0 0 0,-1 0 1,1 0-1,0-1 0,0 0 0,0 0 0,0-1 0,0 0 0,0 0 0,0 0 0,0-1 0,1 0 0,-1 0 0,1 0 0,0 0 0,0-1 1,0 0-1,0 0 0,1-1 0,0 1 0,-1-1 0,2 0 0,-1 0 0,-4-9 0,4 9 10,1-1-1,0 0 1,0 0 0,0 0-1,1-1 1,0 1-1,0-1 1,1 1 0,0-1-1,0 0 1,1 1 0,-1-1-1,2-6 1,-1 11 1,-1 1-1,1-1 1,1 1 0,-1 0 0,0-1 0,0 1 0,0-1-1,1 1 1,-1 0 0,1 0 0,-1-1 0,1 1-1,0 0 1,-1 0 0,1-1 0,0 1 0,0 0 0,0 0-1,0 0 1,0 0 0,0 0 0,0 0 0,0 0-1,0 1 1,0-1 0,0 0 0,1 1 0,-1-1 0,0 0-1,2 1 1,3-2 17,0 1-1,1 0 0,-1 1 1,1-1-1,9 2 1,-3-1-9,-9 1 11,0-1 1,0 1 0,0 0 0,0 0-1,0 0 1,0 0 0,0 1 0,-1 0-1,1 0 1,-1 0 0,1 0 0,-1 0 0,0 1-1,0-1 1,0 1 0,0 0 0,0 0-1,0 0 1,-1 0 0,0 1 0,4 6-1,1 1 46,-2 1 0,1 0 0,-1 0-1,-1 1 1,5 21 0,-5-11-6,-1 0 1,-1 0-1,0 0 1,-2 0-1,-6 44 0,5-60-55,-1 0 0,0-1 0,-1 1 0,0-1 0,0 1-1,0-1 1,-1 0 0,0 0 0,0 0 0,0-1-1,-1 0 1,0 1 0,0-1 0,0-1 0,-1 1 0,1-1-1,-1 0 1,0-1 0,-8 5 0,0-1-3,-1-1 0,0 0 1,0-1-1,0-1 0,-1 0 1,0-1-1,-20 1 0,-66-3 36,100 0-44,-1-1 1,1 0-1,-1 0 1,0 0 0,1-1-1,-1 1 1,0-1 0,1 0-1,-1 1 1,1-1-1,-1 0 1,-3-2 0,5 1-3,0 1 0,0 0-1,0-1 1,0 1 0,0 0 0,1-1 0,-1 1 0,0-1 0,1 1 0,-1-1 0,1 1-1,-1-1 1,1 0 0,0 1 0,0-1 0,0 0 0,0 1 0,0-1 0,0 1 0,0-1-1,1-2 1,0 0-14,0 0-1,0-1 1,1 1-1,-1 0 0,1 0 1,0 0-1,0 0 1,0 1-1,1-1 0,-1 0 1,1 1-1,0 0 1,0-1-1,0 1 0,5-3 1,9-7-28,-1 1-1,20-10 1,-19 13 47,9-7-10,1 1 0,1 1-1,0 2 1,0 1 0,1 1-1,0 2 1,1 0 0,0 2-1,0 2 1,44-2 0,58 6 125,-130 1-75,-1-1-1,1 1 1,-1 0 0,0 0 0,0 0 0,0 0 0,1 0-1,-1 0 1,0 0 0,0 0 0,0 0 0,-1 0-1,1 1 1,0-1 0,0 0 0,-1 1 0,1-1-1,0 0 1,-1 1 0,0-1 0,1 3 0,11 18-9,-6-15-37,0 0 1,1 0 0,0-1-1,0 0 1,1-1 0,-1 1-1,1-1 1,0-1 0,1 1-1,-1-1 1,19 5 0,-8-4-172,0-1 1,0-1-1,0-1 0,35 0 1,-52-2 174,0 0 0,0 0 1,0 0-1,-1 0 0,1-1 0,0 1 1,0-1-1,-1 1 0,1-1 0,0 0 1,-1 1-1,1-1 0,-1 0 0,1 0 1,-1 0-1,1 0 0,-1 0 0,0-1 1,1 1-1,-1 0 0,0-1 1,0 1-1,0-1 0,0 1 0,0-1 1,-1 1-1,1-1 0,0 0 0,-1 1 1,2-4-1,0-5 10,-1 1 1,0-1-1,0 0 1,-2-15-1,1 10-5,0 10 20,-1-1 1,0 1-1,0 0 1,0-1 0,-1 1-1,1 0 1,-1 0-1,-1 0 1,1 0-1,-1 0 1,0 1 0,0-1-1,0 1 1,-5-6-1,-14-20 61,22 29-206,0 1-1,-1-1 1,1 0 0,0 1-1,0-1 1,-1 1-1,1-1 1,0 0 0,0 1-1,0-1 1,0 0 0,0 0-1,0 1 1,0-1-1,0 0 1,0 1 0,0-1-1,0 0 1,1 1-1,-1-1 1,0 1 0,0-1-1,1 0 1,-1 1-1,0-1 1,1 1 0,-1-1-1,1 1 1,0-2-1,19-7-5682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55.5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14054,'0'0'6627,"179"-27"-6322,-140 27-305,-27 12-833,-12 0-1904,0-3-3666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55.7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0 11573,'-39'206'2577,"90"-215"-2032,19 3-449,3-3-96,-4-6-4786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56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 0 15495,'0'0'7550,"-18"30"-6885,18-30-665,-74 129 421,71-123-406,0 1-1,0-1 1,0 1-1,1 0 1,0 0-1,0 0 1,0 0-1,1 0 1,0 0-1,1 0 1,0 0-1,0 1 1,0-1-1,1 0 1,3 13-1,-3-16-22,-1-1 0,1 1 0,1-1-1,-1 1 1,1-1 0,-1 0 0,1 0-1,0 0 1,0 0 0,0 0 0,0 0 0,1 0-1,-1-1 1,1 1 0,0-1 0,0 0 0,0 0-1,0 0 1,0 0 0,0 0 0,0-1 0,1 1-1,-1-1 1,6 2 0,6 0-206,0-1 0,0 0 0,0-1 0,23 0 0,-27-1 24,-2 0 85,0-1 0,-1 0-1,1 0 1,0 0 0,-1-1-1,1 0 1,-1-1-1,0 0 1,0 0 0,0-1-1,0 0 1,0 0 0,-1-1-1,0 0 1,0 0-1,0-1 1,11-12 0,9-10 90,-1-1 1,40-60 0,-62 80 462,-3 8 339,-3 1-32,1 0-706,-1 1-1,0-1 0,1 1 1,-1 0-1,1 0 1,-1 0-1,1 0 0,-1 0 1,1 0-1,0 0 1,-1 1-1,1-1 0,0 0 1,0 1-1,0-1 1,0 1-1,0-1 0,0 1 1,0 1-1,-14 33 393,13-31-412,1 1 1,0-1-1,0 1 1,0 0-1,0-1 1,1 1-1,0-1 0,1 1 1,-1 0-1,1-1 1,0 1-1,2 7 1,-1-10-21,-1 1 0,1-1 0,-1 0 0,1 0 0,0 0 0,1 0 1,-1 0-1,0 0 0,1-1 0,-1 1 0,1-1 0,0 0 0,0 0 1,0 0-1,0 0 0,0 0 0,0 0 0,1-1 0,3 2 0,11 1-40,0 0 0,0-2-1,1 0 1,0 0 0,-1-2-1,1-1 1,19-2 0,-31 2 62,1-1 0,0 0 0,-1 0 0,1 0 0,-1-1 1,0 0-1,0-1 0,0 0 0,0 0 0,-1 0 0,0-1 0,1 1 1,-2-2-1,1 1 0,-1-1 0,1 1 0,-1-2 0,-1 1 1,0 0-1,1-1 0,-2 0 0,1 0 0,-1 0 0,0 0 0,-1-1 1,0 1-1,0-1 0,0 1 0,-1-1 0,1-15 0,-2 23-26,1 0 0,0 0 0,0 0 0,0 0 0,0 0 0,-1 0 0,1 0 0,0 1-1,0-1 1,-1 0 0,1 0 0,0 1 0,0-1 0,-1 1 0,1-1 0,0 0 0,0 2-1,12 6-191,1 0 0,0 0 0,0-2 0,0 0 0,1 0 0,-1-1 0,1-1 0,1-1 0,25 3 0,-27-5-25,1 1-62,1-2-1,-1 0 0,0 0 1,18-4-1,-30 3 261,0 1 0,0-1-1,-1 1 1,1-1 0,0 0-1,-1 0 1,1-1 0,-1 1-1,1 0 1,-1-1 0,1 0-1,-1 1 1,0-1 0,0 0-1,0 0 1,0 0-1,0 0 1,0-1 0,-1 1-1,1 0 1,-1-1 0,1 1-1,-1-1 1,0 0 0,0 1-1,0-1 1,-1 0 0,2-4-1,-2 5 70,1 1 0,-1-1 1,0 0-1,0 0 0,0 0 0,0 0 0,0 0 0,0 0 0,0 0 0,0 0 0,-1 0 0,1 0 0,-1 1 0,0-1 0,1 0 0,-1 0 0,0 0 0,0 1 1,0-1-1,0 0 0,0 1 0,-1-1 0,1 1 0,0 0 0,-1-1 0,1 1 0,-3-1 0,1 0 23,-1 1-1,0 0 0,1 0 1,-1 0-1,0 0 0,0 0 1,1 1-1,-1 0 1,0 0-1,0 0 0,0 0 1,-5 2-1,8-2-75,0 1-1,1-1 1,-1 1-1,0-1 1,1 1-1,-1-1 1,1 1-1,-1 0 1,1-1-1,-1 1 1,1 0-1,-1-1 1,1 1-1,0 0 1,0-1-1,-1 1 1,1 0-1,0 0 1,0-1 0,0 1-1,-1 0 1,1 0-1,0 0 1,0-1-1,0 1 1,1 0-1,-1 0 1,0 0-1,0-1 1,1 3-1,-1 1-2,0-2-15,0 0 1,0 0-1,1 1 1,-1-1-1,0 0 1,1 0-1,0 0 1,-1 1-1,1-1 1,0 0 0,0 0-1,0 0 1,1 0-1,-1-1 1,0 1-1,3 3 1,1-1-66,1 0 0,-1 0 0,1 0 0,7 3 0,-9-4-763,1 0 0,0-1 0,-1 1 0,1 1 0,-1-1 0,0 1 0,4 4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57.3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16071,'0'0'3679,"31"-4"-3436,106-11-168,-124 14-72,1 1 1,0 0-1,0 0 0,-1 1 1,1 1-1,-1 1 0,21 6 1,-19-5-4,-8-2 4,2 0 57,-1 0 1,1 1 0,0 0-1,13 8 1,-20-10-43,0 0 0,0 1 1,0-1-1,-1 1 0,1-1 0,0 1 1,-1 0-1,0 0 0,1 0 0,-1-1 1,0 1-1,0 0 0,0 1 0,0-1 1,0 0-1,0 0 0,0 0 0,-1 1 1,1-1-1,-1 0 0,0 0 0,0 5 1,1-1 43,-1 1 1,-1-1 0,1 0 0,-1 0-1,0 1 1,-1-1 0,1 0 0,-1 0-1,-5 10 1,6-15-64,1 1 1,-1-1-1,1 1 0,-1 0 0,1-1 0,-1 1 1,1 0-1,0 0 0,0-1 0,0 1 0,0 0 1,0 0-1,0-1 0,0 1 0,0 0 0,1-1 1,-1 1-1,1 0 0,-1-1 0,1 1 0,0 0 1,0-1-1,0 1 0,0-1 0,0 0 0,0 1 0,2 1 1,3 3 42,1 0 0,-1 0 0,1-1 0,12 7 0,3 2 160,-5 0 14,0 0-1,-1 1 1,26 32 0,-37-40-143,1 1 1,-1 0-1,-1 0 1,1 1-1,-1-1 1,-1 1-1,1 0 1,-2 0 0,1 0-1,-1 0 1,1 13-1,-2-11 70,0-1 0,-1 1 0,0-1 0,0 1-1,-4 16 1,3-24-112,0 1 0,-1-1 0,1-1 0,-1 1 1,1 0-1,-1 0 0,0 0 0,0-1 0,0 1 0,0-1 0,0 0 0,-1 1 0,1-1 0,-1 0 0,0 0 0,1-1 0,-1 1 1,0-1-1,0 1 0,0-1 0,-4 1 0,-6 2-14,0-1 1,0-1-1,1-1 1,-1 1-1,0-2 1,-25-1-1,19 0-38,10 0-139,-1 0-1,0 0 1,1-1-1,-1 0 1,1-1-1,0 0 1,-1-1-1,1 0 1,1 0-1,-1-1 1,1 0-1,0 0 1,0-1-1,0 0 1,1 0-1,0-1 1,0 0-1,0 0 1,1-1-1,0 0 1,1 0 0,0 0-1,0-1 1,1 0-1,0 0 1,0 0-1,1 0 1,0 0-1,1-1 1,0 1-1,-1-17 1,2 4-1793,1-35 0,8-29-4338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57.5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13302,'0'0'5699,"46"169"-2658,-34-90-1856,-3 6-785,-3-4-240,-6 4-96,0-15-16,0-13-48,-18-8 0,-7-22 0,7-9-208,9-9-721,9-3-1504,24-6-9444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58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58 240 11861,'0'0'9130,"8"28"-8199,25 95-421,-29-105-374,0 0 1,-2 0 0,0 0-1,-1 1 1,-2 22-1,0-2 194,1-35-309,0 0 31,0 0 0,0 0-1,0 0 1,0 0 0,-1 0 0,0 0 0,0 0-1,-1 5 1,1-8-31,0 0 0,0 0 0,0 0-1,0 1 1,0-1 0,-1 0 0,1-1-1,0 1 1,0 0 0,-1 0 0,1-1-1,-1 1 1,1 0 0,0-1 0,-1 1-1,1-1 1,-1 0 0,1 0 0,-1 1-1,0-1 1,1 0 0,-1 0 0,1 0-1,-3-1 1,2 1-17,-1 0 0,1 0 0,-1-1-1,1 1 1,-1-1 0,1 0 0,0 1-1,-1-1 1,1 0 0,0-1 0,0 1-1,-1 0 1,1-1 0,0 1 0,0-1-1,1 1 1,-1-1 0,0 0 0,0 0-1,1 0 1,-1 0 0,1 0 0,0 0-1,-1 0 1,1-1 0,0 1 0,0 0-1,1-1 1,-2-3 0,-1-9-32,0 1 0,1-1 0,-1-30 0,3 38 17,-1-30-45,5-55 1,-2 75 46,0 1 0,2-1 0,0 1-1,1 0 1,12-27 0,-9 26 16,1 1 0,0 0-1,2 0 1,0 1 0,1 1-1,0 0 1,1 0 0,21-17-1,-23 23 3,1 0-1,0 0 0,0 1 1,1 1-1,0 0 0,0 1 1,0 0-1,0 1 0,1 0 1,0 1-1,24-2 0,-22 4 12,-1 0 0,1 1 0,0 1 1,-1 0-1,28 6 0,-38-5-17,0-1 1,0 1-1,0 0 1,0 1-1,0-1 0,0 1 1,0 0-1,-1 0 1,1 1-1,-1-1 1,0 1-1,0 0 1,0 0-1,-1 0 0,0 1 1,1-1-1,-2 1 1,1 0-1,4 9 1,-4-5 2,0 0-1,-1-1 1,0 1 0,1 16 0,-3-21-3,1-1 0,-1 1 0,0-1 1,0 1-1,-1 0 0,1-1 0,-1 1 0,0-1 0,0 1 1,0-1-1,0 0 0,0 1 0,-1-1 0,1 0 1,-4 5-1,0-4 4,0 0 1,0 0-1,-1 0 1,1-1 0,-1 0-1,0 0 1,0 0-1,0-1 1,0 1-1,0-2 1,-9 3-1,-14 1 35,-36 2 0,45-6-38,-20 2-10,-33 4-17,72-7 20,-1 1-1,1-1 1,0 0-1,0 1 0,0-1 1,0 1-1,0-1 1,-1 1-1,1 0 1,0-1-1,0 1 1,0 0-1,1 0 1,-1 0-1,0 0 1,0-1-1,0 1 1,1 0-1,-1 1 0,0-1 1,1 0-1,-1 0 1,1 0-1,-1 0 1,1 0-1,0 1 1,-1-1-1,1 0 1,0 0-1,0 0 1,0 1-1,0-1 1,0 0-1,0 0 1,0 1-1,0-1 0,1 0 1,-1 0-1,0 0 1,1 2-1,1 2 7,-1-1 0,1 1 0,-1-1 0,1 1 0,1-1 0,-1 0 0,1 0 0,-1 0 0,6 6 0,1-2 4,1 0 0,0 0-1,1-1 1,0 0 0,0-1-1,0 0 1,1-1 0,0 0-1,0-1 1,0 0 0,0-1-1,14 2 1,19 0-570,0-1-1,47-2 1,-77-3-51,-1 0-1,1 0 1,-1-1 0,0-1-1,0 0 1,0-1 0,0-1-1,0 0 1,-1-1 0,18-11-1,-7 5-298,-1-2 0,-1 0-1,0-2 1,-1 0 0,26-27-1,-46 42 1098,1 0 0,-1 0-1,0 0 1,-1-1-1,1 1 1,0 0-1,0 0 1,0-1 0,-1 1-1,1-1 1,-1 1-1,1 0 1,-1-1 0,0 1-1,1-4 1,-1 4 1795,-13 1-1378,1 1 1,-1 1-1,1 0 0,0 0 0,0 1 0,0 1 1,-19 8-1,2 2 57,-45 30 0,74-44-656,-10 6 254,0 1 1,-15 14-1,22-19-223,1 1-1,0-1 1,0 1 0,-1 0 0,2 0-1,-1 0 1,0 0 0,1 0 0,-1 0 0,1 1-1,0-1 1,0 0 0,-1 5 0,2-7-34,0 0 0,0 0-1,0-1 1,0 1 0,0 0 0,0-1 0,0 1 0,0 0 0,0 0 0,0-1 0,0 1 0,0 0 0,0-1 0,1 1 0,-1 0-1,0-1 1,1 1 0,-1 0 0,0-1 0,1 1 0,-1 0 0,1-1 0,-1 1 0,1-1 0,-1 1 0,1-1 0,-1 1 0,1 0 0,25 4-179,1-2-341,1-2 1,52-5-1,-66 3 323,-1-1-1,0-1 0,0 0 0,0-1 0,0 0 0,-1-1 1,0 0-1,17-11 0,0-5-17,-1-1 0,25-27-1,-14 13 260,-39 36 34,1-1-1,-1 1 1,1-1-1,-1 1 0,1-1 1,-1 1-1,1 0 1,-1-1-1,1 1 0,0 0 1,-1-1-1,1 1 1,-1 0-1,1 0 0,0 0 1,-1 0-1,1-1 0,0 1 1,0 0-1,0 1-44,-1-1 0,0 0-1,1 0 1,-1 0 0,0 1-1,1-1 1,-1 0 0,0 1-1,0-1 1,1 0 0,-1 0 0,0 1-1,0-1 1,1 1 0,-1-1-1,0 0 1,0 1 0,0-1-1,0 0 1,0 1 0,0-1-1,1 1 1,-1 0 0,-1 32 381,0-20-191,1-12-233,0 0-1,0 0 1,0 0-1,0 0 0,0 0 1,0 0-1,0 0 1,1 0-1,-1 0 0,0 0 1,0 0-1,1 0 1,-1-1-1,1 1 0,-1 0 1,0 0-1,2 1 1,6-2-245,-6 0 117,1 0-312,1 0-1,0 0 1,0 0-1,0 0 1,-1 0-1,1-1 1,0 0-1,-1 1 1,1-1-1,0-1 1,-1 1-1,1-1 0,-1 1 1,1-1-1,-1 0 1,0 0-1,0 0 1,0-1-1,3-2 1,18-21-5085,1 1-766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58.6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0 125 4802,'0'0'14650,"1"10"-13108,0 3-1167,3 52 978,-4-62-1327,0 0 0,0 0-1,0 0 1,0 0 0,1 0-1,-1 0 1,1 0 0,0 0-1,-1-1 1,1 1 0,1 0-1,-1 0 1,0-1 0,1 1-1,-1-1 1,1 1 0,0-1-1,0 0 1,0 0 0,0 1-1,0-1 1,0-1 0,1 1-1,-1 0 1,1-1 0,-1 1-1,1-1 1,-1 1 0,1-1-1,0 0 1,0-1 0,0 1-1,3 0 1,3 1-24,-1-1-1,1 0 1,-1 0 0,11-1 0,-17 0-7,1-1 0,-1 1 0,1-1 1,-1 1-1,1-1 0,-1 0 0,1 0 0,-1 0 0,0 0 1,0 0-1,1-1 0,-1 1 0,0-1 0,0 1 0,0-1 1,-1 0-1,1 0 0,2-2 0,5-11 4,0-1 0,-1 0 0,-1 0 0,0-1-1,5-21 1,11-29 13,-17 51 2,-6 12-11,1 1 1,1-1-1,-1 1 1,0-1 0,1 1-1,0 0 1,-1 0-1,4-4 1,0 2-61,-4 4-39,0 0 0,0 0 0,0 0 0,0 0 0,0 1 1,0-1-1,0 0 0,0 1 0,0-1 0,1 1 0,-1-1 0,0 1 1,0-1-1,0 1 0,1 0 0,-1 0 0,0 0 0,0 0 0,2 0 1,40-13-8541,-21 8-475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58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 1 7171,'0'0'12342,"-42"88"-12022,36-73-144,0-6-176,-3 0-16,-1 0-96,-2 0-432,6 0-545,3-3-784,3-3-3089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59.0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 11253,'0'0'7636,"167"-15"-7620,-119 15-16,-11 0-32,-16 0-353,-30 0-8819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59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360 0 15271,'0'0'6603,"-31"6"-5835,-102 22-450,124-25-283,0-1-1,0 2 1,1-1 0,-1 1-1,1 1 1,0-1 0,0 2 0,0-1-1,1 1 1,0 0 0,-12 13-1,10-10 30,2-2-14,0 0-1,0 0 1,1 0-1,0 1 1,0 0-1,1 0 1,0 0-1,0 1 1,1 0-1,0 0 1,1 0-1,0 0 1,0 0-1,1 1 1,0-1-1,1 1 1,-1 12-1,2-20-52,0 0-1,1 1 1,-1-1 0,1 0-1,-1 0 1,1 0 0,0 0-1,0 1 1,0-1-1,0 0 1,0 0 0,0-1-1,1 1 1,-1 0 0,0 0-1,1-1 1,0 1 0,-1 0-1,1-1 1,0 0-1,0 1 1,0-1 0,0 0-1,0 0 1,0 0 0,0 0-1,0 0 1,0-1-1,0 1 1,1-1 0,2 1-1,10 1-113,0 0 0,0 0-1,26-3 1,-24 1-61,0 0 28,-4 1 78,-1-1-1,1 0 0,-1-1 0,1-1 1,-1 0-1,16-5 0,-11-1 65,1-1 0,-2 0 0,17-13 0,-18 12 22,0 0 0,1 1 0,32-14 0,-48 23 2,1 0-1,-1 0 0,0 0 1,0 0-1,1 0 0,-1 0 1,0 0-1,0 1 1,1-1-1,-1 0 0,0 0 1,0 0-1,1 0 1,-1 0-1,0 0 0,0 1 1,1-1-1,-1 0 0,0 0 1,0 0-1,0 0 1,0 1-1,1-1 0,-1 0 1,0 0-1,0 1 0,0-1 1,0 0-1,0 0 1,0 1-1,1-1 0,-1 0 1,0 0-1,0 1 1,0-1-1,0 0 0,0 0 1,0 1-1,0-1 0,0 0 1,0 1-1,0-1 1,0 0-1,-1 0 0,1 1 1,0-1-1,0 0 1,0 0-1,0 1 0,0-1 1,-1 0-1,1 5 127,-2 22 111,-1 0 1,-2 0-1,0-1 0,-11 31 1,-8 38 5,21-80-174,0-1 0,-1 0 0,-1 0-1,0 0 1,-1-1 0,0 0 0,-15 22 0,17-29-62,0-1 0,0 0 1,-1 0-1,0 0 0,0 0 1,0-1-1,0 0 0,-1 0 0,0-1 1,1 1-1,-1-1 0,-1 0 1,1-1-1,0 0 0,-1 0 0,1 0 1,-1-1-1,1 1 0,-8-1 0,7-1 0,1 1-103,0-1-1,0 0 1,-1 0-1,-11-2 1,17 2 9,-1-1 1,1 1 0,-1 0 0,1-1 0,0 0 0,0 1 0,-1-1 0,1 0 0,0 0-1,0 0 1,0 0 0,-1 1 0,1-2 0,0 1 0,0 0 0,1 0 0,-1 0 0,0 0-1,0-1 1,1 1 0,-1 0 0,0-1 0,1 1 0,-1 0 0,1-1 0,-1-1-1,0-7-1542,0-1 0,1-20 0,0 10-1882,0-31-6368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00.0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70 15591,'0'0'6299,"28"-7"-4282,-19 5-1881,47-12 578,115-13-1,28 20-97,44-5 836,-235 12-1423,-18 0-511,1 1 0,0 1-1,0-1 1,0 1 0,0 1-1,0 0 1,-12 5 0,-60 36-4893,38-20 714,-23 12-4754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00.2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1 242 9893,'0'0'10740,"175"22"-9587,-78-22-129,15 0-79,-3-19-49,-12-5-79,-21 0-225,-31-9-448,-18 5-96,-15 1-48,-12 6-784,0-9-1441,0 6-3442,-24-10-5842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00.4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 14535,'0'0'9100,"33"18"-8644,-33-18-456,138 84 366,-125-75-284,0 0 0,-1 1 1,-1 1-1,1 0 1,-2 1-1,0 0 0,0 0 1,-1 1-1,-1 1 1,0-1-1,10 25 0,-11-20 16,-2 1-1,0 0 0,-1 0 0,-1 1 0,-1-1 0,0 0 1,-3 35-1,1-44-79,-2-1 0,1 0 0,-1 1 0,-1-1 0,0 0 0,0-1 0,0 1 0,-1 0 1,-1-1-1,1 0 0,-2 0 0,1 0 0,-1-1 0,0 1 0,0-1 0,-1-1 0,0 1 1,0-1-1,0-1 0,-9 6 0,1-2-28,0 0-1,-1-2 1,0 0 0,0-1-1,0 0 1,0-1 0,-1-1-1,0-1 1,0 0 0,-22 0-1,28-2-180,-18 0-154,28-1 249,0 0 0,0-1 0,1 1 0,-1 0-1,0 0 1,0-1 0,1 1 0,-1 0 0,0-1 0,1 1 0,-1-1 0,0 1 0,1-1-1,-1 1 1,1-1 0,-1 1 0,1-1 0,-1 1 0,1-1 0,0 0 0,-1 1-1,1-1 1,-1 0 0,1 1 0,0-1 0,0 0 0,0 0 0,-1 1 0,1-1 0,0 0-1,0 0 1,0 0 0,0 0 0,0-4-518,0 1 1,0 0-1,1 0 1,0-1-1,-1 1 0,1 0 1,1 0-1,2-7 1,3 0-2101,0 0 0,1 0 0,13-14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01.4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248 1 15863,'0'0'6566,"3"30"-5654,9 94-709,-10-109-188,0-1-1,-2 1 0,0 0 1,-1 14-1,0-26-11,1-2 0,0 0 0,-1 0-1,1 1 1,0-1 0,-1 0 0,0 0 0,1 0 0,-1 1 0,0-1-1,1 0 1,-1 0 0,0 0 0,0 0 0,0 0 0,0-1 0,0 1 0,0 0-1,0 0 1,0-1 0,0 1 0,-1 0 0,1-1 0,0 1 0,0-1-1,-1 0 1,1 1 0,0-1 0,0 0 0,-3 0 0,-5 1 36,0 0 1,0-1-1,-12-1 0,5 0 22,11 1-62,1 0 0,0-1 0,0 0 0,0 1 0,0-2 0,0 1 0,0 0 0,0-1 0,0 0 0,0 0 0,1 0 0,-1 0 0,1 0 0,-1-1 0,1 0 0,0 0 0,0 0 0,0 0 0,1 0 0,-1 0 0,1-1 0,-1 1 0,1-1 0,0 0 0,1 1 0,-1-1 0,1 0 0,-1 0 0,1 0 0,0 0 0,0-8 0,-1 4-2,1-1 1,0 1-1,1 0 0,-1 0 1,2 0-1,-1 0 1,1 0-1,0 0 0,4-13 1,-3 18 12,-1 0 0,1 0 0,-1 0-1,1 1 1,0-1 0,0 1 0,0-1 0,0 1 0,1 0 0,-1-1 0,1 1 0,-1 1 0,1-1 0,0 0 0,0 1 0,0-1 0,0 1 0,0 0-1,0 0 1,0 0 0,0 0 0,0 0 0,0 1 0,1 0 0,4-1 0,2 0 50,-1 1 1,1 0-1,-1 0 1,0 1-1,1 0 0,-1 0 1,0 1-1,0 1 1,0 0-1,12 5 0,-15-5-25,0 0-1,-1 1 0,0 0 1,0 0-1,0 0 1,0 1-1,-1-1 0,1 1 1,-1 0-1,-1 0 0,1 1 1,-1-1-1,0 1 1,0 0-1,0 0 0,2 7 1,-1 4-21,-1 1 0,0 0 1,-1 0-1,-1 0 0,0 1 1,-1-1-1,-4 24 0,2-34-12,1 1-1,-1-1 1,-1 1 0,1-1-1,-2 0 1,1 0-1,-1 0 1,0-1-1,0 1 1,-1-1 0,0 0-1,-1 0 1,1-1-1,-1 1 1,-1-1-1,1-1 1,-1 1 0,0-1-1,0 0 1,-10 5-1,2-2-1,0-1 0,0 0-1,-1-1 1,1 0-1,-1-2 1,0 0 0,-1 0-1,1-2 1,-29 1 0,31-2 4,-13-2-78,26 0 63,0 1 1,0 0 0,0-1 0,0 1 0,1-1 0,-1 1 0,0-1-1,0 1 1,1-1 0,-1 1 0,0-1 0,1 0 0,-1 0-1,1 1 1,-1-1 0,1 0 0,-1 0 0,1 0 0,0 1 0,-1-1-1,1 0 1,0 0 0,0 0 0,-1 0 0,1 0 0,0-1 0,0-3-26,-1 0 0,2 0 0,-1 0 0,0 0 0,1 0 0,0 0 0,0 0 1,0 0-1,1 1 0,0-1 0,0 0 0,0 1 0,0-1 0,1 1 1,-1 0-1,5-4 0,5-7 1,1 2-1,0-1 1,16-11 0,-16 14 31,6-5 4,0 1 1,32-19-1,-43 29 3,1 1 0,-1 0 0,1 0-1,0 1 1,0 0 0,0 1 0,0 0-1,1 0 1,17 0 0,-23 2-1,21 0 44,-1 0 0,1 2 0,34 7 1,108 24-25,-133-28-123,1-2 0,64-2 0,-94-1 106,-1 0-1,1 0 1,-1-1-1,0 0 0,1 0 1,-1 0-1,0 0 1,0-1-1,1 0 0,-1 0 1,-1 0-1,1 0 1,0-1-1,0 1 0,-1-1 1,0 0-1,1 0 1,-1 0-1,0-1 0,-1 1 1,1-1-1,0 1 1,-1-1-1,0 0 0,0 0 1,0 0-1,0 0 1,-1 0-1,0-1 0,0 1 1,0 0-1,0-1 1,0-4-1,-2 9 5,1-1 1,0 0-1,0 1 0,-1-1 1,1 1-1,-1-1 0,1 1 1,-1-1-1,1 1 0,-1-1 1,1 1-1,-1-1 0,1 1 1,-1 0-1,1-1 0,-1 1 1,0 0-1,1 0 1,-1-1-1,1 1 0,-1 0 1,0 0-1,1 0 0,-1 0 1,0 0-1,1 0 0,-1 0 1,0 0-1,1 0 0,-1 0 1,0 0-1,1 0 0,-1 0 1,0 1-1,0-1 0,-5 1 42,-11-2 13,0 2 0,1 0 0,0 1 0,-28 7 0,36-7-50,1 1 0,0 0-1,0 0 1,0 1 0,1 0 0,-1 0-1,1 0 1,0 1 0,0 0-1,0 0 1,1 0 0,-8 10 0,10-11-12,1-1 1,0 1-1,0-1 1,0 1-1,0 0 1,1 0-1,0 0 1,-1 0-1,1 0 1,0 4 0,1-6-8,0-1 0,-1 0 0,1 1 1,0-1-1,0 0 0,1 1 0,-1-1 0,0 0 1,0 0-1,1 1 0,-1-1 0,0 0 1,1 1-1,-1-1 0,1 0 0,0 0 1,-1 0-1,1 0 0,0 0 0,0 0 1,0 0-1,0 0 0,0 0 0,0 0 1,0 0-1,0 0 0,0-1 0,0 1 0,0 0 1,1-1-1,-1 1 0,0-1 0,0 1 1,3-1-1,23 5-105,0-1 0,1-2 0,0 0 1,-1-2-1,37-5 0,-57 4 98,0-1 1,1 1-1,-1-1 1,0-1-1,0 1 1,0-1-1,0-1 1,-1 1-1,1-1 1,6-5-1,-10 6 20,0 0-1,1 0 0,-1 0 0,0 0 1,-1 0-1,1-1 0,0 1 0,-1-1 1,0 0-1,0 1 0,0-1 0,0 0 1,-1 0-1,1-1 0,-1 1 1,0 0-1,-1 0 0,1-1 0,0-4 1,-1 8 1,-1 1 0,1-1-1,0 0 1,0 0 0,-1 1 0,1-1 0,0 0 0,-1 0 0,1 1 0,-1-1 0,1 1 0,-1-1 0,1 0 0,-1 1 0,1-1 0,-1 1 0,0-1 0,1 1 0,-1 0 0,0-1-1,1 1 1,-1-1 0,0 1 0,1 0 0,-1 0 0,0-1 0,0 1 0,1 0 0,-1 0 0,0 0 0,0 0 0,0 0 0,-33 0 128,24 0-100,10 0-40,-1 1 0,0-1 0,1 0 0,-1 1-1,1-1 1,-1 0 0,1 1 0,-1-1 0,1 1 0,-1-1 0,1 1-1,0-1 1,-1 1 0,1 0 0,0-1 0,-1 1 0,1-1 0,0 1-1,0 0 1,0-1 0,0 1 0,-1 0 0,1-1 0,0 1 0,0 0-1,0-1 1,0 1 0,0 0 0,1-1 0,-1 1 0,0 0 0,0-1-1,0 1 1,0-1 0,1 1 0,-1 0 0,0-1 0,1 1 0,-1-1-1,0 1 1,1-1 0,-1 1 0,1-1 0,0 2 0,2 0-33,0 0 0,0 0 1,0 0-1,0 0 0,0 0 1,0-1-1,1 1 0,-1-1 1,1 0-1,-1 0 0,1 0 1,-1-1-1,1 1 0,5-1 1,62 0-633,-42-1 342,45 1-173,-73 0 500,0 1-1,0-1 1,0 0-1,0 0 1,0 0-1,0 0 1,1-1 0,-1 1-1,0 0 1,0 0-1,0-1 1,0 1-1,0 0 1,-1-1-1,1 1 1,0-1 0,0 1-1,0-1 1,1-1-1,-1 0 61,0 1 0,-1-1-1,1 1 1,-1-1 0,0 1 0,0-1-1,1 1 1,-1-1 0,0 1 0,-1-4-1,1 1 131,0 3-163,0 0-1,-1 0 1,1 0 0,-1 0 0,1 0 0,-1 0 0,0 0-1,1 0 1,-1 1 0,0-1 0,1 0 0,-1 0-1,0 1 1,0-1 0,0 0 0,0 1 0,0-1-1,0 1 1,0-1 0,0 1 0,0-1 0,0 1-1,0 0 1,0 0 0,0-1 0,0 1 0,0 0-1,-1 0 1,-14-6 145,49 3-165,-11 2-6,-21 1-13,-1 0 0,1 0 0,0 0-1,0 0 1,-1 0 0,1-1 0,0 1 0,-1 0-1,1 0 1,0 0 0,-1-1 0,1 1 0,0 0-1,-1-1 1,1 1 0,-1 0 0,1-1 0,-1 1-1,1-1 1,-1 1 0,1-1 0,-1 1-1,2-2 1,-10 2-597,-98 0-4237,29 0-595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02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593 0 18472,'0'0'6668,"-29"30"-6615,-96 98-21,99-102-21,-1 0 1,-1-2-1,-1-1 1,-1-2-1,-35 19 1,26-22 78,-1 0 0,0-3 0,-51 12 0,71-19 40,20-8-126,0 0 0,-1 0 0,1 0 0,0 1 0,0-1 0,0 0 0,-1 0 0,1 0 0,0 0 0,0 0 0,0 1 0,0-1 0,0 0 0,-1 0 0,1 0 0,0 1 0,0-1 0,0 0 0,0 0 0,0 0 0,0 1 0,0-1 0,0 0 0,0 0 0,0 1 0,0-1 0,0 0 0,0 0 0,0 0 0,0 1 0,0-1 0,0 0 0,0 0 0,0 1 0,0-1 0,0 0 0,2 2 9,0-1 1,0 0 0,0 0 0,0 0 0,0 0-1,0 0 1,0 0 0,0 0 0,0-1 0,0 1-1,4 0 1,367 64 1192,-307-62-1224,-42-3-375,-23 0-364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02.6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12070,'0'0'11957,"31"169"-11685,-13-114-144,-12-4-64,0-8-64,-6-25 0,0-3-288,3-15-624,12 0-1826,3-15-1904,6-25-4354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02.8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361 0 15879,'0'0'6579,"172"200"-5570,-136-124-849,-20-4-96,-16-8-64,-16-4 0,-38-2 0,-22-19-16,-11 10-256,-7-10-721,3-9-1264,0-6-2161,15-21-6147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04.4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281 161 11285,'0'0'8946,"-29"9"-7348,-7 1-1262,-54 25 0,84-31-304,0 0-1,0 0 1,0 0 0,0 1 0,1 0-1,-1 0 1,1 0 0,1 1-1,-1-1 1,1 1 0,0 0 0,0 1-1,1-1 1,-1 1 0,-3 11-1,0-1 73,-1 0 43,1 0-1,-9 34 1,14-43-95,1 0 0,-1 1 1,2-1-1,-1 1 0,1-1 0,0 0 0,1 1 0,2 11 1,-3-19-45,1 1-1,-1-1 1,0 0 0,1 0 0,0 0 0,-1 1 0,1-1-1,0 0 1,-1 0 0,1 0 0,0 0 0,0 0 0,0 0 0,0 0-1,0 0 1,0-1 0,0 1 0,0 0 0,0 0 0,1-1 0,-1 1-1,0-1 1,2 1 0,32 3 34,-27-3-30,27 0 34,56-4-1,-74 1-60,-1-1 1,0 0-1,0-1 0,-1-1 1,29-12-1,-14 1-12,-1-1 0,-1-1 0,0-2-1,-1-1 1,-1-1 0,-1-1 0,31-38 0,-9 2 46,-3-1 0,44-82 0,-68 109 56,-19 32 31,-2 7 31,-2 13-14,-1-1 0,-1 0 1,-13 32-1,-8 33 171,19-42-242,2 1 1,2 0 0,2 45 0,1-86-54,0-1-11,0 1 0,0-1 0,0 1 0,0 0 0,0-1 0,0 1 0,0-1 0,0 1 0,0-1 0,0 1 0,0 0 0,1-1 0,-1 1 0,0-1 0,0 1 0,1-1 0,-1 1 0,0-1-1,1 1 1,-1-1 0,0 1 0,1-1 0,-1 0 0,1 1 0,-1-1 0,1 0 0,-1 1 0,1-1 0,-1 0 0,1 1 0,-1-1 0,1 0 0,-1 0 0,1 0 0,0 0 0,-1 1 0,1-1 0,-1 0 0,1 0 0,-1 0 0,1 0 0,0 0-1,-1-1 1,1 1 0,-1 0 0,1 0 0,0 0 0,-1 0 0,1-1 0,8 1-162,-7-1 162,0 1-1,0 0 1,0-1-1,0 0 1,0 1 0,0-1-1,-1 0 1,1 0-1,0 0 1,-1 0 0,1-1-1,0 1 1,-1 0-1,2-2 1,25-29-43,-5 7 48,-16 19 13,0 1-1,1 0 1,-1 0 0,1 0-1,0 1 1,0 0 0,1 1-1,-1 0 1,1 0 0,16-2-1,2 1 4,1 2-1,32 1 1,-54 1 13,-1 1 0,0 0-1,1 0 1,-1 0 0,0 1 0,0 0 0,0 0 0,0 0-1,0 1 1,0 0 0,4 3 0,-5-3-11,1 0 0,0 0-1,0-1 1,0 1 0,0-1 0,0 0 0,1-1 0,-1 1 0,1-1-1,-1 0 1,6 0 0,3-1-3,-7 1 2,0-1 1,0 0-1,0-1 0,0 0 1,1 0-1,9-3 0,-15 3-7,-1 0 0,1 0-1,0 0 1,-1 0 0,1 0 0,-1 0-1,1 0 1,-1-1 0,1 1 0,-1-1-1,0 1 1,0-1 0,0 1 0,0-1-1,0 0 1,0 1 0,0-1 0,0 0 0,-1 0-1,1 0 1,-1 0 0,1 0 0,-1 0-1,0 1 1,0-1 0,0 0 0,0 0-1,0-2 1,0 3 264,4 1-219,76 6-42,-17 0 9,4-3 167,-50 15-174,-12-15-695,1 0 1,-1 0 0,0-1-1,1 0 1,0 0 0,-1 0 0,12 2-1,24 2-7973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05.5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0 15447,'0'0'8647,"23"6"-8394,-4-1-182,0 1 0,-1 0-1,19 9 1,-35-14-59,0 1 1,0-1-1,-1 1 0,1-1 1,0 1-1,-1 0 0,1 0 1,-1 0-1,1 0 0,-1 0 1,0 0-1,0 0 0,0 0 1,0 0-1,0 1 0,0-1 1,-1 0-1,1 1 0,-1-1 1,1 0-1,-1 1 0,0-1 1,0 1-1,-1 4 0,1-3 16,-1 0 0,0 1-1,0-1 1,0 0 0,-1 1-1,1-1 1,-1 0 0,0 0-1,0 0 1,0 0 0,-4 4-1,1-3 8,-1 0 0,0 1 0,-1-2 0,1 1-1,-1-1 1,0 0 0,0 0 0,0-1 0,0 0-1,-1 0 1,1-1 0,-1 0 0,0 0 0,1-1 0,-1 0-1,0 0 1,0-1 0,-9 0 0,17 0-32,-1 0-1,0 0 1,0 0-1,0 0 1,1 0 0,-1 0-1,0-1 1,0 1 0,1 0-1,-1 0 1,0-1-1,0 1 1,1 0 0,-1-1-1,0 1 1,1-1 0,-1 1-1,0-1 1,1 1-1,-1-1 1,1 0 0,-1 1-1,1-1 1,-1 1 0,1-1-1,-1 0 1,1-1 0,-1 0-3,0 0 1,1 0-1,0-1 0,-1 1 1,1 0-1,0-1 1,0 1-1,0 0 1,1-1-1,-1-1 1,2-3-2,-1 1-1,1 0 1,0 0 0,0 0 0,1 0 0,0 0-1,4-7 1,0 4 15,1 0 0,0 0-1,0 1 1,0 0 0,1 0 0,11-6-1,-14 10-3,0 0 0,1 1 0,-1 0-1,1 0 1,0 1 0,0 0 0,0 0 0,0 0-1,0 1 1,0 0 0,10 0 0,-16 1-9,0 0 0,-1 0 1,1 0-1,-1 1 0,1-1 1,0 0-1,-1 0 0,1 0 1,-1 0-1,1 1 1,-1-1-1,1 0 0,0 0 1,-1 1-1,1-1 0,-1 0 1,0 1-1,1-1 0,-1 1 1,1-1-1,-1 1 0,1-1 1,-1 1-1,0-1 0,0 1 1,1-1-1,-1 1 0,0-1 1,0 1-1,1 0 0,1 21 57,-2-14-27,1 23 78,-2 0-1,0 1 1,-7 32-1,5-49-94,-1 0 0,0-1 0,-1 0-1,0 0 1,-1 0 0,-1-1-1,0 0 1,-14 19 0,14-22-8,-1-1 1,0 0-1,-1 0 1,0-1-1,0 0 0,-1 0 1,0-1-1,-1 0 1,1-1-1,-1 0 0,-17 6 1,9-6-11,0-1 1,-1-1 0,1 0-1,-1-1 1,0-2 0,-24 0-1,-4-1-278,47 0 274,1 0 0,-1-1 0,1 1 0,-1 0 1,1-1-1,-1 1 0,1 0 0,-1-1 1,1 1-1,0-1 0,-1 1 0,1 0 1,0-1-1,-1 1 0,1-1 0,0 1 0,-1-1 1,1 1-1,0-1 0,0 0 0,0 1 1,-1-1-1,1 1 0,0-1 0,0 1 1,0-1-1,0 0 0,0 1 0,0-1 0,0 1 1,1-2-1,2-17-157,-1 16 160,0 0-1,0 0 1,1 1-1,-1-1 1,0 1-1,1 0 1,0 0 0,-1 0-1,1 0 1,0 0-1,0 0 1,0 1-1,0-1 1,0 1 0,5-1-1,58-15-24,-50 14 30,86-16 27,-51 11-471,-1-2 0,96-34 0,-96 21 95,-2-3-1,52-35 1,-60 36 333,-57 39 287,0 0 1,2 1-1,0 0 1,1 1 0,0 1-1,1 0 1,1 1-1,1 0 1,-12 25-1,22-39-253,-1 1 0,1 0-1,0-1 1,0 1-1,0 0 1,0 7 0,1-10-18,0 0-1,0-1 1,0 1 0,1-1 0,-1 1 0,0-1 0,1 0 0,-1 1 0,1-1-1,-1 1 1,1-1 0,0 0 0,0 1 0,-1-1 0,1 0 0,0 0 0,0 0 0,0 1-1,0-1 1,1 0 0,-1 0 0,0-1 0,0 1 0,0 0 0,2 1 0,9 1-43,0 0 0,0-1 1,0 0-1,1-1 1,-1 0-1,0-1 1,22-3-1,6 2-107,-32 1 127,0 0 0,0-1 1,0 0-1,0 0 1,0-1-1,0 0 0,-1-1 1,1 1-1,-1-1 1,1-1-1,-1 1 0,0-1 1,0-1-1,-1 1 1,1-1-1,-1 0 0,0-1 1,8-9-1,-4 4 20,0-1-1,-1 0 1,10-16 0,-16 22 6,0 0 0,-1 0 0,1 0 1,-1 0-1,0 0 0,0 0 0,-1-1 0,0 1 1,1-12-1,-2-21-9,0 38-66,99 1-11768,-56 0 5221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05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28 6179,'0'0'15111,"-21"18"-14049,-65 58-481,63-57-393,1 2 121,21-20-293,1 0 0,-1 0 0,0 0 0,1 0 1,-1 0-1,1 0 0,0 1 0,-1-1 0,1 0 0,0 0 1,0 0-1,-1 1 0,1-1 0,0 2 0,1-3-15,-1 1-1,0-1 1,1 1-1,-1-1 1,1 0-1,-1 1 1,1-1-1,-1 1 1,1-1-1,-1 0 1,1 0 0,-1 1-1,1-1 1,-1 0-1,1 0 1,0 0-1,-1 0 1,1 1-1,-1-1 1,1 0-1,-1 0 1,1 0-1,0 0 1,-1 0-1,1 0 1,-1-1-1,1 1 1,0 0 0,0 0-1,4-1 0,0 1-2,3 1 2,0-1-1,0 0 1,0 0 0,0-1 0,0 0 0,-1 0-1,1-1 1,0 0 0,-1-1 0,1 0-1,-1 0 1,9-5 0,-1-3 7,0 0 0,-1-1 0,0 0 0,-1-2 0,-1 1 1,0-2-1,-1 1 0,16-29 0,-27 43-65,0-1 0,0 1 0,0-1 0,1 1 0,-1-1 0,0 1 0,0 0 1,0-1-1,0 1 0,1 0 0,-1-1 0,0 1 0,0 0 0,0-1 0,1 1 0,-1 0 0,0-1 0,1 1 0,-1 0 0,0 0 1,1-1-1,-1 1 0,0 0 0,1 0 0,-1 0 0,1-1 0,-1 1 0,0 0 0,1 0 0,9-2-5728,3-3-1665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05.8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 10677,'0'0'9860,"166"6"-9860,-126-6-832,-7 0-2145,0-18-3234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06.2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1857,'0'0'19830,"0"19"-19149,0 128-356,0-146-424,0 1 1,0 0-1,0-1 0,0 1 0,0-1 1,0 1-1,1 0 0,-1-1 0,0 1 1,1-1-1,0 1 0,-1-1 0,1 1 0,0-1 1,-1 1-1,1-1 0,0 0 0,0 1 1,0-1-1,0 0 0,2 1 0,-1-1-258,1 1 1,0-1-1,-1 0 0,1-1 0,0 1 0,0 0 0,-1-1 0,1 0 0,0 0 0,0 0 0,3 0 0,4 0-1014,0 0 1,-1-1-1,1 0 1,17-5 0,-21 4 1169,0-1 0,1 1 0,-1-1 0,-1 0 0,1-1 0,0 0 0,8-7 0,-4 2 313,-2-1-1,1 1 1,10-18 0,19-20 9149,-38 58-6513,-1 5-1902,2 22 61,-1-36-900,1 0-1,-1 0 1,1-1-1,-1 1 1,1 0-1,0-1 1,-1 1-1,1 0 1,0-1-1,0 1 1,0-1-1,1 0 1,-1 1 0,0-1-1,0 0 1,1 0-1,-1 1 1,1-1-1,1 1 1,7 1-82,0 0 0,1 0 0,-1-1 0,0 0 0,1-1 0,0 0 0,-1 0 0,1-1-1,13-2 1,8 1-180,-24 1 235,0-1-1,0 1 1,0-2 0,0 1-1,-1-1 1,1 0-1,0 0 1,-1-1 0,0 0-1,0-1 1,0 1 0,0-1-1,9-7 1,-11 7 31,-1 0-1,0 0 1,0 0 0,0-1 0,-1 1 0,1-1-1,-1 0 1,0 0 0,-1 0 0,1 0 0,-1-1-1,0 1 1,0 0 0,0-1 0,-1 0 0,0 1-1,0-1 1,0-11 0,-2 16-16,1 0-1,0 0 1,-1 0-1,1 0 1,0 1 0,-1-1-1,1 0 1,-1 0-1,1 0 1,-1 0 0,0 1-1,1-1 1,-1 0-1,0 1 1,0-1-1,1 0 1,-1 1 0,0-1-1,0 1 1,0-1-1,0 1 1,0 0 0,1-1-1,-1 1 1,0 0-1,0-1 1,0 1 0,0 0-1,0 0 1,0 0-1,0 0 1,-2 0 0,-43 2-603,34-2 255,0 2-365,1-1 1,-1 2 0,1-1-1,-1 2 1,1-1-1,0 2 1,0-1 0,1 2-1,-18 10 1,-47 31-7807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06.5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12054,'0'0'10660,"206"0"-10500,-157 0 81,-19 0-161,-9 0-80,-18 0 0,-18 19-2177,-34 8 416,-5 6-1761,-4 0-1744,-5 4-2738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06.7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1 113 7908,'0'0'11349,"175"0"-10949,-102-6-320,2-6-80,4-1-448,0-8-1297,-10 0-2577,10-18-6643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07.3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82 12294,'0'0'12147,"-19"17"-12006,-55 53-133,73-69-11,0 0-1,0 0 1,0 0 0,0 1 0,1-1-1,-1 0 1,0 0 0,1 1-1,-1-1 1,1 1 0,-1-1 0,1 0-1,0 1 1,0-1 0,-1 2 0,1-2-2,1 0 1,-1 0 0,0 0-1,0 0 1,0-1 0,1 1-1,-1 0 1,1 0 0,-1-1 0,0 1-1,1 0 1,-1 0 0,1-1-1,0 1 1,-1-1 0,1 1-1,-1 0 1,2 0 0,2 1-31,0 0 0,0 0 0,0-1 1,0 1-1,0-1 0,8 2 0,-8-3-19,22 5-440,1-2 0,0-1-1,-1-1 1,51-6 0,-70 4 339,1 0 0,-1-1 0,1 0 0,-1 0 0,0-1-1,0 0 1,0 0 0,-1-1 0,1 0 0,-1 0 0,12-10 0,-8 5 50,0-1 0,-1 0 1,0 0-1,-1-1 1,10-18-1,-16 26 118,0 0-1,0 0 0,0 0 1,-1-1-1,0 1 1,0-1-1,0 1 1,0-1-1,0 1 1,-1-1-1,1-4 1,-1 5 40,-1-2 284,-8 4 123,8 1-427,-10 0 204,-1 0 1,0 1 0,1 0 0,-1 1 0,-12 3 0,21-4-212,0 0 0,1 0 0,-1 0 0,1 0 0,-1 0 0,1 1 0,0-1 0,-1 1 0,1-1 0,0 1 0,0 0 0,0 0 0,0 0 0,0 0 1,0 0-1,1 0 0,-1 1 0,1-1 0,0 0 0,-1 1 0,1-1 0,0 1 0,1 0 0,-1-1 0,0 1 0,1 0 0,-1-1 0,1 1 1,0 4-1,0-5-40,0 1 1,1-1-1,0 1 1,-1-1 0,1 0-1,0 1 1,0-1 0,0 0-1,1 1 1,-1-1-1,0 0 1,1 0 0,-1 0-1,1 0 1,0 0 0,0 0-1,0-1 1,0 1-1,0-1 1,0 1 0,0-1-1,0 0 1,1 0 0,-1 0-1,0 0 1,1 0-1,2 0 1,7 3-217,0-1-1,0 0 1,1-1 0,15 0 0,-13-1-121,75 2-1181,-78-4 1453,-1 0-1,1 0 1,0-1 0,0-1-1,15-4 1,-22 4 85,0 1 0,0-1 0,0 0 0,0 0-1,0-1 1,0 1 0,4-5 0,-7 6 98,0 0 0,0 0 0,0-1 0,0 1 1,0 0-1,-1-1 0,1 1 0,-1-1 0,0 0 0,0 1 0,1-1 0,-2 0 1,1 0-1,0 1 0,0-7 0,-1 8 1281,69 2-2088,-24 1-564,0-3 0,54-7 0,-95 8 1361,25-6-468,-28 6 451,0-1 0,0 1 0,-1 0-1,1 0 1,0-1 0,0 1-1,0 0 1,0-1 0,-1 1 0,1-1-1,0 1 1,0-1 0,-1 1-1,1-1 1,0 0 0,-1 1 0,1-1-1,0 0 1,-1 1 0,1-1-1,-1 0 1,1 0 0,-1 0 0,1-1-1,-2 2 30,1-1-1,0 1 1,-1-1 0,1 1-1,-1-1 1,1 1-1,-1 0 1,1-1 0,-1 1-1,0 0 1,1-1-1,-1 1 1,1 0 0,-1 0-1,0 0 1,1-1-1,-1 1 1,0 0 0,1 0-1,-1 0 1,1 0-1,-1 0 1,-1 0 0,-20 0 520,19 0-396,-39 0 763,41 0-983,1 0 0,0 0 0,0 0 0,0 0 1,-1 0-1,1 0 0,0 0 0,0 0 0,0 0 1,-1 0-1,1 0 0,0 0 0,0 0 0,0 0 0,-1 0 1,1 0-1,0 0 0,0 0 0,0 1 0,0-1 1,-1 0-1,1 0 0,0 0 0,0 0 0,0 0 1,0 0-1,0 1 0,-1-1 0,1 0 0,0 0 0,0 0 1,0 0-1,0 1 0,0-1 0,0 0 0,0 0 1,0 0-1,0 1 0,0-1 0,0 0 0,0 0 1,0 1-1,7 7-35,-2-5-4,1-1 0,0 1 0,-1-1 0,1-1 0,0 1 0,0-1-1,0 0 1,11 0 0,60-2-703,-36 0 283,-9 3 194,31-2 1,-59 0 259,0 0 1,0-1 0,0 1 0,0-1-1,0 0 1,0-1 0,0 1 0,0 0-1,-1-1 1,1 0 0,4-3 0,-7 4 40,1 0 1,-1 0-1,0-1 1,0 1 0,0-1-1,0 1 1,0-1 0,0 1-1,0-1 1,-1 1-1,1-1 1,-1 0 0,1 1-1,-1-1 1,1 0-1,-1 1 1,0-1 0,0 0-1,0 0 1,0-2-1,0 3-214,0-1 0,0 1 0,0 0 0,0-1 0,0 1-1,0-1 1,0 1 0,1 0 0,-1-1 0,1 1 0,-1 0-1,1-1 1,-1 1 0,1 0 0,0 0 0,-1-1 0,1 1-1,0 0 1,0 0 0,0 0 0,0 0 0,0 0 0,0 0-1,0 0 1,0 1 0,2-2 0,19-9-8335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09.0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61 134 3105,'0'0'12673,"21"-19"-11427,65-57 264,-71 62-1095,3-6 3213,-16 16 3192,-4 7-6051,-2 1-659,0 0 0,0 1 0,1 0 0,0 0 0,0 0 0,0 0 0,-2 7 1,-5 9 134,-13 27 101,-26 83 1,-5 56 305,25-83-522,24-89-177,5-15 44,0 0-1,0 0 0,0 0 0,0 0 1,0 0-1,0 0 0,0 0 1,0 0-1,0-1 0,0 1 0,0 0 1,0 0-1,0 0 0,0 0 1,0 0-1,0 0 0,-1 0 0,1 0 1,0 0-1,0 0 0,0 0 1,0 0-1,0 0 0,0 0 0,0 0 1,0 0-1,0 0 0,0 0 0,0 0 1,0 1-1,0-1 0,0 0 1,0 0-1,0 0 0,0 0 0,0 0 1,-1 0-1,1 0 0,0 0 1,0 0-1,0 0 0,0 0 0,0 0 1,0 0-1,0 0 0,0 0 1,0 0-1,0 0 0,0 0 0,0 0 1,0 0-1,0 0 0,0 1 1,3-27-1225,3 7-804,1 1 0,0 0 0,1 0 0,19-29 0,15-23-11817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09.5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434 0 13286,'0'0'8644,"-25"1"-7702,-82 8 221,98-7-1013,1 0 0,-1 1 0,1-1 0,0 2 0,0-1-1,0 1 1,1 0 0,-1 1 0,1 0 0,0 0 0,1 0 0,-8 8 0,-1 0 155,-4 3-14,0 1-1,2 0 0,0 2 1,1 0-1,-23 35 1,32-41-180,0 0 1,0 1 0,1 0 0,1 0 0,0 0-1,1 0 1,1 1 0,0 0 0,1 0 0,-1 23-1,3-36-111,0 1 1,0-1-1,0 0 0,0 0 0,1 0 0,-1 0 0,1 0 0,-1 0 0,1 0 0,0 0 0,0 0 0,-1-1 0,2 1 0,-1 0 0,0 0 0,0-1 0,0 1 0,1-1 0,-1 1 1,1-1-1,-1 1 0,1-1 0,0 0 0,-1 0 0,1 0 0,0 0 0,0 0 0,0 0 0,3 1 0,5 0 1,0 0 0,0-1 0,0 0 0,0 0-1,11-2 1,-10 1 0,2 1-4,0-1-1,0-1 1,0 0-1,0-1 0,0 0 1,-1-1-1,1 0 0,-1-1 1,0-1-1,0 0 1,0-1-1,0 0 0,18-13 1,-13 6-16,-1-1 0,0-1 0,-2 0 0,1-1 0,-2-1 0,20-31 0,-25 35 19,-1-1-1,-1 0 1,0 0 0,-1 0 0,0 0-1,-1-1 1,-1 0 0,-1 0-1,0 0 1,0-18 0,-2 30-9,1-3 16,-1 1-1,-1 0 1,1-1-1,-1 1 1,0 0 0,-1-6-1,1 9-26,0 1 0,0-1 0,0 0 0,0 1 0,0-1 0,0 1 0,0 0 0,-1-1 0,1 1 0,-1 0 0,1-1 0,-1 1 0,1 0 0,-1 0 0,0 1 0,1-1 0,-1 0 0,0 0 0,-3 0 0,4 0-882,3 1-1256,15 2-2503,18 6-3052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09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419 167 14423,'0'0'8756,"-29"0"-7857,-100 2 155,120-1-896,-1 0 1,1 0 0,-1 1-1,1 1 1,0 0 0,0 0 0,0 0-1,0 1 1,0 1 0,-15 10 0,9-5 111,-1-1 56,1 1 0,1 1 0,-23 21 0,32-28-293,1 1 0,0 0 1,0 0-1,0 0 0,1 1 0,-1-1 1,1 1-1,0 0 0,1 0 0,0 0 1,0 0-1,0 0 0,-1 10 0,2-11-30,1 1 0,-1 0 0,1 0-1,0 0 1,0 0 0,1 0 0,1 8-1,-1-12 2,0 0 0,1 1-1,-1-1 1,0 0-1,0 0 1,1 0 0,0 0-1,-1 0 1,1 0-1,0 0 1,0-1 0,0 1-1,0 0 1,0-1 0,0 0-1,0 1 1,1-1-1,3 1 1,9 3 10,0-1-1,1-1 1,-1 0 0,1-1-1,0 0 1,0-2 0,26-1 0,-5 0-12,-25 1 3,0-1 0,0 0 1,0-1-1,0 0 0,0-1 0,-1 0 0,1-1 0,-1 0 1,0-1-1,0 0 0,-1-1 0,1 0 0,-1 0 1,0-1-1,-1-1 0,11-10 0,-4 4 1,-1-2 0,-1 0 0,0-1 0,-1 0 0,15-26 0,-24 35-10,0-1 0,0 1 1,0 0-1,-1-1 1,0 0-1,-1 0 1,0 0-1,0 0 1,-1 0-1,0 0 0,-1 0 1,0-1-1,0 1 1,-1 0-1,-2-13 1,1 18-43,1 0-1,-1-1 1,0 1 0,0 0 0,0 0 0,0 0 0,-1 0 0,0 1 0,0-1-1,0 1 1,0-1 0,0 1 0,0 0 0,-1 0 0,0 1 0,-5-4 0,-5-1-1016,0 0 1,0 1 0,-22-6 0,8 3-2768,0-2-3486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11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3493 405 10053,'0'0'12699,"1"-3"-11899,0-1-757,0-4 1149,-1 7-1120,-1 1 1,0-1-1,0 1 0,0 0 0,0-1 0,0 1 1,1 0-1,-1 0 0,0-1 0,0 1 1,0 0-1,0 0 0,0 0 0,0 0 0,-1 1 1,-57-3 735,1-3 1,-101-21-1,-115-45-73,198 50-539,33 9-140,-584-148 592,466 127-398,-317-22-1,138 53-84,277 5-168,0 3 0,-91 21-1,-117 45-2,207-54 16,-1-3 0,-1-3-1,0-3 1,-118 1-1,139-12-6,28 1-4,-1 0 1,1 2-1,-31 3 0,45-3 2,0 0-1,0 0 0,0 0 0,0 1 0,0-1 0,0 1 0,0-1 1,0 1-1,1 0 0,-1 0 0,1 0 0,0 1 0,-1-1 1,1 1-1,0-1 0,0 1 0,1 0 0,-1-1 0,0 1 0,1 0 1,0 0-1,-1 0 0,1 0 0,-1 6 0,-1 6 39,1 0 0,0 1 0,1 29 0,1-41-31,15 365 969,9-73-547,-5-46-238,-16-225-183,56 490 283,-37-367-292,3 228 0,-25-111 0,-1-260 0,18-19 0,0 3 0,1 1 0,-1 0 0,2 1 0,0 1 0,0 1 0,25-6 0,13 0 0,61-6 0,31 6 0,155 7 0,-232 7 0,373 18 0,480 43 0,-860-62 0,218-1 0,-197-4 0,107-18 0,-116 8 0,-1-3 0,0-3 0,73-32 0,-114 38 0,1-2 0,-2-1 0,-1-2 0,0-2 0,-1 0 0,-2-2 0,0-2 0,26-29 0,-27 21 0,-2-2 0,-1 0 0,-2-2 0,-2-1 0,-1-1 0,-2 0 0,-2-2 0,-1 0 0,16-76 0,-17 38 0,-3 0 0,-4-1 0,-3 0 0,-9-119 0,-5 120 0,-3 0 0,-38-127 0,-3-17 0,32 96-1132,-18-87-4054,17 125-934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32.6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51 12774,'0'0'8788,"1"0"-7422,138 1 4398,171-3-3738,-307 2-2018,108-7 355,-94 5-277,0-1-1,-1 0 0,1-2 0,22-8 1,-37 12-74,-1 1-8,0 0 0,0 0 1,0-1-1,1 1 0,-1-1 0,-1 1 0,1-1 1,0 1-1,0-1 0,0 0 0,0 1 0,0-1 0,0 0 1,-1 0-1,1 1 0,0-1 0,-1 0 0,1 0 1,0-1-1,-1 1-135,-3 1-200,-23 0-286,15-1 389,1 1 0,-1 0-1,0 1 1,-20 3 0,28-3 219,-1 0 0,0 1 0,1-1 0,0 1 0,-1 0 0,1 0 0,0 0 0,0 0 0,0 0 0,0 1 0,1-1 0,-1 1 0,1 0 0,-1 0 0,1 0 0,0 0 0,0 0 0,-3 6 0,-5 15 111,1 1 0,1 0 0,1 0 0,1 1-1,-5 44 1,4 130 416,7-193-521,0-6-21,0-1 1,0 0-1,0 1 0,0-1 1,0 0-1,0 0 0,0 1 0,0-1 1,0 0-1,0 1 0,0-1 0,0 0 1,1 1-1,-1-1 0,0 0 0,0 0 1,0 1-1,0-1 0,0 0 0,1 0 1,-1 1-1,0-1 0,0 0 0,1 0 1,-1 1-1,0-1 0,0 0 0,1 0 1,-1 0-1,0 0 0,0 0 0,1 1 1,-1-1-1,0 0 0,1 0 0,-1 0 1,0 0-1,1 0 0,-1 0 0,0 0 1,0 0-1,1 0 0,12-7-1425,-6-3 378,-1 0-1,0 0 1,-1 0 0,-1-1 0,7-20-1,-4 12-691,23-67-6062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33.1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1 1569,'0'0'21180,"24"34"-19966,9 14-772,31 56-1,-60-95-390,0-1 0,-1 1 1,0 0-1,0 0 0,-1 0 0,0 0 0,-1 1 0,0-1 1,0 0-1,-1 11 0,0 20 124,1-15-27,0 0 0,-2 0-1,-1 1 1,-1-1-1,-1-1 1,-11 37 0,4-32-56,-1 0 0,-1-2 0,-1 1 0,-1-2 0,-2 0 0,0 0 0,-30 31 0,34-47-97,13-16-5,0 3 4,1-4-24,-1 0 0,1 0 0,1 0 0,-1 0 0,1 1 0,1-1 0,-1 0 0,7-11 0,35-52-265,-30 49 235,1 0-26,0 1 0,2 1 0,0 0 0,22-19 0,-31 31 74,0 0-1,1 1 0,-1 0 1,1 0-1,1 1 0,-1 1 0,0-1 1,1 1-1,0 1 0,0 0 1,0 0-1,20-2 0,-25 5 13,0 0 18,1-1-1,-1 1 0,0 0 1,0 1-1,7 1 0,-10-2-8,-1 1 0,1 0 0,0 0 1,-1 0-1,1 0 0,0 0 0,-1 0 0,1 0 0,-1 0 0,0 1 0,1-1 0,-1 1 1,0-1-1,0 1 0,0-1 0,2 4 0,17 40 174,-15-32-137,1 0 0,15 23-1,-19-33-45,0-1 0,0 0 1,1 0-1,0-1 0,-1 1 0,1 0 0,0-1 0,-1 0 0,1 0 0,0 0 0,0 0 0,0 0 0,0 0 1,0-1-1,0 1 0,1-1 0,4 0 0,2 0-2,-1 0 0,1-1 0,0 0 0,17-4 0,-19 2 2,1-1 0,-1 0 0,1 0 0,-1-1 0,0 0 0,-1 0 0,1-1 0,-1 0-1,0 0 1,7-10 0,10-11 6,23-37 0,-35 47 20,0-1 0,-2 0 0,10-22 0,-19 39 6,-1 1-26,0 0 0,0-1 0,0 1 1,0 0-1,1 0 0,-1 0 0,0-1 0,0 1 0,0 0 1,0 0-1,0 0 0,0-1 0,0 1 0,1 0 0,-1 0 1,0-1-1,0 1 0,0 0 0,0 0 0,0-1 0,0 1 1,0 0-1,0 0 0,0-1 0,0 1 0,0 0 0,-1 0 1,1-1-1,0 1 0,0 0 0,0 0 0,0 0 0,0-1 1,0 1-1,0 0 0,-1 0 0,1 0 0,0-1 0,0 1 1,0 0-1,0 0 0,-1 0 0,1 0 0,0 0 0,0-1 1,-1 1-1,1 0 0,0 0 0,0 0 0,0 0 0,-1 0 0,1 0 1,0 0-1,0 0 0,-1 0 0,1 0 0,0 0 0,-8 1 2,1 0-1,-1 1 1,1 0-1,0 1 1,0-1-1,0 1 0,0 0 1,0 1-1,1 0 1,-1 0-1,1 1 1,-9 7-1,6-5 19,1 1-1,1 0 1,-1 0 0,1 0 0,0 1-1,1 0 1,0 0 0,-8 18 0,11-19 11,0 0 0,1 1 0,1-1 0,-1 1 0,1-1 0,1 1 0,0-1 0,0 1 0,2 16 0,-1-23-35,0 0 0,-1 0 0,1 0 0,0 0 0,0-1 0,0 1-1,0 0 1,1-1 0,-1 1 0,0 0 0,1-1 0,-1 1-1,1-1 1,-1 0 0,1 0 0,0 1 0,-1-1 0,1 0 0,0 0-1,0-1 1,0 1 0,0 0 0,3 0 0,5 1-56,0 0 0,-1-1 0,18 1 0,-26-2 39,2 0-19,24 1-718,28-3 0,-46 1 226,0 0 1,0-1-1,0 0 0,-1-1 0,1 0 0,0 0 1,8-5-1,-2-1-3093,26-20 0,16-18-10412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33.7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11 14166,'0'0'8324,"0"29"-7598,0 96-179,0-103-445,0 3 172,-3 29 1,2-48-220,0-1 1,0 0-1,-1 1 1,1-1-1,-1 0 1,0 0-1,-1 0 1,1 0-1,-5 5 1,-2-1 116,5-10 201,2-22 170,2 19-564,0-8 65,0-1 1,0 1-1,1-1 1,1 1-1,0 0 1,1 0-1,0 0 1,0 0-1,2 0 1,-1 0-1,11-17 0,-2 9 74,0 1 0,24-28 0,-32 42-78,-1 0 1,1 1-1,0-1 1,1 1-1,-1 0 1,0 0-1,1 1 1,0 0-1,0 0 1,0 0-1,0 1 1,1-1-1,10-1 1,-8 3 45,1 0 0,-1 1 1,13 0-1,-19 0-72,0 1 0,-1-1 0,1 1 0,0 0 0,0-1 0,-1 1 0,1 1 0,0-1 0,-1 0-1,1 0 1,-1 1 0,1 0 0,-1-1 0,0 1 0,2 2 0,2 4 3,0 0-1,0 0 0,-1 1 0,0 0 1,-1 0-1,0 0 0,0 0 1,-1 1-1,-1-1 0,1 1 1,1 14-1,-1 13 3,-1 65-1,-3-60 27,1-41-24,0-17 110,1 5-124,1-1 1,0 0 0,0 1 0,1 0 0,1 0-1,-1 0 1,2 0 0,0 0 0,0 1-1,1 0 1,0 0 0,9-10 0,-3 4 1,1 0 0,1 1 0,0 1 1,1 0-1,1 1 0,22-15 0,-28 23 9,0-1 1,0 1-1,0 1 0,1-1 1,0 2-1,18-4 0,-26 6-14,1 0 0,0 0 0,0 1 1,-1 0-1,1 0 0,0 0 0,0 0 0,-1 0 0,1 1 0,0-1 0,0 1 1,-1 0-1,1 0 0,-1 1 0,1-1 0,-1 1 0,0 0 0,1 0 0,-1 0 0,0 0 1,0 0-1,0 1 0,3 3 0,0 3 11,0 1 0,-1-1 0,0 1 0,0 0 0,-1 0 0,-1 0 0,0 0 0,0 1 0,1 18 0,0 11-445,-2 51 0,-2-65-253,4-26-1462,1-1 1479,-1 1-1,0-1 0,0-1 1,0 1-1,0-1 0,-1 1 1,1-1-1,0 0 1,-1-1-1,1 1 0,-1-1 1,0 1-1,0-1 0,0 0 1,4-5-1,42-38-9511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33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 88 10853,'0'0'13187,"-9"27"-12333,-31 84-283,34-97-450,-1-1-1,-16 25 1,21-35-104,-1 0-1,1 0 1,-1 1 0,1-1-1,0 1 1,1-1-1,-1 1 1,0 0 0,1 0-1,0 0 1,0 0-1,0 0 1,1 0 0,-1 0-1,1 0 1,0 0-1,0 0 1,1 5 0,-1-8-17,1 0 1,0 0 0,0-1 0,-1 1 0,1 0 0,0 0-1,0-1 1,0 1 0,0-1 0,0 1 0,0-1 0,0 1-1,0-1 1,0 0 0,0 0 0,0 1 0,0-1-1,0 0 1,0 0 0,0 0 0,0 0 0,0 0 0,1 0-1,36-1 23,-27 1-9,-4 0-11,-1-1 1,0 1 0,0-1-1,0-1 1,0 1-1,0-1 1,-1 0 0,1 0-1,0-1 1,-1 1 0,0-1-1,1 0 1,-1-1 0,0 1-1,-1-1 1,1 0-1,-1-1 1,0 1 0,0-1-1,0 1 1,0-1 0,-1 0-1,0-1 1,0 1-1,3-8 1,1-3 14,-1-1 1,-1 1-1,-1-1 0,0 0 0,-1 0 0,-1-1 1,0-31-1,-2 45-32,1 0 0,-1 0 0,1-1 0,-1 1 0,1 0 0,1 0 0,-1 0 0,0 0 0,1 0 1,0 0-1,4-6 0,12-12-1998,3 1-3314,5 0-4148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34.2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21 167 16456,'0'0'7899,"-3"31"-7179,-11 97-181,11-67-150,2-29 25,11-46 398,-3 6-618,70-124 514,-23 35-111,-43 80-621,2-5 367,29-38 0,-38 55-584,1-1 0,0 1 0,0 0 0,1 1 0,-1-1 0,1 1 0,0 0 0,0 0 0,1 1 0,-1 0 0,10-3-1,10 0-3733,-4-2-2604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34.4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0 13158,'0'0'11157,"-36"179"-10661,36-146-368,0-9-96,0-5-64,0-10-1312,15-9-9861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34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145 15 16327,'0'0'7089,"-2"28"-6614,-9 87-275,9-52-165,2-62-35,0-1 0,0 0 1,0 0-1,0 0 0,0 0 0,0 0 1,0 0-1,0 0 0,0 1 1,0-1-1,0 0 0,0 0 0,0 0 1,0 0-1,0 0 0,0 0 1,0 0-1,0 0 0,0 1 0,0-1 1,0 0-1,1 0 0,-1 0 1,0 0-1,0 0 0,0 0 0,0 0 1,0 0-1,0 0 0,0 0 1,0 0-1,0 0 0,1 0 0,-1 0 1,0 0-1,0 1 0,0-1 1,0 0-1,0 0 0,0 0 0,0 0 1,1 0-1,-1 0 0,0 0 1,0 0-1,0-1 0,0 1 0,0 0 1,0 0-1,0 0 0,0 0 1,1 0-1,-1 0 0,0 0 0,0 0 1,4 0 5,0 1 1,0-1 0,0 0-1,0 0 1,0-1-1,0 1 1,0-1 0,0 0-1,0 0 1,0 0-1,0-1 1,-1 0 0,1 1-1,-1-1 1,1 0-1,-1 0 1,1-1 0,-1 1-1,0-1 1,3-3-1,5-6 37,0-1 0,-1 0 0,-1 0 0,12-22 0,-17 29 57,-1-1 1,0 0 0,0 0-1,-1 0 1,0 0 0,0-1-1,-1 1 1,0-1 0,0 1-1,0-1 1,-2-14-1,1 21-90,0 1-1,0 0 1,0-1-1,0 1 1,-1 0-1,1-1 1,0 1-1,0 0 0,0-1 1,0 1-1,0 0 1,-1 0-1,1-1 1,0 1-1,0 0 1,-1 0-1,1 0 0,0-1 1,0 1-1,-1 0 1,1 0-1,0 0 1,-1-1-1,1 1 1,0 0-1,0 0 0,-1 0 1,1 0-1,0 0 1,-1 0-1,1 0 1,0 0-1,-1 0 1,1 0-1,0 0 0,-1 0 1,-8-1 28,0 1 1,0 0-1,1 1 1,-1 0-1,0 0 1,0 1-1,1 0 1,-1 1-1,1 0 1,0 0-1,0 0 1,-15 10-1,4-1 148,0 1 0,0 1 0,2 0 0,-17 18 0,29-27-123,0 1-1,0-1 1,0 1 0,1 0-1,-1 0 1,1 1 0,1-1-1,-1 1 1,1 0 0,1 0 0,-1 0-1,1 0 1,0 0 0,1 1-1,0-1 1,0 1 0,0-1-1,1 1 1,1 9 0,-1-15-61,1 1 1,-1-1-1,1 0 0,-1 1 1,1-1-1,0 0 1,0 1-1,0-1 0,0 0 1,1 0-1,-1 0 1,1 0-1,-1 0 0,1 0 1,0 0-1,-1-1 1,4 3-1,0-1-1,0 0 1,0 0-1,0-1 1,0 1-1,0-1 1,0-1-1,9 3 1,8-1-35,1 0 0,-1-1 1,24-2-1,-35 0-3,26 1-223,-16 0-302,36-3-1,-51 2 200,-1-1-1,1 0 1,0-1-1,0 1 0,-1-1 1,1 0-1,-1-1 0,0 1 1,1-1-1,7-6 0,23-24-5661,-2-5-4690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02.4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 20 3298,'0'0'7406,"-20"1"-5341,-61 1 282,61-2 7954,22-3-7292,2 1-2879,0 0 0,0 0 1,0 0-1,0 1 0,0 0 0,0 0 0,0 0 0,1 1 0,-1-1 0,0 1 0,6 0 0,8-1 137,466-5 1776,-287 8-1816,-188-2-205,-35 1-1100,0 1 0,1 1 0,-31 7 0,-74 27-5749,120-34 6083,-89 32-8426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02.6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0 146 14871,'0'0'4466,"252"18"-1921,-119-18-2065,-9 0-448,-21 0 16,-19 0-96,-11 0 48,-9-15-80,-10-9-608,-5-6-1409,-4-13-2113,-3-8-4738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8:59:02.9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454 0 16215,'0'0'5278,"17"30"-3563,-13-23-1634,13 22 122,0 0 0,2-1 0,1-1 0,2 0 0,0-2 0,41 35 0,110 73 514,-77-62-275,115 111 0,-200-171-430,0 0-1,-1 1 1,0 1 0,-1 0 0,0 0 0,-1 0 0,-1 1 0,0 1-1,7 20 1,-12-27-11,0-1 0,-1 1 0,0 0-1,0-1 1,-1 1 0,1 0 0,-2 0 0,1-1-1,-1 1 1,0 0 0,-1-1 0,0 1 0,0-1-1,-1 1 1,0-1 0,0 0 0,0 0 0,-1 0-1,0-1 1,-1 1 0,-5 5 0,-7 7 5,0-1 0,-2 0 0,-23 17 0,-71 44-4,-396 220-307,404-241 82,-68 44-668,27-14-2929,106-69-2028,26-16-5424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36.5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47 149 13750,'0'0'6102,"0"39"-2826,0 268-632,0 22-1657,1-309-984,-2 0 0,0 0 0,-1-1 0,-1 1 0,-1-1 0,-1 1 0,-11 26 0,13-36-5,3-9 2,0 0 0,0 1 0,0-1 0,-1 0 0,1 0 0,0 0 0,-1 0 0,1 0 0,-1 0-1,1-1 1,-1 1 0,1 0 0,-1 0 0,0 0 0,-1 1 0,0-7 14,0-19 3,2 1 1,0-1-1,2 1 1,1-1-1,1 1 1,0-1 0,16-41-1,-6 28 9,2 1 1,2 1-1,1 0 0,24-32 1,-32 51 24,0 1 0,1 0 0,1 1 1,0 1-1,27-21 0,-32 28-6,0 0 0,0 1 0,1 0 0,0 1 1,0 0-1,0 1 0,1-1 0,-1 2 0,1-1 0,-1 2 0,1-1 0,17 0 0,-25 2-35,1 1-1,-1-1 1,0 0-1,0 0 0,0 1 1,0-1-1,0 1 0,0 0 1,0 0-1,-1 0 0,1 0 1,0 0-1,0 0 0,-1 0 1,1 0-1,2 3 0,-1-1-3,0 1 0,-1-1-1,1 1 1,-1 0-1,0 0 1,0 0 0,3 6-1,0 6 4,-1 0 0,0 1 1,1 18-1,-4-33-7,2 30 20,-3 57 0,2 6-28,-2-94 6,0 0 1,0 0-1,0 0 1,1 0 0,-1 0-1,0 0 1,1 0-1,-1-1 1,0 1 0,1 0-1,0 0 1,-1 0-1,1 0 1,-1-1 0,1 1-1,0 0 1,-1-1-1,1 1 1,0 0 0,0-1-1,0 1 1,0-1-1,-1 1 1,1-1-1,0 0 1,0 1 0,0-1-1,0 0 1,2 1-1,-1-1 1,0 0-1,1 0 0,-1 0 0,0 0 0,0 0 0,0 0 0,1-1 0,-1 1 0,0-1 0,0 1 0,0-1 0,0 0 0,0 0 0,3-1 0,2-4-10,0 1-1,0-1 1,-1 0 0,0-1-1,0 0 1,-1 0-1,7-11 1,32-60-222,-43 75 219,33-59-224,34-77-35,-68 137 396,-3 4-86,-8 7-6,-2 6 6,1-1-1,1 2 0,0 0 1,1 0-1,-12 28 0,16-31 2,1 0 0,1 0 0,0 0 0,1 0-1,0 0 1,1 1 0,1 0 0,0 25 0,1-38-39,0 0 1,0 0-1,1 0 1,-1 0-1,0 0 1,1 0-1,-1 0 1,1 0 0,-1 0-1,1 0 1,-1 0-1,1-1 1,-1 1-1,1 0 1,0 0-1,0-1 1,-1 1-1,1 0 1,0-1-1,0 1 1,0-1-1,0 1 1,0-1-1,0 0 1,-1 1-1,1-1 1,0 0-1,0 1 1,0-1-1,0 0 1,2 0-1,38 0-18,-27-1-1,-10 0 2,1 1 1,-1-1 0,0 0 0,1 0 0,-1 0 0,0 0-1,0-1 1,0 0 0,0 0 0,0 0 0,0 0-1,5-5 1,2-2-67,0-1 1,14-18-1,-15 15 16,0 1 31,0-1 0,-1 0 1,-1 0-1,-1-1 0,0-1 0,10-26 0,-19 47 41,0-1 16,0 0 1,1 0-1,-1 0 1,1 1-1,0 7 0,1-12-17,0 1 1,0 0-1,0-1 0,0 1 0,0 0 0,1-1 0,-1 1 0,1 0 0,-1-1 0,1 1 0,-1-1 0,1 1 0,0-1 0,0 1 0,0-1 0,0 0 0,0 1 0,0-1 0,0 0 0,1 0 0,-1 0 0,0 0 0,1 0 0,-1 0 0,2 1 0,4 1-10,0 0 0,0-1 0,0 0 0,0 0 0,0-1 0,0 0 0,8 0 0,53-1-138,-61-1 112,-1 0 0,1 0 0,0-1 0,-1 0 0,0 0 0,1-1 0,-1 0 0,0 0 0,0 0 0,0-1 0,-1 0 0,1 0 0,-1 0 0,0-1 0,0 1 0,5-9 0,0 1-5,-1-1 1,0 0 0,-1 0 0,0-1 0,11-29 0,-17 36 35,0 0-1,0 0 0,0 0 1,-1 0-1,0-1 0,-1 1 1,0-7-1,-4 11 45,-4 2-18,0 1 1,0 0 0,0 1 0,1 0 0,-1 0-1,0 1 1,1-1 0,-1 2 0,1-1-1,-1 1 1,1 0 0,0 1 0,0 0 0,0 0-1,1 0 1,0 1 0,0 0 0,0 0 0,0 1-1,1-1 1,-1 1 0,2 0 0,-1 1 0,1-1-1,0 1 1,-4 9 0,5-9-10,0 1 0,1 1 1,0-1-1,1 0 0,-1 0 1,2 1-1,-1-1 0,2 13 1,-1-21-17,0 2-2,0-1 1,0 1 0,0-1-1,1 0 1,-1 1 0,0-1-1,1 0 1,0 1 0,-1-1-1,1 0 1,0 0 0,-1 1-1,1-1 1,0 0 0,0 0-1,0 0 1,0 0 0,0 0-1,0 0 1,0 0 0,0-1-1,0 1 1,1 0 0,-1-1-1,0 1 1,1 0 0,-1-1-1,0 0 1,1 1 0,-1-1-1,0 0 1,1 0 0,1 1-1,9 0-13,-1-1-1,1 0 0,16-2 0,-13 1 10,-5 0-1,0-1 1,0 0-1,0-1 1,-1 0-1,1-1 1,-1 1 0,0-2-1,0 1 1,0-2-1,-1 1 1,0-1-1,0 0 1,0-1-1,12-13 1,1-3 7,-2-1 0,0-1 0,25-44 0,13-39 23,45-120 0,-68 147 42,-85 158 177,24-36-14,2 2 0,3 1 1,1 1-1,2 1 0,2 0 0,2 1 0,2 1 0,2 0 1,-5 64-1,14 19-139,2-82-704,-10 93 1,9-135 297,0-1 0,-1 1 1,0 0-1,-3 7 0,4-11 35,0-1 0,-1 0 0,1 1 0,-1-1 0,1 0 0,-1 0 0,0 0 0,0 0 0,1 0 0,-2-1 0,1 1 0,0-1 0,0 1 0,-3 1 0,-35 8-6851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38.1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413 121 9764,'0'0'9610,"3"-5"-8986,1 1-633,-2 1 289,1 1 0,-1-1 1,0 0-1,0 0 0,0 0 0,-1 0 1,1 0-1,-1 0 0,1 0 0,-1 0 1,0-1-1,-1 1 0,1 0 0,0-5 0,-1 6-207,1 0 0,-1 0-1,0 0 1,0 0 0,0 0-1,-1 0 1,1 0 0,0 0-1,-1 0 1,1 0 0,-1 0-1,0 0 1,0 1 0,1-1-1,-1 0 1,-1 0 0,1 0-1,0 1 1,0-1 0,-1 1-1,1-1 1,0 1 0,-1-1-1,0 1 1,1 0 0,-1 0-1,0 0 1,1 0 0,-1 0-1,0 0 1,0 0 0,0 1-1,0-1 1,0 1 0,0-1-1,0 1 1,-3 0 0,-20-4 84,-1 1 1,1 2 0,-50 3-1,53-1-32,11 0-62,-1 1 1,1-1-1,0 2 1,1 0 0,-1 0-1,0 1 1,1 0-1,0 0 1,0 1 0,0 1-1,-16 12 1,19-13-48,0 0 0,1 1 0,0 0 1,0 1-1,0-1 0,1 1 0,0 0 0,1 1 0,-1-1 1,1 1-1,1 0 0,-1 0 0,1 0 0,1 0 0,-4 17 0,5-14-17,0 1 0,0-1 0,2 13-1,-1-21 0,0-1 0,0 1-1,1-1 1,-1 1-1,1-1 1,-1 1 0,1-1-1,0 1 1,0-1-1,0 0 1,0 0-1,1 1 1,-1-1 0,1 0-1,-1 0 1,1 0-1,0 0 1,-1-1 0,4 4-1,4-2-20,1 0-1,-1-1 1,0 0-1,1 0 0,-1 0 1,1-2-1,18 1 1,-10-1-32,-3 1 14,0-1-1,-1 0 0,1-1 0,0-1 1,-1 0-1,1-1 0,-1 0 0,1-1 1,-1-1-1,-1 0 0,1-1 1,-1-1-1,13-8 0,-20 11 40,28-18 22,-2-1 1,0-1 0,52-53-1,-84 76 13,0 1-26,0 1 0,0-1 0,1 0 0,-1 0 0,0 0 0,0 0 0,0 0-1,0 1 1,0-1 0,0 0 0,0 0 0,0 0 0,0 0 0,0 0 0,0 0-1,1 1 1,-1-1 0,0 0 0,0 0 0,0 0 0,0 0 0,0 0 0,0 0-1,1 0 1,-1 0 0,0 0 0,0 0 0,0 0 0,0 0 0,1 0 0,-1 0-1,0 0 1,0 0 0,0 0 0,0 0 0,0 0 0,1 0 0,-1 0 0,0 0 0,0 0-1,0 0 1,0 0 0,0 0 0,1 0 0,-1 0 0,0 0 0,0 0 0,0 0-1,0 0 1,0-1 0,0 1 0,1 0 0,-1 0 0,0 0 0,0 0 0,0 0-1,0-1 1,-19 448 727,17-434-733,1 0 0,-2 0-1,0 0 1,-1 0 0,0 0 0,-11 20 0,13-28 2,0-1 0,-1 0 0,0 0 0,0 0 0,0 0 1,0-1-1,0 1 0,-1-1 0,0 0 0,1 0 0,-1 0 0,-1-1 1,1 1-1,0-1 0,0 0 0,-1 0 0,1-1 0,-1 1 0,0-1 0,1 0 1,-7 1-1,3-1 3,1-1 0,0 1 0,-1-1 0,-12-2 0,18 1-5,-1 1 1,0-1-1,1 0 1,-1 0 0,1 0-1,-1 0 1,1-1-1,0 1 1,0-1-1,-1 1 1,1-1-1,0 0 1,0 0-1,1 0 1,-1 0-1,-2-3 1,-1-4-41,-1 0 1,2-1-1,-1 0 1,2 0-1,-1 0 1,1 0-1,1-1 1,0 1-1,-1-14 1,1 4-450,2-1 0,0 1 0,6-41 0,-2 44-503,0-1 1,1 1-1,1 0 1,1 1-1,1 0 1,0 0-1,12-17 1,32-35-7619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39.0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59 15351,'0'0'7774,"28"24"-7275,84 79-144,-106-97-321,0 0-1,0 0 1,-1 0-1,0 1 1,0 0-1,-1 0 1,5 10 0,-7-13 14,-1 0 1,0 1-1,0-1 0,-1 0 1,1 1-1,-1-1 1,0 1-1,-1 5 1,1 6 201,0-15-237,0-1 0,-1 1 0,1-1 0,0 1 0,-1-1 0,1 1 0,-1-1 0,1 1 0,-1-1 0,1 0 0,-1 1 0,1-1-1,-1 1 1,1-1 0,-1 0 0,1 0 0,-1 1 0,1-1 0,-1 0 0,1 0 0,-1 0 0,0 0 0,1 0 0,-1 0 0,1 0 0,-1 0 0,0 0 0,1 0 0,-1 0 0,1 0 0,-1 0 0,0 0 0,1 0-1,-2-1 1,-2 1 54,4 0-64,0 0 1,0 0-1,0 0 0,0 0 0,-1 0 0,1 0 0,0 0 0,0 0 0,0 0 0,0 0 1,-1 0-1,1 0 0,0-1 0,0 1 0,0 0 0,0 0 0,-1 0 0,1 0 0,0 0 1,0 0-1,0 0 0,0-1 0,0 1 0,0 0 0,0 0 0,-1 0 0,1 0 0,0 0 1,0-1-1,0 1 0,0 0 0,0 0 0,0 0 0,0 0 0,0-1 0,0 1 1,0 0-1,0 0 0,0 0 0,0 0 0,0-1 0,0 1 0,0 0 0,0 0 0,0 0 1,0 0-1,0-1 0,0-6 10,0-1 0,0 0 0,1 0 0,-1 1 0,2-1 0,-1 1 0,1-1 0,0 1 0,1-1-1,0 1 1,0 0 0,0 0 0,1 0 0,0 1 0,1-1 0,-1 1 0,1 0 0,0 1 0,1-1 0,-1 1 0,8-6 0,-1 2-312,-1 1 1,1 0-1,1 1 0,0 1 1,-1 0-1,2 0 0,-1 1 0,1 1 1,-1 0-1,25-3 0,9 2-3192,89 2 1,-88 4 2867,-47-1 797,0 1 0,-1 0 0,1-1 1,-1 1-1,1 0 0,-1-1 0,0 1 0,1 0 1,-1 0-1,0 0 0,0-1 0,1 1 0,-1 0 0,0 0 1,0 0-1,0-1 0,0 1 0,0 0 0,0 0 1,0 0-1,0 1 0,-2 23 2773,-6 8-801,6-28-1982,0 0 0,1 0 1,0-1-1,0 1 0,0 0 0,0 7 0,1-11-155,0 0 1,0-1 0,0 1-1,0 0 1,1-1 0,-1 1-1,0 0 1,0-1 0,1 1-1,-1 0 1,0-1 0,1 1-1,-1-1 1,1 1 0,-1-1-1,0 1 1,1-1 0,-1 1-1,1-1 1,0 1 0,-1-1-1,1 1 1,-1-1 0,1 0-1,0 0 1,-1 1 0,1-1-1,0 0 1,-1 0 0,1 0-1,0 1 1,1-1 0,27 0 39,-19 0-20,-1-1-23,-1 0-1,1 0 0,0-1 1,0 0-1,-1 0 1,0-1-1,1 0 0,-1-1 1,0 1-1,0-2 1,-1 1-1,1-1 0,-1 0 1,9-9-1,-6 5 4,0-1 0,-1 0 0,0 0 1,-1-1-1,0 0 0,-1-1 0,0 0 0,9-22 0,-15 31 29,0-1-1,0 1 1,0-1 0,-1 0-1,1 0 1,-1 1 0,0-5 0,0 8-29,0 0 0,0 0 0,0 0 1,0 0-1,0-1 0,0 1 1,0 0-1,0 0 0,0 0 1,0 0-1,0 0 0,0 0 1,0 0-1,0-1 0,0 1 1,0 0-1,0 0 0,-1 0 0,1 0 1,0 0-1,0 0 0,0 0 1,0 0-1,0 0 0,0 0 1,0 0-1,0 0 0,-1 0 1,1-1-1,0 1 0,0 0 1,0 0-1,0 0 0,0 0 0,0 0 1,0 0-1,-1 0 0,1 0 1,0 0-1,0 0 0,0 0 1,0 0-1,0 0 0,0 1 1,0-1-1,-1 0 0,1 0 1,0 0-1,0 0 0,0 0 0,0 0 1,0 0-1,-8 0 42,1 0-1,0 1 1,-1 0-1,1 0 1,0 1-1,0 0 1,0 0-1,0 0 1,0 1-1,0 0 1,1 0-1,-1 1 1,1 0-1,-6 5 1,-67 55 414,72-57-407,0 1-1,0-1 1,0 1-1,1 1 1,0-1-1,1 1 1,-7 15 0,11-23-54,0 1 1,0 0 0,1 0 0,-1 0-1,1 0 1,-1 0 0,1 0 0,0 0-1,0 0 1,0 0 0,0 0 0,0-1 0,0 1-1,1 0 1,0 2 0,-1-2-5,1-1 0,0 0 0,0 0 1,-1 0-1,1 1 0,0-1 0,0 0 0,0 0 0,0 0 1,0-1-1,0 1 0,0 0 0,1 0 0,-1 0 0,0-1 1,2 2-1,5 0-17,0 0 1,-1-1-1,1 0 0,0 0 1,0 0-1,8-1 1,-8 0-6,-4 0 3,40 2-445,1-2 0,-1-2-1,0-2 1,51-10 0,-42-2-352,0-2-1,-1-2 1,-1-3 0,-1-1-1,85-58 1,-127 77 869,-5 4 26,-1 0 1,0 0-1,0 0 0,0 0 1,0-1-1,0 1 1,0-1-1,-1 1 1,1-1-1,0 0 1,-1 0-1,1 1 0,-1-1 1,0 0-1,1 0 1,0-3-1,-5 4 1092,-10 2-957,0-1 0,0 2 0,0 0 0,0 1 0,1 0 0,-1 1 0,1 0-1,0 1 1,0 0 0,1 1 0,-17 11 0,23-14-155,-8 4 169,1 1 0,-19 17 0,28-23-208,1 1 1,-1-1-1,1 1 1,0-1-1,0 1 1,0 0-1,0 0 1,1 0-1,-1 0 1,1 0-1,0 0 1,-1 0-1,1 1 1,1-1-1,-1 0 1,0 7-1,1-9-21,0-1-1,0 0 1,0 1-1,0-1 1,0 0 0,0 1-1,0-1 1,0 0-1,0 1 1,0-1 0,0 0-1,0 0 1,0 1-1,1-1 1,-1 0 0,0 0-1,0 1 1,0-1-1,1 0 1,-1 0-1,0 1 1,0-1 0,0 0-1,1 0 1,-1 0-1,0 1 1,0-1 0,1 0-1,-1 0 1,0 0-1,1 0 1,-1 0 0,0 0-1,1 0 1,-1 1-1,18 1-196,0 0-1,0-1 0,34-2 0,-38 0 71,-3 0 32,0 0 0,-1-1 0,1 0 0,-1-1 0,1 0 0,-1 0 0,0-1 0,-1-1 0,1 0 0,11-7 0,-21 11 97,1 1 0,-1 0 0,0-1 0,0 1 1,1 0-1,-1 0 0,0-1 0,1 1 0,-1 0 0,1 0 0,-1-1 1,0 1-1,1 0 0,-1 0 0,1 0 0,-1 0 0,1 0 0,-1 0 1,0 0-1,1-1 0,-1 1 0,1 1 0,-1-1 0,1 0 0,-1 0 1,1 0-1,-1 0 0,0 0 0,1 0 0,-1 0 0,1 0 0,-1 1 1,0-1-1,1 0 0,-1 1 0,2 14 163,-2-11-142,0-1 11,0 3 23,0-1 0,0 1 0,1 0 0,2 10 0,-3-15-55,1 1 0,-1-1 0,1 0 0,0 1 0,-1-1 0,1 0 0,0 0 0,0 0 1,-1 0-1,1 1 0,0-1 0,0 0 0,1 0 0,-1-1 0,0 1 0,0 0 0,0 0 0,0-1 0,1 1 0,-1 0 1,0-1-1,1 1 0,-1-1 0,0 0 0,2 1 0,1 0-187,-1-1-1,1 0 1,-1 0 0,1 0-1,-1 0 1,1 0 0,-1-1-1,1 1 1,-1-1 0,1 0-1,-1 0 1,0 0 0,0-1-1,1 1 1,-1-1 0,5-3 0,-1-1-963,-1 1 1,0-1-1,0-1 1,0 1-1,8-15 1,20-31-7864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39.2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 14006,'0'0'10021,"0"185"-8916,0-119-177,0-5-496,0-10-208,0-2-160,0-22-48,0-6-16,0-9-144,0-9-640,-3-3-945,-6 0-944,6-24-1729,0-12-1473,3-13-976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39.3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73 3009,'0'0'20250,"196"-67"-19722,-147 67-400,-1 0-128,-2 0-352,-7 0-2145,-6-6-4242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39.8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67 15255,'0'0'11992,"8"36"-11514,23 118-230,-15-63-135,-12-65-74,1 0 0,14 42-1,-19-66-38,1 0-1,0 0 0,0 0 1,-1 0-1,1-1 1,0 1-1,0 0 0,1-1 1,-1 1-1,0-1 1,1 1-1,-1-1 0,1 0 1,-1 1-1,1-1 1,-1 0-1,1 0 0,2 1 1,-3-2 3,1 1 1,-1-1-1,1 0 1,0 0-1,-1 0 1,1 0-1,0 0 1,-1 0-1,1 0 1,-1-1-1,1 1 0,0 0 1,-1-1-1,1 1 1,-1-1-1,1 0 1,-1 0-1,1 1 1,-1-1-1,0 0 1,0 0-1,1 0 1,0-2-1,14-13 27,-1-1 0,-1-1 1,0 0-1,11-22 0,-15 24-23,22-34 19,96-136 46,-102 150-57,-14 19-105,1 1 0,0 0 1,21-19-1,-23 30-1530,1 5-4581,-9 0 3684,4 0-6271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41.4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1 419 8708,'0'0'13945,"0"25"-13195,0 121-201,0-144-558,0-1 1,-1 1-1,1-1 0,0 1 0,0-1 0,1 1 0,-1-1 1,0 1-1,0-1 0,1 1 0,-1-1 0,1 1 0,-1-1 0,1 1 1,0-1-1,0 0 0,1 3 0,0-4-172,-1 1 0,1 0 0,0-1 1,0 1-1,0-1 0,0 0 0,-1 1 0,1-1 0,0 0 0,0 0 0,0 0 0,2-1 1,7 1-770,-5 0 405,0-1 0,0 0-1,0 0 1,0 0 0,0-1 0,0 1-1,0-2 1,-1 1 0,1-1-1,-1 1 1,7-6 0,6-5-2926,30-28 1,-25 20 1270,37-32-1051,-6 4 4392,0 2 4797,-10 18 7577,-48 29-13085,-1 0-416,0 0 0,0 0 0,0 1 0,0 0 0,0 0 0,1 0 0,-1 1 0,0 0 0,1 0 0,-1 0 0,1 0 0,0 1 0,-1-1 0,1 1 0,1 0 0,-1 0 0,-4 5 0,4-3 13,0 0 0,0 0 0,1 1 0,-1 0 0,1-1 0,0 1 0,1 0 0,0 0 0,0 1 0,0-1 0,0 0 0,1 1 0,0 8 0,-1 2 53,1 1 0,0-1 1,2 0-1,0 0 0,1 0 1,1 0-1,8 29 1,-5-30-51,18 56 34,-22-63-57,0-1 0,-1 1 0,0-1 0,0 1 0,-1 0 1,-2 15-1,2-23-5,0 0 0,-1 0-1,1-1 1,-1 1 0,1 0 0,-1-1 0,1 1 0,-1 0 0,1-1 0,-1 1 0,0 0 0,1-1 0,-1 1 0,0-1 0,0 1 0,1-1 0,-1 0 0,0 1-1,0-1 1,0 0 0,0 0 0,1 1 0,-1-1 0,0 0 0,0 0 0,0 0 0,-1 0 0,-1 0 13,0 0-1,-1 0 1,1 0 0,0 0 0,0 0-1,-6-2 1,8 2-13,1-1 0,0 1 0,-1 0-1,1 0 1,0 0 0,0-1 0,-1 1 0,1 0 0,0 0-1,0 0 1,-1-1 0,1 1 0,0 0 0,0-1 0,0 1-1,0 0 1,-1-1 0,1 1 0,0 0 0,0 0 0,0-1 0,0 1-1,0 0 1,0-1 0,0 1 0,0 0 0,0-1 0,0 0-1,0-6 6,-1 0 0,1 0 1,1 0-1,0 0 0,0 1 0,0-1 0,0 0 0,1 0 0,1 1 0,-1-1 0,1 1 0,0-1 0,0 1 0,1 0 0,-1 0 0,2 1 0,-1-1 0,0 1 0,1 0 0,0 0 0,10-7 0,12-9-389,0 1 1,1 1-1,1 2 0,50-23 0,134-36-3333,-204 73 3741,1-1-1,0 0 0,-1 0 1,0-1-1,13-9 0,-15 10 1653,-11 7-217,-13 11-552,11-6-810,0-1 0,1 1 0,1 0 0,-1 1 0,1-1 0,1 1 0,-1 0 0,1 0 0,1 0 0,0 0 1,0 1-1,1-1 0,0 15 0,1-24-100,1 1 0,-1-1 1,1 1-1,-1-1 0,1 1 0,-1-1 0,1 1 1,-1-1-1,1 0 0,0 1 0,-1-1 1,1 0-1,0 0 0,-1 1 0,1-1 1,0 0-1,0 0 0,-1 0 0,1 0 0,0 0 1,-1 0-1,1 0 0,0 0 0,-1 0 1,1 0-1,0 0 0,0-1 0,0 1 1,3 0-18,4 0-36,-1 1 1,0-1 0,0-1-1,0 1 1,0-1 0,1 0-1,-1-1 1,0 0 0,-1 0-1,1 0 1,0-1-1,-1 0 1,1-1 0,8-5-1,2-6-177,-1 0 0,0-1 0,-2-1-1,0 0 1,17-28 0,-14 21 136,1 0 0,21-22 0,-31 41 540,-5 7 147,-2 13 162,-1-10-918,-2 19 375,-7 43 0,5-42-197,-3 47 1,8-72-27,-1 1 0,0-1 1,0 1-1,0 0 0,0-1 0,1 1 0,-1-1 1,0 0-1,1 1 0,-1-1 0,0 1 0,1-1 1,-1 1-1,1-1 0,-1 0 0,0 1 0,1-1 1,-1 0-1,1 1 0,-1-1 0,1 0 0,-1 0 1,1 0-1,-1 1 0,1-1 0,-1 0 0,1 0 1,0 0-1,-1 0 0,1 0 0,-1 0 0,1 0 1,25 0-543,-17-1 222,1 1-212,0 0-1,-1-1 1,1-1 0,-1 1 0,1-1 0,-1-1 0,14-5 0,-6-1-1093,0 0 0,29-21 1,102-89-3195,-101 76 6345,-3-1 3281,-38 35-1181,-11 5-613,-17 6-1826,2 3-996,1 1 1,0 1-1,0 1 0,0 0 0,1 2 1,0 0-1,1 1 0,0 0 1,-27 25-1,43-35-176,0 0 0,0 0 0,0-1 1,0 1-1,1 0 0,-1 0 0,0 1 0,1-1 1,-1 0-1,0 0 0,1 0 0,-1 0 0,1 1 1,0-1-1,-1 0 0,1 0 0,0 0 0,0 1 1,0-1-1,0 0 0,0 1 0,0-1 0,0 0 1,0 0-1,1 1 0,-1-1 0,0 0 0,1 0 1,-1 0-1,1 1 0,-1-1 0,1 0 0,0 0 1,-1 0-1,1 0 0,0 0 0,0 0 0,0 0 1,0 0-1,0-1 0,0 1 0,0 0 0,0 0 1,0-1-1,0 1 0,0-1 0,0 1 0,1-1 1,-1 1-1,0-1 0,0 0 0,0 1 0,1-1 1,1 0-1,27 3-485,0-1-1,1-1 1,44-5 0,-65 2 205,0 0 1,-1 0-1,1-1 1,0 0-1,-1-1 1,1 0-1,-1-1 0,13-8 1,-22 13 302,0 0-1,1 0 1,-1 0 0,0 0-1,0 0 1,0 0 0,1 0 0,-1 0-1,0 0 1,0 0 0,1 0 0,-1 1-1,0-1 1,0 0 0,0 0-1,0 0 1,1 0 0,-1 0 0,0 0-1,0 1 1,0-1 0,0 0-1,1 0 1,-1 0 0,0 1 0,0-1-1,0 0 1,0 0 0,0 0-1,0 1 1,0-1 0,0 0 0,1 0-1,-1 0 1,0 1 0,0-1 0,6 17 303,-5-13-313,0-1-1,0 1 0,0-1 1,1 1-1,-1-1 0,1 0 1,0 0-1,2 4 0,0-5-57,1 0-1,-1-1 0,1 1 0,-1-1 1,1 0-1,0 0 0,-1 0 1,1 0-1,0-1 0,-1 0 1,1 0-1,0 0 0,0-1 1,-1 0-1,1 0 0,0 0 1,-1 0-1,1-1 0,6-2 0,-5 0-17,0 0-1,0-1 0,-1 0 0,1 1 0,-1-2 0,0 1 0,6-10 0,30-47-28,-33 47 89,33-52 137,124-196 2517,-165 263-2625,0 0 0,0 0 0,0 0 1,0 0-1,0 0 0,0 0 0,0 0 0,0 1 0,0-1 1,0 0-1,0 0 0,0 0 0,0 0 0,0 0 0,0 0 1,1 0-1,-1 0 0,0 0 0,0 0 0,0 0 0,0 0 1,0 0-1,0 0 0,0 0 0,0 0 0,0 0 0,0 0 1,0 0-1,0 0 0,0 0 0,0 0 0,0 0 0,0 0 1,0 0-1,0 0 0,0 0 0,0 0 0,0 0 0,0 0 1,1 0-1,-1 0 0,0 0 0,0 0 0,0 0 0,0 0 1,0 0-1,0 0 0,0 0 0,0 0 0,0 0 0,-1 9 218,-8 18-330,-55 95 598,44-87-406,0 1 1,-23 64-1,40-88-104,0 0 0,0 0 0,1 0 0,1 0 0,-1 19 0,2-31-5,0 1-1,0-1 1,0 0 0,0 1 0,1-1 0,-1 0 0,0 1 0,0-1 0,0 0 0,0 0 0,0 1 0,1-1-1,-1 0 1,0 1 0,0-1 0,1 0 0,-1 0 0,0 1 0,0-1 0,1 0 0,-1 0 0,0 0 0,0 1-1,1-1 1,-1 0 0,0 0 0,1 0 0,-1 0 0,0 0 0,1 0 0,-1 0 0,0 0 0,1 0 0,15 1 9,-10-2-5,4 2 5,1-1 1,-1 0-1,1 0 0,-1-1 0,1-1 0,-1 0 0,0 0 0,0-1 0,0-1 0,0 1 1,18-11-1,134-97 20,-63 39-69,-93 68 43,0 0-1,0 0 1,0 0 0,0 1-1,1 0 1,-1 1 0,1-1-1,0 1 1,0 0 0,0 1-1,0 0 1,11-1 0,-16 2-3,0 1 0,0-1 0,0 0 0,-1 1 0,1 0 0,0-1 1,0 1-1,-1 0 0,1 0 0,-1 0 0,1 0 0,-1 0 0,1 0 0,-1 0 0,1 0 1,-1 1-1,0-1 0,0 1 0,0-1 0,0 1 0,0-1 0,1 3 0,16 38-10,-17-38 10,4 15-6,-1-1 0,-1 1 1,0 1-1,-2-1 0,0 0 1,-1 0-1,-5 32 0,5-48 7,-1 1 0,0-1 0,0 0 0,0 1 0,-1-1 0,1 0 0,-1 0 0,0 0 0,0 0 0,0 0 0,0 0 0,0-1 0,-1 1-1,1-1 1,-1 1 0,0-1 0,1 0 0,-1 0 0,0 0 0,0-1 0,0 1 0,-5 1 0,-3 1-4,-1 0 0,0-1 1,-1-1-1,1 1 0,-13-1 1,-40 3-1533,-1-3 0,-79-8 0,16-12-5858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42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 1 8404,'0'0'13889,"-7"23"-13198,0-1-530,-5 15 185,2 1 1,-6 41-1,13-60-174,-5 34 550,-2 77 1,10-129-664,5-5-6,27-30 98,74-67-15,-95 92-123,-1 1 0,1 0 0,1 1 0,-1 0 0,1 1 0,0 0-1,1 1 1,19-6 0,-21 10 45,0-1 0,0 2 0,20 0-1,-13 0 35,-14 0-60,0 1 0,0-1 1,0 1-1,0-1 0,-1 1 1,1 0-1,0 1 0,-1-1 1,1 0-1,0 1 0,-1 0 0,0 0 1,1 0-1,-1 0 0,4 4 1,-3-1 2,1 0 1,0 1 0,-1-1 0,0 1 0,0 0-1,-1 0 1,1 0 0,1 7 0,1 3 18,-1-1 0,-1 2 1,0-1-1,-1 0 0,-1 1 1,0 24-1,-1-37-29,-1 0 0,0-1-1,0 1 1,-1-1 0,1 1 0,-1 0 0,0-1-1,0 1 1,0-1 0,0 1 0,0-1-1,-1 0 1,-2 5 0,1-6-11,1 0-1,-1 0 0,1 0 1,-1 0-1,0 0 1,0-1-1,0 1 1,0-1-1,0 0 1,0 0-1,0 0 1,0 0-1,0-1 1,-1 1-1,1-1 1,-4 0-1,-48 3 38,-71-5 0,112 1-111,1 0 1,-1-1 0,0 0 0,1-1-1,-14-5 1,23 7-17,1 0 0,-1 0 1,1-1-1,0 0 0,-1 0 0,1 0 0,0 0 0,0 0 0,0 0 0,0-1 0,1 1 0,-1-1 1,1 0-1,-1 0 0,1 0 0,0 0 0,0 0 0,0-1 0,1 1 0,-1-1 0,1 1 1,0-1-1,-1-4 0,1 3-247,0-1 0,1 1 1,0 0-1,0-1 0,0 1 0,1-1 1,0 1-1,0 0 0,0-1 0,1 1 1,-1 0-1,1 0 0,1 0 0,-1 0 1,1 0-1,-1 1 0,1-1 0,7-6 1,-4 4-584,1 1 1,0-1 0,1 2 0,-1-1-1,1 1 1,0 0 0,0 1 0,1 0-1,0 0 1,10-3 0,1 2-2485,31-5 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42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0 358 3602,'0'0'14657,"26"7"-13118,80 25-373,-104-31-1119,0-1 0,0 1-1,0 0 1,-1 0 0,1 0-1,0 0 1,0 0 0,-1 1 0,1-1-1,0 1 1,-1-1 0,1 1-1,-1-1 1,0 1 0,3 3-1,-4-3 0,1-1-1,-1 1 0,0 0 0,0-1 1,1 1-1,-1 0 0,0 0 1,0-1-1,0 1 0,-1 0 0,0 2 1,0 4 149,1-5-154,0 2 44,0 0 0,0-1 0,1 1 0,-1 0 0,1 0 0,2 7 0,-2-11-75,0 1 0,-1-1 0,1 1 0,0-1 0,0 0 0,0 0 0,0 1 0,0-1 0,0 0 0,1 0 0,-1 0 0,0 0 0,1 0 0,-1-1 0,0 1 0,1 0 0,-1-1 0,1 1 0,-1 0 0,1-1 0,-1 0 0,1 1 0,0-1 0,2 0 0,3 1-10,1 0-1,0 0 1,0-1 0,0 0 0,-1 0-1,1-1 1,0 0 0,0 0-1,-1-1 1,1 0 0,-1 0 0,0-1-1,1 0 1,-1 0 0,0-1 0,-1 0-1,1 0 1,7-7 0,2-5 5,0 0 1,-1-2 0,-1 0-1,-1 0 1,-1-1 0,0-1-1,9-21 1,-21 40 330,-1 14-6,0 0-1,-1 0 1,-4 14-1,3-20-260,1 1 0,1-1 0,-1 1 0,1 0 0,0-1 0,1 1-1,0 0 1,0 0 0,1 0 0,2 14 0,-2-21-66,0 0 0,-1 0 1,1 0-1,-1 0 0,1 0 1,0 0-1,0 0 0,0 0 0,0 0 1,0 0-1,-1 0 0,2 0 1,-1-1-1,0 1 0,0 0 1,0-1-1,0 1 0,0-1 0,0 1 1,2 0-1,27 3 15,-26-4-14,10 1-37,1-1 1,-1 0 0,1-1 0,18-3-1,-24 2-38,0-1 0,-1 0 0,1 0-1,-1-1 1,1 0 0,-1 0 0,14-11 0,1-3-90,0-1 0,-2-1 1,0-1-1,-2-1 0,0-1 1,27-44-1,-4-6 110,34-80-1,-58 114 351,-17 38 69,-1 7-128,0 402 1385,0-405-2281,-6-30-22467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43.0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 13878,'0'0'6916,"203"-9"-6612,-124 9-304,3 0-144,-1-3-2209,-2-12-4210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43.2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0 15447,'0'0'7604,"0"191"-6516,-9-131-256,3 1-351,0-19-193,0-5-224,6-13-48,0-12-16,0-18-4354,18-37-833,12-11-2704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43.6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0 8916,'0'0'10421,"5"26"-8620,0 0-1404,0-5-160,-1 0-1,-1 0 0,0 1 0,-2-1 1,0 1-1,-4 24 0,0-27-61,-2 0 0,0 0-1,-8 18 1,7-23-82,1 1 0,0-1 0,2 1 0,-1 0 0,2 0 0,-1 17 0,3-31-91,0 0 0,0-1 0,0 1 0,0-1 0,0 1 0,0-1 0,0 1 0,0-1 0,0 1 0,1-1 0,-1 1 0,0-1 0,0 1 0,1-1 0,-1 1 0,0-1 0,1 1 0,-1-1 0,0 1 0,1-1 0,-1 0 0,1 1 0,-1-1 0,1 0 0,-1 1 0,0-1 0,1 0 0,-1 1 0,1-1 0,0 0 0,-1 0 0,1 0 0,22 1 27,-12-2-22,-2 1 3,1-1 0,0-1 0,-1 1 0,1-1 0,-1-1 0,1 0 1,17-8-1,2-4-7,29-20 1,14-8-18,-70 42 26,0 0 0,0 0-1,1 0 1,-1 0-1,0 0 1,0 0 0,0 1-1,1-1 1,-1 1-1,0 0 1,0 0 0,1 0-1,-1 0 1,0 0 0,1 0-1,-1 0 1,0 1-1,4 0 1,-3 1 84,1 0-1,-1 1 1,0-1-1,1 1 1,-1-1-1,-1 1 1,1 0-1,4 5 1,-4-5-68,0 1 0,0-2 1,1 1-1,-1 0 1,1-1-1,0 1 0,0-1 1,0 0-1,0 0 0,0 0 1,0-1-1,0 0 0,8 2 1,3-1-8,1-1 1,25 0 0,-21-2-15,-14 2-8,1-2-1,-1 1 0,1-1 1,-1 0-1,0 0 0,0-1 1,1 0-1,-1 0 0,0 0 1,8-6-1,-6 4-5,-1-2 0,0 1 0,-1-1 0,1 0 0,-1-1 0,0 1 0,5-9 0,-6 9-12,-2 2-14,0 1 1,0-1-1,-1 1 1,1-1 0,-1 0-1,0 0 1,0 0 0,0-1-1,0 1 1,-1 0 0,0-1-1,0 1 1,1-7-1,-2 11-12,0-1 0,0 1-1,0-1 1,0 0-1,0 1 1,-1-1 0,1 1-1,0-1 1,0 1-1,0-1 1,-1 1-1,1-1 1,0 1 0,0-1-1,-1 1 1,1-1-1,0 1 1,-1-1 0,1 1-1,-1 0 1,1-1-1,-1 1 1,1 0-1,-1-1 1,1 1 0,-1 0-1,1 0 1,-1-1-1,1 1 1,-1 0 0,1 0-1,-1 0 1,1 0-1,-1 0 1,0-1-1,1 1 1,-1 0 0,1 1-1,-1-1 1,1 0-1,-1 0 1,0 0 0,-106-7-8365,25 1-2144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43.7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1 100 13478,'0'0'8804,"211"-27"-8436,-93 24-352,7 0-16,-4-9-736,0-10-1537,-12-11-2209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44.3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266 33 8516,'0'0'9009,"-30"-7"-7907,-91-18-731,117 25-346,1 0-1,-1-1 1,0 1 0,1 1 0,-1-1-1,0 0 1,1 1 0,-6 1 0,8-1-10,-1-1 0,1 1 0,0 0 0,-1 0 0,1 0 0,0-1 0,-1 1 0,1 0 0,0 0 0,0 1 0,0-1 0,0 0 1,-2 3-1,2-1 21,-1 1 1,1-1 0,0 1 0,0-1 0,1 1-1,-1 0 1,1-1 0,-1 1 0,1 0 0,1 4-1,-1-1 28,0-5-50,-1 13 95,1-1 0,1 1 0,0-1 0,1 1 0,0-1 0,1 1 0,9 24 0,13 17 180,35 92 30,-53-128-290,-1 1 0,-1 0-1,-1 0 1,-1 0 0,0 30 0,-2-33 10,-1-11-3,0-1 1,0 0 0,0 1-1,-3 10 1,3-15-25,0-1 0,-1 1 1,1-1-1,-1 0 0,0 1 1,1-1-1,-1 0 0,0 0 0,0 1 1,0-1-1,0 0 0,0 0 0,0 0 1,0 0-1,0 0 0,0 0 0,-1 0 1,1-1-1,0 1 0,-1 0 0,1-1 1,0 1-1,-1-1 0,-1 1 0,-4 1 112,1-1 0,-1 0 0,0 0-1,1 0 1,-1-1 0,0 0-1,1-1 1,-1 1 0,0-1-1,-10-3 1,13 3-84,0-1 0,1 1-1,-1-1 1,1 0 0,0 0 0,-1 0-1,1-1 1,0 1 0,0-1 0,0 1-1,1-1 1,-1 0 0,1 0 0,-1 0-1,1-1 1,0 1 0,0 0 0,0-1-1,-1-6 1,-1-1-78,1-1 0,1 0 1,0 0-1,1 1 0,0-1 0,0 0 0,2 0 1,-1 0-1,2 0 0,-1 0 0,2 0 0,-1 1 0,2-1 1,-1 1-1,2 0 0,7-15 0,4 0-898,1 1 0,1 0 0,25-25 0,34-26-4484,-3 10-2749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44.9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1 4258,'0'0'14097,"3"11"-13358,1 2-464,-1 0-1,-1 0 0,0 0 1,-1 1-1,0-1 1,-1 0-1,-1 14 1,-12 105 1067,-8 56-587,21-186-857,-1 0-1,1 0 1,-1 0 0,0 0 0,0 0 0,0 0 0,0 0 0,0 0 0,0-1 0,0 1 0,-1 0-1,1-1 1,0 1 0,-1-1 0,0 0 0,1 1 0,-1-1 0,0 0 0,1 0 0,-1 0 0,0 0-1,0 0 1,0-1 0,0 1 0,0 0 0,-4 0 0,4-1-268,1 0-1,-1 1 1,0-1 0,0 0-1,0 0 1,0 0 0,0-1-1,0 1 1,1 0-1,-1-1 1,0 1 0,0-1-1,0 1 1,1-1 0,-1 0-1,0 0 1,1 0 0,-1 0-1,1 0 1,-1 0 0,1-1-1,-1 1 1,1 0 0,0-1-1,0 1 1,-1-1 0,1 1-1,-1-3 1,0-2-261,0 0 1,0 0-1,1 0 0,-1 0 1,0-10-1,2-6 826,1-31 0,0 45-83,-1 2 228,1 0-1,0 0 1,0-1-1,1 1 1,0 0-1,0 0 0,0 0 1,1 0-1,0 1 1,0-1-1,0 1 1,1 0-1,0 0 1,0 0-1,0 0 0,0 0 1,8-5-1,-3 4 114,0-1 0,0 2 0,1-1 0,0 2 0,0-1 0,0 1 0,0 0 0,1 1 0,19-3 0,35-1-184,1 3 1,74 5-1,-52 0-1413,-23-1 92,-40 0 3480,-29 1-2294,0 0-1,0 0 1,0 0 0,1 1-1,-1 0 1,0 0-1,1 0 1,-1 0-1,1 0 1,0 1 0,0-1-1,0 1 1,0 0-1,0 0 1,1 0-1,-1 0 1,-3 6-1,-2 4 257,-1-1-1,2 2 1,-11 24-1,14-30-340,1 1 0,1 0 0,0 0 0,0 0 0,0 1 0,1-1 0,1 0 0,-1 1 0,2-1 0,1 15 0,-2-23-60,1 0-1,0 0 1,0 0 0,0 0-1,0 0 1,0 0 0,0 0-1,0 0 1,0 0 0,0 0-1,0-1 1,0 1 0,0 0-1,1-1 1,-1 1 0,0-1-1,0 1 1,1-1 0,-1 1 0,0-1-1,1 0 1,-1 0 0,1 0-1,-1 0 1,3 0 0,-1 0-36,5 1-19,-1 0 0,1-1 1,-1 0-1,1-1 1,0 1-1,12-4 1,-16 3 40,1-1 0,-1 0 0,1 0 0,-1 0 0,0 0 0,0-1 0,0 0 1,0 0-1,-1 0 0,1 0 0,5-7 0,-3 2 110,0 1 0,-1-1 0,0 0 0,0-1 0,-1 1 0,0-1 0,0 0 0,-1 0 0,0 0 0,-1-1 0,0 1 0,0 0 0,-1-1 0,-1 0 1,0-17-1,-1 19-1428,-1-1-3627,2-5-3620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45.7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 11941,'0'0'9303,"26"24"-9084,79 78-93,-101-98-120,0 1 0,0-1 1,0 0-1,0 1 1,-1 0-1,0 0 1,0 0-1,0 0 1,-1 0-1,0 1 0,0-1 1,0 1-1,0 0 1,-1-1-1,1 8 1,-1 0 7,-1-13-13,2 10 38,0 1 0,-1-1 0,0 0 0,-1 0 1,0 1-1,-2 11 0,2-22-32,-1 1 1,1-1-1,0 1 1,-1-1 0,1 0-1,-1 1 1,1-1-1,-1 0 1,1 0 0,-1 1-1,1-1 1,0 0-1,-1 0 1,1 0-1,-1 1 1,1-1 0,-1 0-1,0 0 1,1 0-1,-1 0 1,1 0-1,-1 0 1,1 0 0,-1 0-1,1 0 1,-1-1-1,1 1 1,-1 0 0,1 0-1,-1 0 1,1 0-1,-1-1 1,1 1-1,0 0 1,-1-1 0,1 1-1,-1 0 1,1-1-1,0 1 1,-1 0-1,1-1 1,0 1 0,-1-1-1,0-6 11,1 1-1,0 0 1,0 0-1,1 0 1,0 0-1,0 0 1,0 0-1,1 0 1,-1 0-1,2 1 1,-1-1-1,1 0 1,-1 1-1,1 0 1,6-8-1,9-10 66,1 2-1,40-37 1,-46 47-56,-1 1-1,2 1 1,-1 0 0,1 1 0,1 0-1,23-8 1,-28 13-32,-1 1 0,0 1 0,1-1-1,-1 2 1,17 0 0,-20 0 4,1 12 10,-6-9-8,0-1 1,0 0-1,0 1 1,0-1-1,0 0 0,1 0 1,-1 0-1,2 2 1,1-3 4,-1 1 1,0-1-1,1 0 1,-1-1-1,1 1 1,0-1-1,-1 1 1,1-1-1,-1 0 1,1 0-1,0-1 1,-1 1-1,1-1 1,-1 1-1,1-1 1,-1 0-1,1-1 1,-1 1-1,0-1 1,0 1-1,1-1 1,-1 0 0,0 0-1,-1 0 1,1-1-1,4-3 1,46-50 1054,-52 55-770,-1 5-176,0 73 86,-3 157 113,2-223-317,1 0 4,-1-1 1,0 0-1,-1 0 1,-3 14-1,4-22-4,0 0-1,1 0 0,-1 0 1,0 0-1,0-1 0,0 1 1,0 0-1,0 0 0,-1-1 1,1 1-1,0-1 0,-1 1 0,1-1 1,-1 0-1,1 1 0,-1-1 1,0 0-1,0 0 0,0 0 1,1 0-1,-1-1 0,0 1 1,0 0-1,0-1 0,0 1 1,0-1-1,-3 0 0,-6 1-62,-83 0-1129,86-1 912,1-1 1,-1 0-1,0 0 0,1 0 1,0-1-1,-1-1 1,1 1-1,0-1 1,-13-7-1,18 8 11,0 0 1,0 0-1,0 0 1,0 0-1,0-1 1,0 1-1,0 0 1,1-1-1,-1 0 1,1 1-1,0-1 1,0 0-1,0 1 1,0-1-1,0 0 1,1 0-1,-1 0 1,1 0-1,-1 0 1,1 0-1,1-3 1,-2-32-5655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46.4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31 7379,'0'0'13828,"1"23"-12929,-1 6-697,-1-4-110,1-1-1,2 0 1,7 41-1,-8-59-90,0 0 0,1 0 0,0 0-1,0-1 1,0 1 0,1-1-1,-1 1 1,1-1 0,1 0 0,-1 0-1,1 0 1,0-1 0,0 1-1,0-1 1,7 6 0,-5-7-44,1 1 1,-1-1-1,1 1 1,0-2-1,0 1 1,0-1-1,0 0 1,0-1-1,1 1 0,-1-2 1,0 1-1,11-1 1,-13 0 22,0-1 1,0 1-1,0-1 0,0 0 1,-1-1-1,1 1 0,0-1 1,-1 0-1,0 0 1,1 0-1,-1-1 0,0 0 1,0 0-1,0 0 0,0 0 1,-1 0-1,1-1 1,-1 1-1,0-1 0,0 0 1,3-6-1,6-10 73,-1-1-1,-1 0 1,10-30-1,-3 6 202,3-2 794,-20 46-762,0 4-209,1 5-60,-1-1 1,1 0-1,0 1 0,1-1 0,0 0 0,0 0 1,0 0-1,1 0 0,0 0 0,5 7 0,-5-9-18,0-1-1,0 0 0,0 1 1,1-1-1,-1-1 0,1 1 1,0 0-1,0-1 0,1 0 1,-1 0-1,0 0 0,1-1 1,0 1-1,0-1 1,8 3-1,-4-4-80,1 1-1,-1-2 1,1 1 0,-1-1-1,1-1 1,11-1 0,-19 2 76,-1-1 0,1 1 0,-1-1 0,1 0 0,0 1 0,-1-1 0,1 0 0,-1 0 0,0 0 0,1 0 0,-1 0 1,0 0-1,1-1 0,-1 1 0,0 0 0,0-1 0,0 1 0,0-1 0,-1 1 0,1-1 0,1-2 0,11-40-75,-9 27 66,3-10-92,-5 17 56,0 1 0,1-1 0,0 1 0,0 0 0,6-9 0,-7 15-128,0 0-1,0 0 0,0 0 0,0 1 0,1-1 1,-1 1-1,1-1 0,0 1 0,0 0 0,0 0 1,0 0-1,0 1 0,0-1 0,0 1 1,1 0-1,-1 0 0,1 0 0,3-1 0,4 1-1869,-1 0-1,20 1 1,-12 0-924,18 0-4180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46.8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156 0 6995,'0'0'10058,"-26"15"-9137,26-15-921,-103 64 474,101-62-453,-1 0 0,1 0 0,-1 0 0,1 0-1,0 1 1,0-1 0,0 1 0,0-1-1,-3 6 1,5-6-5,-1 0 1,1 0-1,0 0 0,-1-1 0,1 1 0,0 0 1,0 0-1,0 0 0,1 3 0,-1 7 33,0-11-51,0 1 0,1 0 0,-1 0 0,0 0-1,0 0 1,1 0 0,-1 0 0,1-1 0,0 1-1,-1 0 1,1 0 0,0-1 0,0 1 0,0 0-1,0-1 1,0 1 0,1-1 0,-1 0 0,0 1-1,1-1 1,-1 0 0,1 0 0,-1 0 0,1 0-1,0 0 1,-1 0 0,1 0 0,0 0 0,0-1-1,-1 1 1,1-1 0,0 1 0,3-1 0,10 3-317,0-1-1,1-1 1,-1-1 0,28-2 0,-39 1 288,0 1 0,0-1-1,1 0 1,-1 0 0,0-1-1,0 0 1,0 1 0,-1-1-1,1 0 1,0-1 0,-1 1-1,7-6 1,0-2 61,1-1-1,11-17 1,12-11 779,-33 38-708,1 0-1,0 0 1,-1 0-1,1 0 1,0 1 0,-1-1-1,1 0 1,0 1-1,0-1 1,-1 1 0,1 0-1,0 0 1,3 0-1,32 1-2,-13 0-177,255-4 3364,-279 3-3284,1 0 1,-1 0 0,0 0 0,0 0-1,0 1 1,0-1 0,1 0 0,-1 0 0,0 0-1,0 0 1,0 1 0,0-1 0,0 0-1,0 0 1,0 0 0,1 1 0,-1-1 0,0 0-1,0 0 1,0 1 0,0-1 0,0 0-1,0 0 1,0 0 0,0 1 0,0-1-1,0 0 1,0 0 0,0 1 0,0-1 0,0 0-1,0 0 1,-1 1 0,1 1 12,0 0-7,-1 1 1,1-1-1,-1 1 0,1-1 0,-1 1 0,0-1 1,0 0-1,0 1 0,0-1 0,-1 0 0,1 0 1,-1 0-1,1 0 0,-1 0 0,0 0 0,0-1 0,1 1 1,-1 0-1,-4 1 0,-6 5-2,0 0 0,-18 7 0,21-11-4,-34 15-782,-76 24-1,4-12-4631,-1 0-6291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52.9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46 15015,'0'0'10303,"36"0"-9660,229 0 958,-220 0-1253,162-4 1014,-159 1-1127,0-2 1,60-15 0,-76 10-407,-31 7-487,-8 3-226,-4 0 23,0 1 0,0 1 0,-15 4 0,2 3-1703,1 0-1,1 2 1,-38 23-1,-2 6-7309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53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1 221 8356,'0'0'12678,"57"0"-11846,-5 0 0,2 0-63,7 0-161,-1 0-128,1 0-336,-4-24-144,-2-3-368,-10-22-1617,-5-5-3041,-13-13-5987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53.4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685 0 15559,'0'0'8281,"-2"27"-7318,1-19-898,0 6 8,0-1 0,0 0 0,1 1 0,1-1 0,0 1 0,1-1 0,0 0-1,1 0 1,1 0 0,0 0 0,0 0 0,2-1 0,10 20 0,16 19 88,15 23-41,-2 2-1,39 96 1,-75-151-122,-2 1 0,0 0-1,-2 1 1,4 23-1,-8-39 3,0-1-1,-1 1 0,1 0 0,-1 0 1,-1-1-1,1 1 0,-1 0 0,0 0 1,-1-1-1,0 1 0,0-1 0,0 0 0,-1 1 1,0-1-1,0 0 0,0 0 0,-1-1 1,-5 7-1,-1-3 3,0-1 1,0 0 0,-1 0-1,-1-1 1,1-1-1,-1 0 1,0-1 0,0 0-1,-1-1 1,1 0-1,-22 3 1,-14 1 31,-86 2-1,-285-6-326,272-4-2250,140 0 1494,-5 0-887,5-4-4088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1:08.6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34 185 5250,'0'0'13393,"-5"-7"-13153,1-1-102,2 5 55,1 0 0,-1-1 1,0 1-1,0 1 0,0-1 0,0 0 1,-4-3-1,2 1 3870,4 5-3990,0 0-1,0 0 1,0 0-1,-1 0 0,1 0 1,0 0-1,0 0 1,0 0-1,0 0 0,0 0 1,0 0-1,0 0 1,0-1-1,0 1 0,0 0 1,0 0-1,0 0 1,0 0-1,0 0 0,-1 0 1,1 0-1,0 0 1,0-1-1,0 1 0,0 0 1,0 0-1,0 0 1,0 0-1,0 0 0,0 0 1,0 0-1,1-1 0,-1 1 1,0 0-1,0 0 1,0 0-1,0 0 0,0 0 1,0 0-1,0 0 1,0 0-1,0 0 0,0-1 1,0 1-1,0 0 1,0 0-1,0 0 0,1 0 1,-1 0-1,0 0 1,0 0-1,0 0 0,0 0 1,0 0-1,0 0 1,0 0-1,0 0 0,1 0 1,-1 0-1,0 0 1,0 0-1,0 0 0,0 0 1,0 0-1,8 0 195,3-1-46,-1 1 1,0 1-1,1 0 1,-1 0-1,0 1 0,12 4 1,77 27 316,2-4 0,194 29 0,-132-42-538,217-8 0,-315-11 0,126-23 0,62-31 0,-104 21 0,46 5 0,-131 22 0,250-15 0,-1 24 0,-141 1 0,-130 0 0,56-2 0,-87 0 0,0-1 0,0 0 0,0 0 0,0-1 0,0 0 0,15-8 0,-5 2 0,28-9 0,-27 11 0,29-13 0,-45 17 0,-3 1 0,0 0 0,0 0 0,1 1 0,-1 0 0,0 0 0,1 0 0,5-1 0,-9 2 0,0-1 0,0 1 0,0 0 0,0 0 0,0 0 0,-1 0 0,1-1 0,0 1 0,0 0 0,0 0 0,0 0 0,0 0 0,0-1 0,0 1 0,0 0 0,0 0 0,-1 0 0,1-1 0,0 1 0,0 0 0,0 0 0,0 0 0,0-1 0,0 1 0,0 0 0,1 0 0,-1 0 0,0-1 0,0 1 0,0 0 0,0 0 0,0 0 0,0-1 0,0 1 0,0 0 0,0 0 0,1 0 0,-1 0 0,0-1 0,0 1 0,0 0 0,0 0 0,0 0 0,1 0 0,-1 0 0,0 0 0,0-1 0,0 1 0,1 0 0,-1 0 0,0 0 0,0 0 0,-38-1-181,-1 2 0,-49 7 0,-80 20-3891,46-4-5431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47.6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11221,'0'0'11040,"21"23"-10261,8 8-494,26 37 1,-50-61-249,-1-1 0,0 1 0,-1 0 0,0 1 1,0-1-1,0 0 0,-1 1 0,0 0 0,-1-1 0,0 1 1,0 0-1,0 15 0,0-6 43,0 103 427,-1-117-486,-1-3-17,1-1-1,0 1 1,-1 0-1,1 0 1,0 0 0,-1 0-1,1 0 1,0 0-1,0-1 1,-1 1 0,1 0-1,0 0 1,0 0-1,-1-1 1,1 1 0,0 0-1,0 0 1,0-1-1,-1 1 1,1 0-1,0-1 1,0 1 0,0 0-1,0-1 1,0 1-1,0 0 1,0 0 0,0-1-1,0 1 1,-1 0-1,1-1 1,1 1 0,-2-16 12,1 9 4,0-1-9,1 0-1,-1 0 1,1 0 0,1 0 0,0 1 0,0-1-1,0 0 1,1 1 0,0-1 0,0 1 0,1 0-1,0 0 1,0 0 0,1 0 0,-1 1 0,2 0 0,-1 0-1,10-8 1,2-2 107,0 1 0,1 0 0,0 2 0,31-18 0,-35 24-20,0 0 0,1 2 0,-1-1 0,1 2 0,0 0 0,0 1 0,27-3 0,-23 5 47,1 0-1,29 3 1,-42-1-116,0 1-1,0-1 0,0 1 1,0 0-1,-1 0 0,1 1 1,-1 0-1,1 0 0,10 9 1,-5-4-5,-1 2 1,0-1-1,-1 1 0,0 1 1,13 18-1,-19-22-28,0-1 1,0 1-1,0 0 0,-1 0 0,0 1 1,0-1-1,-1 1 0,0-1 0,0 1 1,-1 0-1,1 14 0,-2-21 4,0 1 0,0 0 0,-1-1 0,1 1-1,0 0 1,-1-1 0,1 1 0,-1-1 0,0 1 0,1 0-1,-1-1 1,0 0 0,0 1 0,0-1 0,0 1 0,0-1 0,0 0-1,0 0 1,-1 0 0,1 0 0,0 0 0,-1 0 0,1 0-1,0 0 1,-1 0 0,1 0 0,-1-1 0,0 1 0,1-1 0,-4 1-1,-4 1 3,-1 0 0,1-1 0,-1-1 0,-12 0 0,14 0-4,-88 0-212,93 0 142,0 0 0,0 0 0,0 0 0,1 0 0,-1-1 0,0 1 0,0-1 0,1 0 0,-1 0 0,0 0 0,1 0 0,-1 0 0,-2-2 0,4 2-74,0 0 0,0-1 0,0 1-1,0 0 1,0-1 0,0 1 0,1 0-1,-1-1 1,1 1 0,-1-1 0,1 1 0,-1-1-1,1 1 1,0-1 0,0 1 0,-1-1-1,1 0 1,0 1 0,1-1 0,-1 1-1,0-1 1,0 1 0,1-1 0,-1 1-1,2-3 1,-1-1-555,1 0 0,0 1 0,0-1 0,0 1 0,1-1 0,0 1 0,3-4 0,42-44-8738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48.2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173 100 10837,'0'0'11293,"-25"28"-10967,-78 82-180,65-76-102,37-34-44,1 0 0,-1 0-1,1 0 1,0 0-1,-1 1 1,1-1 0,0 0-1,0 0 1,-1 1-1,1-1 1,0 0-1,-1 1 1,1-1 0,0 0-1,0 1 1,0-1-1,-1 0 1,1 1-1,0-1 1,0 0 0,0 1-1,0-1 1,0 1-1,0-1 1,0 0 0,0 1-1,0-1 1,0 1-1,0-1 1,0 0-1,0 1 1,0 0 0,0 0-4,20 0-337,-10-1 280,1-1 0,-1-1 0,1 0 1,-1 0-1,0-1 0,0 0 0,0-1 1,0 0-1,0 0 0,9-7 0,13-9-52,45-39-1,-48 35 468,47-28 1,-69 48-155,0 1 0,1 0 1,0 1-1,0-1 0,0 1 0,0 1 1,0 0-1,0 0 0,0 0 0,13 2 1,-15-1-106,1 0 0,-1 1 0,1 0 0,0 0 0,-1 1 1,0 0-1,1 0 0,-1 0 0,0 1 0,0 0 0,0 0 0,0 1 1,5 4-1,-4-2-79,0 2 1,-1-1-1,0 1 1,0 0 0,-1 0-1,0 1 1,0-1-1,-1 1 1,0 0-1,4 15 1,-3-6-4,-1 0 0,-1 0 0,-1 0 1,0 32-1,-2-49-13,0 0 0,0 0 0,-1 0 0,1 0 0,0 0 0,-1 0 0,1 0 0,-1 0 0,1 0 0,-1 0 0,0 0 0,1-1 0,-1 1 0,0 0 0,0 0 0,1-1 1,-1 1-1,0 0 0,0-1 0,0 1 0,0-1 0,0 1 0,0-1 0,0 0 0,0 1 0,0-1 0,0 0 0,0 0 0,0 1 0,0-1 0,0 0 0,0 0 0,-2 0 0,-38-2 10,40 1-9,0 1 1,0 0-1,-1 0 1,1-1-1,0 1 1,0-1-1,0 0 1,0 1-1,0-1 1,0 0-1,0 1 1,0-1-1,0 0 1,0 0 0,0 0-1,0 0 1,0 0-1,1 0 1,-1 0-1,0 0 1,0-1-1,0-2 5,-1 0-1,1 1 1,0-1-1,0 0 1,0 0-1,0-7 1,1-2 3,0 1-1,0 0 1,5-20-1,-3 24-5,0 1 0,1-1 0,0 0 0,0 1 0,1 0-1,0 0 1,0 0 0,10-12 0,1 1-13,31-26 0,-33 32-96,1 0 0,1 2 0,0-1 1,18-8-1,-24 14-472,1 1 0,-1 1 0,1-1 0,0 1 0,0 1 0,0 0 0,0 1 0,18-1 0,-27 2 416,1 0 0,-1 0 0,0 0 0,0 0 0,0 0 0,0 1 0,0-1 0,0 0 0,0 1 0,0-1 0,0 1 0,0-1 0,0 1 0,0 0 0,0-1 0,0 1 0,0 0 0,0 0 0,0-1 0,-1 1 0,2 2 0,10 25-3356,-11-25 3235,0 0 1,0 0-1,0 0 0,0 0 1,0 0-1,1 0 0,-1 0 0,1-1 1,0 1-1,0-1 0,0 1 1,4 3-1,-5-5 750,0-1 0,0 0 0,-1 0 0,1 1 0,0-1 0,0 0 0,0 0-1,-1 0 1,1 0 0,0 0 0,0 0 0,0 0 0,-1 0 0,1 0 0,1-1 0,-1 1-331,-1 0 1,1 0-1,-1-1 0,1 1 0,-1 0 1,1 0-1,-1 0 0,1 0 0,-1 0 1,1 0-1,-1 0 0,1 0 1,-1 0-1,0 0 0,1 0 0,-1 0 1,1 0-1,-1 0 0,1 1 0,-1-1 1,1 0-1,-1 0 0,1 1 1,-1-1-1,0 0 0,1 0 0,-1 1 1,1-1-1,-1 0 0,0 1 0,1-1 1,-1 0-1,0 1 0,0-1 1,1 1-1,-1-1 0,0 1 0,0-1 1,0 0-1,1 1 0,-1-1 1,0 1-1,0-1 0,0 1 0,0 0 1,4 32 606,-2 0 1,-2 37 0,-1-30-585,1-35-141,0-1-9,1 1 0,-1-1 1,0 0-1,-1 1 1,1-1-1,-1 0 1,0 0-1,0 1 0,0-1 1,-1 0-1,-2 4 1,4-7-98,-1-1 0,1 1-1,-1-1 1,0 0 0,1 0 0,-1 1 0,0-1 0,1 0 0,-1 0 0,0 0 0,0 0-1,1 0 1,-1 0 0,0 0 0,1 0 0,-1 0 0,0 0 0,0 0 0,1 0-1,-1 0 1,0 0 0,1-1 0,-1 1 0,0 0 0,1-1 0,-1 1 0,1 0-1,-1-1 1,0 1 0,1-1 0,-1 1 0,1-1 0,-1 0 0,0-63-8866,1 15 390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48.8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 6451,'0'0'15103,"11"21"-14356,34 69-446,-43-86-280,0 0 0,-1 1 0,1-1-1,0 1 1,-1-1 0,0 1 0,0-1 0,-1 1-1,1 0 1,-1-1 0,0 1 0,-1 7-1,0 8 268,11-24 213,-4-1-460,0-1-1,-1 0 0,0 0 1,0 0-1,5-9 0,20-25 25,-16 25 29,0 1 0,28-21 0,-36 31-42,0 1 1,0-1 0,0 1-1,0 0 1,1 1 0,-1-1-1,1 1 1,0 0-1,-1 1 1,1 0 0,0 0-1,8 0 1,-15 1-51,38 3 316,-35-2-300,-1 0 0,1 0 0,-1 0-1,1 1 1,-1-1 0,0 0 0,1 1 0,-1 0 0,0-1 0,0 1 0,0 0-1,2 3 1,-1 0-15,1-1 0,-1 0 1,1 0-1,0 0 0,0 0 0,1 0 0,-1-1 0,1 0 0,-1 0 0,1 0 0,0 0 0,0-1 0,1 0 0,-1 0 0,0 0 0,1-1 0,-1 0 1,1 0-1,9 0 0,2 0-1,3 0 15,36-2 1,-50 0-16,0 0 1,0 0-1,0 0 1,0-1-1,-1 0 0,1 0 1,-1 0-1,1-1 1,-1 0-1,7-5 1,25-21 25,32-24 104,-69 53-111,1 0 1,0-1-1,-1 1 0,1-1 1,0 1-1,-1 0 1,1 0-1,0-1 1,0 1-1,-1 0 0,1 0 1,0 0-1,0 0 1,-1 0-1,1 0 1,0 0-1,0 0 0,0 0 1,-1 0-1,1 0 1,0 1-1,0-1 1,-1 0-1,1 0 0,0 1 1,-1-1-1,1 1 1,0-1-1,-1 0 0,1 1 1,0-1-1,-1 1 1,1-1-1,-1 1 1,1 0-1,-1-1 0,1 1 1,-1 0-1,0-1 1,1 1-1,-1 0 1,1 1-1,1 1-83,3 3 40,0-1 0,0 1 0,0-1 0,0 0 0,1-1 1,0 1-1,0-1 0,0 0 0,0 0 0,1-1 0,-1 0 0,1 0 0,0-1 1,0 0-1,0 0 0,0 0 0,0-1 0,0 0 0,10 0 0,-13-1-1,0 0 0,0 0 0,0 0-1,0-1 1,0 1 0,0-1 0,-1 0-1,1 0 1,0 0 0,0 0 0,-1-1-1,1 0 1,4-2 0,-4 1 24,-1 1 0,1 0 1,0 0-1,0 0 0,0 1 1,0 0-1,1 0 0,-1 0 1,0 0-1,0 0 0,5 1 0,-7 0 7,0 0 0,1 0-1,-1 0 1,0 0-1,0 1 1,0-1-1,1 1 1,-1-1-1,0 1 1,0 0 0,0 0-1,0 0 1,0 0-1,0 1 1,-1-1-1,1 0 1,0 1-1,-1-1 1,1 1 0,-1-1-1,1 1 1,1 3-1,2 3 26,-1 1-1,0 1 1,0-1 0,-1 0-1,0 1 1,-1 0-1,2 18 1,-2-6-27,-1 1-1,-3 32 1,1-50-5,1-1 0,-1 0 0,0 0 0,-1 0 0,1 0 0,-1 0 0,1 0 0,-1 0 0,0 0 0,-1-1 0,1 1 0,0-1 0,-1 0 0,0 1 0,0-1 0,0 0 0,0-1 0,-1 1 0,1 0 0,-1-1 0,1 0 0,-1 0 0,0 0 0,0 0 0,0-1 0,-8 3 0,-5 0-131,-1 0 0,-1-1 1,1-1-1,-36-1 0,44-1-324,0 0-1,1-1 0,-1 0 1,0-1-1,-11-3 1,13 2-784,0 0 0,0-1 1,-13-7-1,-39-31-11659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1:14.1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18 337 12630,'0'0'8382,"-2"-3"-7360,0 0-677,2 2-210,-1 0 0,0 0 1,0 0-1,1 0 0,-1 0 0,0 0 1,1 0-1,-1-1 0,1 1 0,-1 0 1,1 0-1,0-1 0,-1-1 0,-4 2 1948,5 1-1985,0 0 1,0 0-1,0 0 1,0 0-1,1 0 1,-1 0-1,0 0 1,0 0-1,0 0 1,0 0-1,0 0 1,0 0-1,0 0 1,0 0-1,0 0 1,0 0-1,0 0 1,0 0-1,0-1 1,0 1-1,0 0 0,0 0 1,0 0-1,0 0 1,0 0-1,1 0 1,-1 0-1,0 0 1,0 0-1,0 0 1,0 0-1,0-1 1,0 1-1,-1 0 1,1 0-1,0 0 1,0 0-1,0 0 1,0 0-1,0 0 1,0 0-1,0 0 1,0 0-1,0 0 1,0 0-1,0-1 1,0 1-1,0 0 1,0 0-1,0 0 1,0 0-1,0 0 1,0 0-1,0 0 1,0 0-1,-1 0 0,1 0 1,0 0-1,0 0 1,0 0-1,0 0 1,0 0-1,0 0 1,0 0-1,16-6-93,1-1-1,24-13 0,-7 2-6,240-102 2,-211 96 0,0 4 0,97-18 0,-47 20 0,183-6 0,36 23 0,-332 1 0,0 0 0,1 0 0,-1 0 0,0 0 0,0 0 0,0 0 0,0 0 0,0 0 0,1 0 0,-1 0 0,0 0 0,0 0 0,0 0 0,0 0 0,0 0 0,0 0 0,1 0 0,-1 0 0,0 0 0,0 0 0,0 0 0,0 0 0,0-1 0,0 1 0,0 0 0,0 0 0,1 0 0,-1 0 0,0 0 0,0 0 0,0 0 0,0-1 0,0 1 0,0 0 0,0 0 0,0 0 0,0 0 0,0 0 0,0-1 0,0 1 0,0 0 0,0 0 0,0 0 0,0 0 0,0 0 0,0 0 0,0-1 0,0 1 0,0 0 0,0 0 0,0-2 0,0 1 0,0 1 0,0 0 0,-1-1 0,1 1 0,0 0 0,0 0 0,0-1 0,0 1-1,0 0 1,0-1 0,-1 1 0,1 0 0,0 0 0,0-1 0,0 1 0,-1 0 0,1 0 0,0 0 0,0-1 0,-1 1 0,1 0 0,0 0 0,0 0 0,-1 0-1,1-1 1,0 1 0,0 0 0,-1 0 0,1 0 0,0 0 0,-1 0 0,1 0 0,0 0 0,-1 0 0,1 0 0,0 0 0,-1 0 0,1 0 0,0 0 0,-1 0 0,1 0-1,0 1 1,0-1 0,-1 0 0,-2 0-18,-96 1-4374,30 4-2112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1:15.3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7 2785,'0'0'0,"-170"-6"-2001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0:59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0 357 10053,'0'0'11920,"14"-5"-10506,43-17-150,-40 15-73,-16 5-524,-2 0-268,1 1 559,0 2-304,9 241 1897,-5-171-2384,-4-61-146,1 1 0,0-1 0,1 0 0,5 16-1,-7-26-18,0 0 0,0 0 0,0 0 0,0 1 0,0-1 0,0 0 0,0 0-1,0 0 1,0 0 0,0 1 0,0-1 0,0 0 0,1 0 0,-1 0 0,0 0 0,0 0-1,0 0 1,0 1 0,0-1 0,0 0 0,1 0 0,-1 0 0,0 0 0,0 0-1,0 0 1,0 0 0,0 0 0,1 0 0,-1 0 0,0 0 0,0 0 0,0 0 0,0 0-1,1 0 1,-1 0 0,0 0 0,0 0 0,0 0 0,1 0 0,3-11 117,16-258-163,-13 132-8,-7 113 50,0 17 4,0 0 0,1 0 0,0 0 0,0 0 1,3-9-1,-4 15-8,1 1 1,-1-1-1,1 0 1,-1 1-1,1-1 1,-1 1 0,1-1-1,0 1 1,-1-1-1,1 1 1,0 0-1,0-1 1,-1 1-1,1 0 1,0-1 0,0 1-1,-1 0 1,1 0-1,0 0 1,0 0-1,0 0 1,-1-1-1,1 2 1,0-1 0,1 0-1,21 4-42,-19 0 48,1-1 0,-1 1 0,0 0 0,0 0 0,0 0 0,3 6 0,7 5 0,4 6 7,22 32 0,-14-17-5,61 99-18,-87-135 18,1 1 0,-1-1 0,0 0-1,0 0 1,0 1 0,0-1 0,0 0-1,0 1 1,0-1 0,1 0 0,-1 0-1,0 1 1,0-1 0,0 0 0,1 0 0,-1 0-1,0 1 1,0-1 0,0 0 0,1 0-1,-1 0 1,0 0 0,1 1 0,-1-1-1,0 0 1,0 0 0,1 0 0,-1 0-1,0 0 1,1 0 0,-1 0 0,0 0 0,0 0-1,1 0 1,-1 0 0,0 0 0,1 0-1,-1 0 1,0 0 0,1 0 0,-1 0-1,0 0 1,0 0 0,1-1 0,-1 1-1,0 0 1,0 0 0,1 0 0,-1 0-1,0-1 1,0 1 0,1 0 0,-1 0 0,0-1-1,0 1 1,0 0 0,0 0 0,1-1-1,-1 1 1,0 0 0,0 0 0,0-1-1,0 1 1,8-23 37,-8 21-39,12-62 18,-4 0-1,2-114 0,-10 168-15,0-25-16,-1 19-31,2 1-1,-1 0 1,2 0 0,0-1 0,4-14-1,-6 29-87,1 0-1,-1 0 0,0 0 1,1 0-1,-1 0 1,1 0-1,0 1 0,-1-1 1,1 0-1,-1 0 1,1 0-1,0 1 0,0-1 1,0 0-1,-1 1 1,1-1-1,0 1 0,0-1 1,0 1-1,0-1 1,0 1-1,0 0 0,0 0 1,1-1-1,26 2-6983,-26-1 6369,24 5-9689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1:01.5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57 361 12614,'0'0'9049,"-9"5"-8427,5-3-543,-1 2 1,1-1 0,0 0-1,0 1 1,0-1 0,-6 9-1,8-9-61,1-1 1,-1 1-1,1-1 0,0 1 1,0 0-1,0-1 0,0 1 0,0 0 1,0 0-1,1-1 0,-1 1 1,1 0-1,0 0 0,0 0 1,0 0-1,0 0 0,1-1 0,-1 1 1,2 4-1,-1-6-18,-1-1 0,1 1 0,-1 0-1,1-1 1,0 1 0,0 0 0,-1-1 0,1 1 0,0-1-1,0 1 1,0-1 0,0 1 0,-1-1 0,1 0 0,0 0 0,0 1-1,0-1 1,0 0 0,0 0 0,0 0 0,0 0 0,0 0 0,0 0-1,0 0 1,0 0 0,0 0 0,1-1 0,4 1-9,8 0-19,-9 1 17,0-1 0,0 0 0,0 0 0,0 0 1,0-1-1,0 0 0,0 0 0,-1 0 0,6-2 1,3-6 8,0 0 0,-1-1 0,-1 0 0,0-1 0,0 0 0,10-15 0,-8 11 10,-7 9 83,0 0-1,-1-1 0,0 0 1,0 0-1,-1 0 0,1 0 1,-1-1-1,-1 0 0,0 0 1,0 0-1,0 0 0,-1 0 1,0 0-1,0-11 1,-7 17 231,-21 2-276,6-1 26,0 1 1,0 1 0,-27 5-1,43-6-44,-1 1-1,0 1 0,1-1 1,-1 0-1,1 1 0,0 0 1,-1 0-1,1 1 0,0-1 1,0 1-1,1-1 0,-1 1 1,0 1-1,1-1 0,0 0 0,0 1 1,0 0-1,0-1 0,0 1 1,-2 5-1,4-6-20,0 1 0,-1 0 0,1 0 0,1 0 0,-1 0 0,1 0 0,-1 0 0,1 7-1,0-9-4,1 0-3,-1 0 0,1 0-1,-1 0 1,1 0 0,0 0-1,0 0 1,0 0 0,0-1-1,0 1 1,0 0 0,0-1 0,1 1-1,-1 0 1,1-1 0,-1 0-1,1 1 1,-1-1 0,1 0-1,0 0 1,0 0 0,0 0 0,-1 0-1,1 0 1,0 0 0,4 0-1,7 3-77,0 0-1,22 3 0,-32-7 57,56 9-446,0-4 0,0-2 0,63-4 0,-109-1 430,0 1 0,0-2 0,0 0 0,-1 0 0,1-1 0,-1-1 0,0 0 0,0 0 0,-1-1 0,1-1 0,-1 0 0,-1 0 0,19-18 0,-21 17 52,0 0 0,-1 0-1,0-1 1,0 0 0,-1 0-1,0-1 1,-1 1 0,0-1-1,-1-1 1,0 1 0,0-1-1,-1 1 1,-1-1 0,1 0-1,-2 0 1,1-18 0,-2 28 12,0 0-1,0 0 1,0 0 0,0 0 0,0 0 0,0 0 0,0 0 0,0 0 0,-1 0 0,1 0 0,0 0 0,-1 0-1,1 0 1,-1 0 0,1 1 0,-1-1 0,1 0 0,-1 0 0,0 0 0,1 1 0,-1-1 0,0 0 0,0 1-1,1-1 1,-1 0 0,0 1 0,0-1 0,0 1 0,0-1 0,-2 0 0,-1 1-5,0-1-1,-1 1 1,1-1 0,-1 1 0,1 1-1,-5 0 1,-8-1 75,12 0-67,1 1 0,0-1-1,0 0 1,0 1 0,0 0-1,-1 0 1,1 0 0,0 1-1,1-1 1,-1 1-1,0 0 1,0 0 0,1 0-1,-1 1 1,1-1 0,0 1-1,-1 0 1,1 0 0,1 0-1,-6 6 1,4-3-12,1 1 1,0-1-1,0 1 0,0-1 1,1 1-1,0 0 0,0 0 0,0 0 1,1 0-1,0 0 0,1 14 1,0-19-23,0 0-1,0-1 1,0 1 0,0 0 0,0 0-1,1 0 1,-1 0 0,1 0 0,-1 0 0,1-1-1,0 1 1,0 0 0,0 0 0,0-1-1,0 1 1,0-1 0,0 1 0,1-1 0,1 3-1,1-2-36,-1 0-1,1 1 0,0-2 0,0 1 0,0 0 0,0-1 1,8 2-1,13 2-140,-1-1 0,1-2 0,45 0 0,-62-5 187,-6 3 53,-4 8-1,-6 16 140,-18 32 0,14-31 22,-15 41 1,15-24-76,1 1 1,2 0 0,-4 56 0,13-95-145,0 0 1,-1 0 0,1 0 0,-1 0-1,0 0 1,-2 6 0,3-9 0,-1 0 1,0 0-1,0 0 1,1 0-1,-1 0 1,0 0-1,0 0 1,0 0-1,0 0 1,0 0-1,0 0 1,0-1-1,0 1 0,-1 0 1,1-1-1,0 1 1,0-1-1,-1 1 1,1-1-1,0 0 1,0 0-1,-1 1 1,-1-1-1,-3 0 3,0 1-1,0-1 1,0 0 0,0-1-1,1 1 1,-1-1-1,0 0 1,0-1 0,1 1-1,-1-1 1,-8-5-1,10 5-36,1 0-1,-1-1 0,1 1 1,0-1-1,0 0 0,0 0 1,0-1-1,0 1 0,1 0 1,-1-1-1,1 0 1,0 1-1,0-1 0,0 0 1,1 0-1,-3-8 0,2 2-139,0 0 1,1-1-1,0 1 0,0-1 0,1 1 0,1-1 0,0 1 0,0-1 1,1 1-1,0 0 0,1 0 0,0 0 0,1 0 0,0 0 0,0 1 1,9-13-1,2-2-852,1 0 1,2 2-1,0 0 1,37-33-1,-27 28-1674,2 1-1,58-38 1,-72 55 1964,-1 0 0,2 2-1,20-8 1,-24 11 967,-1 1 0,1 0 0,0 1 0,0 1 0,16-1-1,-8 2 818,-13-1-211,-1 1 0,1 0-1,-1 0 1,1 1 0,-1 0-1,14 4 1,-20-5-734,-1 0-1,1 0 1,-1 0 0,1 1-1,-1-1 1,1 0-1,-1 0 1,1 1 0,-1-1-1,1 0 1,-1 1 0,1-1-1,-1 0 1,0 1-1,1-1 1,-1 1 0,0-1-1,1 1 1,-1-1 0,0 1-1,1-1 1,-1 1 0,0-1-1,0 1 1,0-1-1,0 1 1,1-1 0,-1 1-1,0-1 1,0 1 0,0 0-1,0-1 1,0 1 0,0-1-1,0 1 1,-1-1-1,1 1 1,0 0 0,0-1-1,0 1 1,0-1 0,-1 1-1,1-1 1,0 1-1,-1 0 1,0 0-3,0 1-1,0-1 1,0 1 0,-1-1-1,1 0 1,0 1 0,-1-1-1,1 0 1,0 0-1,-1 0 1,-2 1 0,-8 7 522,7-3-334,8-3-136,8-3-121,0-1 0,0 0 0,0 0 0,0-1 0,0-1 0,0 0 0,-1 0 0,1-1 0,-1 0 1,13-8-1,61-41 44,-82 52 156,-2 9 117,-9 57 688,9-25-953,0-39-87,0 0 0,0-1 0,0 1 0,0-1-1,0 1 1,1-1 0,-1 1 0,0-1 0,1 1-1,-1-1 1,0 1 0,0-1 0,1 1 0,-1-1-1,1 0 1,-1 1 0,1-1 0,-1 0 0,0 1-1,1-1 1,-1 0 0,1 1 0,-1-1-1,1 0 1,0 0 0,0 1 0,22 2-230,-19-3 165,-1 0 0,0 0-1,1 0 1,-1 0 0,0-1 0,0 0-1,1 1 1,-1-1 0,0-1 0,0 1-1,0 0 1,3-3 0,2-4-199,0-1 0,-1 0 0,0-1 0,10-18 0,22-48-531,-32 60 749,31-54-214,-34 63 392,1 0-1,0 0 1,1 1-1,0-1 1,0 1-1,0 1 1,9-8-1,-13 19 141,-1 0-1,0 0 0,-1 0 1,0-1-1,0 10 0,0-14-180,0 157-820,-5-157-1364,-3-1 228,1 1 0,0-1-1,-1-1 1,-10-1 0,16 2 1684,1 0-1,-1-1 1,1 1-1,-1-1 1,1 1 0,-1-1-1,1 0 1,-1 1-1,1-1 1,0 0-1,0 0 1,-1 0 0,1 0-1,0 0 1,0 0-1,0-1 1,0 1-1,0 0 1,0 0-1,0-1 1,1 1 0,-1-1-1,0 1 1,1 0-1,-1-1 1,1 1-1,-1-3 1,-1-13 583,4-7 4444,-2 23-4497,1 0-1,-1-1 1,1 1-1,-1 0 1,1-1-1,0 1 1,-1 0 0,1 0-1,0 0 1,0 0-1,0-1 1,0 1-1,2-1 1,12-5-3,39-2 548,1 3 0,64-1 0,-4 1-2793,-106 5 1531,-1 0 1,1-1 0,-1 0-1,16-6 1,-6 2-274,-17 6 1222,-2 21 1628,-2-12-1960,2 0 0,-1 0-1,1 0 1,0 18 0,2-27-340,-1 1 1,1-1-1,-1 1 0,1-1 1,-1 0-1,1 1 0,0-1 0,-1 0 1,1 1-1,0-1 0,-1 0 0,1 0 1,0 0-1,-1 1 0,1-1 1,0 0-1,-1 0 0,1 0 0,0 0 1,0 0-1,-1 0 0,2-1 1,18-1-2117,-17 0 1957,-1 0 0,0-1 0,1 1 0,-1 0 0,0-1 0,-1 1 0,1-1 0,0 0 0,-1 1 0,1-1 0,-1 0 0,1-3 0,13-21 158,-14 25 393,0 1 0,0 0 0,0-1 0,0 1 0,0 0 0,0 0-1,0 0 1,1 0 0,-1 0 0,0 0 0,1 0 0,-1 1 0,1-1 0,-1 0-1,1 1 1,-1-1 0,1 1 0,0 0 0,2-1 0,-3 1-68,0 0 1,0 1-1,0-1 1,0 0-1,-1 1 0,1-1 1,0 1-1,0-1 1,0 1-1,0-1 1,-1 1-1,1-1 0,0 1 1,-1 0-1,2 1 1,7 11-582,-6-8 380,0 0-1,1 0 1,0-1-1,0 0 1,0 0-1,0 0 1,1 0-1,-1 0 1,1-1-1,9 5 1,-1-1-66,1 0 0,0-1 0,16 4 0,-16-6 10,0-2 0,0 0-1,0-1 1,0 0 0,0-1-1,24-3 1,-36 3 33,1-1-1,-1 0 1,1 1-1,-1-1 1,1 0-1,-1 0 1,0-1-1,1 1 1,-1 0-1,0-1 1,0 1-1,0-1 1,0 0-1,0 0 1,0 1-1,-1-1 1,1 0-1,1-3 1,0 0-103,-1 0 0,1 1 0,-1-1 0,-1 0 0,1 0 0,-1 0 0,1-1 0,-1-5 0,1-30-2801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01:29.5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2816 346 7635,'0'0'7687,"11"-22"-6818,47-89 1282,-58 110-2041,1 1 1,-1-1 0,0 1-1,0 0 1,0-1 0,0 1-1,0-1 1,0 1 0,0-1-1,0 1 1,0-1-1,0 1 1,0-1 0,-1 1-1,1 0 1,0-1 0,0 1-1,0-1 1,0 1 0,-1 0-1,1-1 1,0 1 0,-1-1-1,1 1 1,0 0-1,0-1 1,-1 1 0,1 0-1,-1-1 1,-12-7 1,0 2-10,1 1 1,-1 1 0,0 0 0,0 1 0,0 1-1,-19-2 1,-5-1 173,-242-21 1528,-4 24-517,185 2-931,-622 20 1087,58 59-787,657-78-647,-37 4 95,0 3 1,0 2 0,-63 22-1,91-24-63,0-1-1,0 2 1,1 0-1,0 0 1,1 1 0,0 1-1,0 0 1,1 1-1,1 0 1,0 0-1,1 1 1,-11 20 0,-5 14 138,2 0 1,-23 69 0,-100 376 618,133-433-664,3 0 1,-3 85-1,9 125 258,5-171-352,-1-59-14,2 0 0,1-1-1,2 1 1,2-1 0,14 47 0,-13-63-19,0 0 0,2 0 0,1-1 0,0 0 1,1-1-1,1 0 0,2-1 0,-1-1 1,33 31-1,-24-30 4,0-1 1,1-1-1,1-1 1,49 24-1,117 37 24,-164-66-23,34 11 7,2-3-1,0-2 1,1-3 0,123 10-1,-106-19-4,-1-4 0,1-3 0,-1-4 0,123-25 0,-81-2-60,123-51 1,109-65 37,-54 2 8,-216 99-2,111-84-1,-149 97 2,-3-2 1,-1-2-1,-1-1 0,-3-3 0,-1 0 0,-2-3 0,-3-1 0,-1-1 0,39-85 1,-43 68 9,-3-2 0,-2 0 1,-4-2-1,-3 0 0,-2-1 1,-4 0-1,1-102 0,-10 161-10,-6-131-48,4 126 40,-1 1 1,-1 0 0,0 0-1,0 0 1,-2 0-1,-13-26 1,4 17-46,-1 1 0,-1 0 0,-1 2 0,-1 0 0,-1 1 0,0 1 1,-2 0-1,0 2 0,-41-24 0,8 10-518,-2 3-1,0 2 1,-72-22 0,-263-51-5876,172 52 215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44.7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460 0 22586,'0'0'2978,"-9"28"-2567,8-23-386,-8 20 111,2 0-1,1 0 0,1 1 1,1 0-1,1 0 1,1 50-1,5 181 1141,-5-238-1182,0 0 0,-2 0 1,0 0-1,0-1 0,-2 1 1,-1-1-1,0-1 0,-1 1 1,0-1-1,-2-1 0,-14 21 1,17-28-80,1-1 1,-1 0 0,-1 0 0,0-1-1,0 0 1,0 0 0,0-1-1,-1 0 1,0-1 0,-1 1 0,1-2-1,-1 1 1,0-2 0,0 1 0,0-1-1,-1-1 1,1 0 0,-1 0-1,1-1 1,-1 0 0,-14-1 0,20-1-23,0 1 0,1-1 0,-1 0 0,0-1 0,1 1 0,-1-1 0,1 0 0,0 0 0,-1 0 0,1 0 0,0-1 0,0 0 0,0 0 0,1 0 0,-1 0 0,1 0 0,0-1 0,0 1 0,0-1 0,0 0 0,-2-5 0,0 1-30,1-1 0,1 0 1,0 0-1,0 0 1,0 0-1,1 0 0,1 0 1,0-1-1,-1-16 0,2 23 28,0 1-1,0-1 0,1 0 1,-1 0-1,0 0 0,1 1 1,0-1-1,-1 0 0,1 1 1,0-1-1,1 1 0,-1-1 1,0 1-1,1-1 0,-1 1 1,4-4-1,-2 4 6,0-1 0,0 1-1,0 0 1,1 0 0,-1 1 0,1-1 0,-1 0-1,1 1 1,-1 0 0,1 0 0,0 0 0,4 0 0,12-2 21,0 1 1,0 1 0,24 1 0,-35 1-5,1 0 0,0 0 0,-1 1 1,1 0-1,-1 1 0,1 0 0,-1 1 0,14 6 0,112 85 127,-134-94-139,6 4-40,0 0 1,0 0-1,0-1 0,1 0 0,-1-1 0,1 0 0,0 0 0,0 0 0,0-1 0,0 0 0,1-1 0,-1 0 0,0 0 0,14-1 0,-17-1-109,0 1 0,0-1-1,0-1 1,0 1 0,0-1 0,-1 1 0,1-1-1,-1-1 1,1 1 0,-1-1 0,0 0-1,0 0 1,0 0 0,0 0 0,0-1-1,5-7 1,8-9-829,-1-1-1,14-25 1,-21 31 376,39-62-2243,65-97-2863,-29 69 6545,-83 104-775,-1 0 155,1 0 0,0-1 0,0 1-1,0 0 1,0 0 0,0 0 0,0 0-1,0 0 1,0 0 0,0 1 0,1-1-1,-1 0 1,0 1 0,0-1 0,1 0-1,-1 1 1,1 0 0,-1-1 0,0 1-1,1 0 1,-1 0 0,2-1-1,2 6 1013,-1 8-756,-1 0-1,-1 0 0,0 0 1,1 25-1,0 1 111,12 205 1009,-15-243-1545,-1-12 51,-5-8-78,-11-27 1,11 33-48,1 0 1,1 0-1,0 0 0,0-1 1,1 1-1,-1-25 0,3 18-15,0 16-12,1-1 0,0 0 0,-1 0-1,1 0 1,1 0 0,-1 1 0,1-1 0,0 0 0,0 0 0,0 1 0,1-1 0,0 1 0,0-1 0,0 1-1,3-6 1,13-8-751,-12 12 95,1 0 1,-1-1-1,9-14 1,-13 18-108,-1 0 1,1 0-1,-1 0 1,0 0-1,0 0 1,0 0-1,0 0 1,0-6-1,-1-7-8279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45.1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1 16231,'0'0'6732,"0"11"-6407,-4 46 492,-3-1-1,-28 110 1,4-21-327,24-102-372,-15 70 58,18-99-160,-1 0 1,0 0-1,-1 0 0,0 0 1,-12 18-1,18-32-14,0 0 1,0 0-1,-1 0 0,1 0 0,0 0 1,0 0-1,0 0 0,0 0 1,0 0-1,-1 0 0,1-1 0,0 1 1,0 0-1,0 0 0,0 0 0,0 0 1,0 0-1,-1 0 0,1 0 0,0 0 1,0 0-1,0-1 0,0 1 0,0 0 1,0 0-1,0 0 0,0 0 0,0 0 1,0-1-1,0 1 0,0 0 0,0 0 1,0 0-1,-1 0 0,1 0 1,0-1-1,0 1 0,0 0 0,1 0 1,-1 0-1,0 0 0,0 0 0,0-1 1,0 1-1,0 0 0,0 0 0,0 0 1,0 0-1,0 0 0,0-1 0,0 1 1,0 0-1,1 0 0,0-13 26,1 6-24,1 1 1,0 0 0,1 0 0,0 0 0,0 1 0,0-1-1,0 1 1,1 0 0,0 0 0,0 1 0,0-1 0,1 1-1,10-6 1,9-4 29,50-21-1,-67 31-29,90-34 21,13-5-2382,-41 6-5699,-31 13-1965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45.8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374 297 10293,'0'0'2321,"16"-18"-2281,47-56 40,-44 50 224,-18 16 565,-3 2 647,2-32 6749,0 37-7555,-1-20-198,-1 14-371,0 1 1,-1-1-1,0 1 1,-1 0-1,1 0 0,-1 0 1,0 0-1,0 1 1,-1 0-1,0 0 0,0 0 1,-6-5-1,6 7-92,1 0 0,-1 0 0,0 1-1,1-1 1,-1 1 0,-1 0 0,1 0 0,0 1-1,0-1 1,-10 0 0,-5 0 111,-33 2 1,24 1 0,20-1-121,1 1 0,-1 1 0,1 0 0,-1 0 0,1 0 0,0 1 0,0 0 0,0 1 0,0 0 0,1 0 0,-1 1-1,1 0 1,0 0 0,0 1 0,1-1 0,0 1 0,0 1 0,-10 13 0,4-4 13,1 1 0,1 0 0,0 0 0,2 1 0,0 1-1,0-1 1,-6 29 0,9-15 15,0 1 0,2-1 0,2 1-1,3 44 1,-2-68-63,1 0 1,0 0-1,1 0 0,0 0 0,0 0 1,1 0-1,0 0 0,1-1 0,0 1 1,0-1-1,1 0 0,0 0 0,0-1 0,1 1 1,0-1-1,0 0 0,0-1 0,1 0 1,0 0-1,1 0 0,-1-1 0,1 0 1,0 0-1,0-1 0,1 0 0,-1-1 1,1 1-1,16 2 0,-6-2 6,0-1 1,0 0-1,1-2 0,-1 0 1,0-2-1,20-2 0,-25 1-23,-1-1 0,1 0-1,0-2 1,-1 1 0,0-1-1,0-1 1,0-1-1,20-13 1,-22 12 4,0 0 0,-1 0-1,0-1 1,-1 0 0,0-1-1,12-16 1,-17 20 10,0-1 0,0 0-1,0 0 1,-1-1 0,0 1-1,-1-1 1,1 0 0,-2 1 0,1-1-1,-1 0 1,1-16 0,-3-12 48,-1 23-43,2 0 0,0-1 1,0 1-1,1 0 0,1 0 1,6-25-1,-8 37-144,1 1 0,-1-1 1,0 1-1,0-1 0,1 1 0,-1 0 0,0-1 0,0 1 0,1-1 1,-1 1-1,0-1 0,0 1 0,0-1 0,0 1 0,0-1 0,0 1 1,0-1-1,0 1 0,0-1 0,0 0 0,0 1 0,0-1 0,0 1 1,-1-1-1,1 1 0,0 0 0,0-1 0,0 1 0,-1-1 0,1 1 0,0-1 1,-1 1-1,1-1 0,0 1 0,-1 0 0,1-1 0,0 1 0,-1 0 1,1-1-1,-1 1 0,1 0 0,-1 0 0,1-1 0,-1 1 0,1 0 1,-1 0-1,1 0 0,-1 0 0,1 0 0,-1 0 0,1 0 0,-1-1 1,1 2-1,-1-1 0,1 0 0,-1 0 0,1 0 0,-1 0 0,1 0 1,-1 0-1,1 0 0,-1 1 0,1-1 0,-1 1 0,-2-1-315,-20 0-6914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46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91 125 17416,'0'0'5264,"-8"32"-3837,1-4-1094,-8 27 673,-13 106 0,19 198 1547,9-252-2233,-9-362-618,-1 143-32,6-169 1,4 280 330,0-1 0,0 0 0,0 0 0,0 0 0,0 1 0,1-1 0,-1 0 0,0 0 0,1 1 1,0-1-1,-1 0 0,1 1 0,0-1 0,0 0 0,0 1 0,0-1 0,0 1 0,0 0 0,1-1 1,-1 1-1,0 0 0,1 0 0,1-2 0,0 2 5,-1 1 0,1-1 0,0 0 0,0 1 1,0-1-1,-1 1 0,1 0 0,0 0 0,0 0 0,0 0 0,0 0 0,-1 1 1,6 1-1,-5-1 2,0 0 0,0 0 0,1 0 1,-1 1-1,0-1 0,-1 1 0,1 0 1,0 0-1,0 0 0,-1 0 0,1 1 1,-1-1-1,0 1 0,3 3 0,2 5 37,0 0-1,8 16 0,-7-10 9,3 4-1,-4-7-33,0 0-1,15 19 1,-19-29-15,0 0 0,0-1-1,1 1 1,-1-1 0,1 0 0,0 0 0,0 0-1,0-1 1,0 0 0,0 1 0,0-1 0,9 3 0,-7-4 0,0 1 0,0-1 1,0 0-1,-1 0 0,1-1 1,0 1-1,0-1 0,0-1 1,0 1-1,0-1 0,0 0 1,0 0-1,0-1 0,-1 1 1,1-2-1,-1 1 0,1 0 1,-1-1-1,0 0 1,0 0-1,0-1 0,0 1 1,-1-1-1,1 0 0,-1 0 1,6-8-1,7-11 10,-2 0 0,0 0 0,-1-2 0,12-31 0,33-108 39,-51 141-43,0 9 31,-6 18-26,-2-3-9,2 7 10,-1 0 1,0 0-1,0 1 1,0 11-1,0 8 40,3 36 201,2-1-1,3 1 0,28 96 0,-27-126-237,-8-22-30,2 0 0,8 21 1,-11-33-63,-1 1 0,1 0 0,0 0 0,0-1 0,-1 1 0,1 0 0,0-1 0,0 1 0,0-1 0,0 1 0,0-1 0,0 0 0,0 1 0,0-1 0,0 0 0,0 0 0,0 1 0,0-1 0,0 0 0,0 0 0,0 0 0,0 0 0,0-1 0,0 1 0,0 0 0,0 0 0,0 0 0,0-1 0,0 1 0,0-1 0,0 1 0,0-1 0,0 1 0,-1-1 0,2 0 0,5-6-520,0 1 0,-1-1 1,0-1-1,-1 1 0,0-1 1,8-15-1,-2 4-639,28-48-4315,0-9-3030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47.6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2176 437 7924,'0'0'10252,"6"-15"-9099,1-2-751,-5 10-126,1-1-1,1 1 0,-1-1 0,1 1 0,0 0 1,8-8-1,-11 12 219,0 0-1,0 1 1,0-1 0,0 0 0,0 0-1,0 0 1,-1 0 0,1 0 0,-1-5 0,1 2-361,-1-1 0,0 1 1,0 0-1,-1 0 1,0-1-1,0 1 1,-3-8-1,-1 5 8,0 0 0,-1 0 0,-1 0 0,1 1 0,-1 0 0,0 0 0,-1 0 0,0 1 0,0 0 0,-1 1 0,0 0 0,0 0 0,0 1-1,-19-8 1,-11-2-8,-1 2-1,-58-13 0,88 24-52,-47-11 80,-1 3 0,0 2 0,-61 0 0,113 7-148,-214 3 359,171 1-300,0 2 1,-69 16 0,-594 190-48,671-197-16,17-6-17,-31 15-1,38-16 13,0 0 0,-26 6 0,25-9 16,1 1 1,0 1 0,-22 11 0,33-13-15,-1 1 0,1 0 0,0 0 0,0 1 0,1 0 0,-1 0 0,1 0 0,0 0-1,1 1 1,0 0 0,-6 12 0,-3 10 31,-14 48-1,24-69-23,-12 45 89,2 0 0,2 1 1,-4 68-1,11 165 182,6-268-267,1 0 0,0-1 0,1 1 0,1-1 0,1 1 0,1-2 0,0 1 0,1-1 0,18 28 1,-4-11 26,2-2 0,1-1 0,47 46 0,-53-60-41,0-1 0,0 0-1,2-1 1,0-2 0,0 0-1,1-1 1,30 12 0,-23-14-3,0-2 1,0 0-1,1-2 1,0-1-1,54 2 1,2-5 0,1-4 0,0-3 0,117-23 0,-123 12 0,0-5 0,-1-2 0,118-53 0,-131 43 0,-1-2 0,-1-4 0,-2-2 0,94-81 0,-126 94 0,-2-2 0,0 0 0,-3-2 0,0-2 0,-2 0 0,-1-1 0,-3-1 0,0-1 0,27-75 0,-28 51 0,-3-1 0,-2 0 0,-3 0 0,-2-2 0,-4 1 0,-2-1 0,-6-66 0,2 119 3,-1 0 0,-1 1 0,0-1 0,0 0 0,-1 1 0,-1 0 0,0 0 0,0 0 1,-1 1-1,0-1 0,0 1 0,-1 1 0,0-1 0,-1 1 0,0 1 0,-12-10 0,3 3-35,-1 2-1,0 0 0,-1 1 1,0 1-1,-1 1 1,0 0-1,-31-8 1,20 10-1297,0 1 1,0 2-1,-38-1 0,-10 4-6594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50.7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65 240 9957,'0'0'6624,"-10"-6"-6050,-32-19 31,41 25-365,0-1 0,0 1 0,1 0 0,-1-1 0,0 1 0,1 0 0,-1-1 0,0 1 0,1-1 0,-1 1 0,1-1 0,-1 0 0,1 1 0,-1-1 0,1 1 0,-1-1 0,1 0 0,0 1 0,-1-1 0,1 0 0,0 0 0,0 1 0,-1-1 0,1 0 0,0 0 0,0 1 0,0-1 0,0 0 0,0 0 0,0 1-1,0-1 1,0 0 0,0 0 0,1-1 0,0-2 448,-1-3-334,0 5-369,-1-1-1,1 0 1,0 1-1,0-1 1,1 0-1,-1 1 1,0-1-1,1 1 1,0-1-1,-1 1 1,1-1-1,0 1 1,0-1-1,1 1 1,-1 0-1,2-3 1,10-9-1448,-8 8-194,1 0-1,-1 0 1,0-1-1,0 0 0,7-13 1,-9 2-2611,-3-16 8608,-2 23 2056,0 37-4324,3 126 419,-4 48-903,-5-147-1196,8-53-390,0 0 0,0 0 1,0 0-1,0 0 0,0 0 0,-1 0 0,1 0 0,0 0 0,0 0 1,0 0-1,0 0 0,0 0 0,0 0 0,0 0 0,0 0 1,0 0-1,0 0 0,0 0 0,-1 0 0,1 0 0,0 0 1,0 0-1,0 0 0,0 0 0,0 0 0,0 0 0,0 0 0,0 0 1,0 0-1,0 0 0,-1 0 0,1 0 0,0 0 0,0 0 1,0 0-1,0 0 0,0 0 0,0 0 0,0 0 0,0 0 0,0 0 1,0 0-1,0 0 0,-3-13 26,0-26-59,1-1 0,6-78-1,-3 111 31,1 1-1,-1-1 0,1 1 1,0-1-1,1 1 1,0 0-1,0 0 0,0 0 1,0 0-1,1 1 0,0-1 1,0 1-1,1 0 0,-1 0 1,1 0-1,0 1 0,1 0 1,-1 0-1,1 0 1,-1 0-1,1 1 0,13-5 1,-2 2 0,1 0 0,-1 1 0,2 1 0,-1 1 0,0 0 0,1 1 0,20 1 0,-38 1 1,13 0-6,1 0 0,-1 1 0,28 5 0,-37-5 4,0 1 1,0 0-1,-1 0 1,1 0-1,-1 1 0,1-1 1,-1 1-1,0 0 1,0 1-1,0-1 0,0 1 1,-1-1-1,1 1 1,2 5-1,-5-7-6,0 0-1,0 0 1,0 0-1,0 1 1,0-1-1,0 1 1,-1-1-1,1 0 1,-1 4-1,0-4-37,1 0-1,-1-1 1,0 1-1,1 0 1,-1 0-1,1-1 1,-1 1-1,1-1 1,0 1-1,-1 0 1,3 2-1,-2-3-305,0-1 0,0 1 0,0-1 0,0 0 0,0 1 0,0-1 0,0 0 1,0 0-1,1 0 0,-1 1 0,0-1 0,0 0 0,0-1 0,0 1 0,0 0 0,0 0 0,0 0 0,0-1 0,0 1 0,0 0 0,0-1 0,0 1 0,0-1 0,1 0 0,17-19-5461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51.0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14919,'0'0'6368,"4"10"-6026,12 29-174,-14-37-163,-1 0 0,1 0 0,-1 0 0,1 0 0,0-1 0,0 1 0,0-1 0,0 1 0,0-1 0,0 0 0,0 1 0,0-1 0,0-1 0,0 1 0,1 0 0,-1 0 0,0-1 0,1 1 0,-1-1 0,1 0 0,-1 0 0,0 0 0,1 0 1,-1 0-1,1 0 0,2-1 0,4 1 19,-1 0-10,1 0 0,-1 0 0,1-1 0,-1 0 0,0-1 0,0 1 0,1-2 0,-1 1-1,-1-1 1,1 0 0,0-1 0,-1 0 0,1 0 0,-1 0 0,0-1 0,-1 0 0,1-1 0,-1 1 0,0-1 0,9-12 0,-13 16 160,-7 3-125,1-1 1,-1 2-1,1-1 1,-1 0-1,1 1 1,0 0-1,0 0 1,0 0-1,0 0 1,0 1-1,1-1 1,-1 1-1,0 0 1,1 0-1,0 0 1,0 1-1,0-1 1,0 1-1,1 0 0,-1 0 1,1 0-1,0 0 1,0 0-1,1 0 1,-1 0-1,1 1 1,0-1-1,-1 8 1,2-11-32,0 0 0,0-1-1,0 1 1,0 0 0,0 0 0,0-1 0,1 1-1,-1 0 1,0-1 0,0 1 0,1 0 0,-1-1-1,0 1 1,1 0 0,-1-1 0,1 1 0,-1-1-1,1 1 1,-1-1 0,1 1 0,-1-1 0,1 1-1,0-1 1,-1 1 0,1-1 0,-1 0 0,1 0-1,1 1 1,23 3 143,-18-4-80,163 3 544,-102-4-610,-41 1-199,-1-1 0,49-9 0,-58 6-1567,1-1 0,29-13 0,3-8-9313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53.6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3297 529 6067,'0'0'2433,"-4"-27"-1582,-14-86-109,11 48 531,6 55-734,0-1-1,0 1 0,-5-19 0,4 25-389,0 0 1,0 0-1,0 0 0,0 1 1,-1-1-1,1 1 0,-1-1 1,0 1-1,0 0 0,0 0 1,-5-4-1,-17-10 459,0 2 1,-1 0-1,-46-19 1,30 15-223,-2-2 97,-1 2 0,-1 2 0,-1 2 0,0 2-1,0 2 1,-1 3 0,-86-6 0,-471 14 1016,365 11-798,-260 45-1,135 17 89,321-60-686,0 1 1,0 3-1,1 1 0,1 3 0,-75 49 1,53-21 12,2 3 0,2 2 1,3 3-1,-55 70 0,92-100 39,0 1-1,3 0 0,0 1 0,2 1 1,0 1-1,3 0 0,0 0 1,2 2-1,2-1 0,1 1 1,-4 37-1,0 74 187,9 233 1,7-323-276,1-2 1,3 1-1,19 64 1,66 148 203,-59-179-172,5-2 1,100 157-1,-104-190-35,1-2 0,3-2 0,2-1 0,2-2-1,74 57 1,-86-78-23,2-1-1,0-2 1,0-2-1,64 24 1,-45-24 34,0-3-1,96 15 1,116-9 136,2-21-46,-125-1-106,-61-1-49,0-3 0,0-3 0,-1-4 0,0-3 0,126-42 0,-138 32-19,-1-2 1,-1-4-1,81-50 0,-98 49 14,-3-1-1,0-3 1,-3-1-1,68-75 0,-50 38 22,-4-3 0,-3-3-1,-4-1 1,-3-3-1,-4-2 1,-4-1-1,-3-2 1,-5-2-1,27-125 1,-42 122 86,-4 0 0,0-173 0,-12 230-80,-2 0-1,-2 0 1,-1 0-1,-2 1 1,-1 0 0,-2 0-1,-2 1 1,-18-40-1,13 41-5,-1 0 0,-1 1 0,-2 0 0,-2 2 0,0 1 0,-33-32 0,34 41-22,-1 0-1,-1 2 0,-1 0 0,-1 2 0,0 1 0,-1 1 1,-1 1-1,-34-12 0,-1 6-504,-2 2 1,0 3-1,-1 2 1,0 4-1,-1 3 1,-125 3-1,177 4-396,0 1 1,1 0 0,-1 0-1,0 1 1,1 1-1,-1 1 1,1 0-1,1 1 1,-18 9-1,-35 27-9955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55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467 39 7539,'0'0'6718,"-4"-9"-5928,2 4-650,-9-18 423,10 23-550,1 0 1,0 0-1,0 0 0,0-1 0,0 1 1,-1 0-1,1 0 0,0 0 0,0 0 0,0 0 1,-1 0-1,1-1 0,0 1 0,0 0 1,0 0-1,-1 0 0,1 0 0,0 0 0,0 0 1,-1 0-1,1 0 0,0 0 0,0 0 1,-1 0-1,1 0 0,0 0 0,0 0 1,0 0-1,-1 0 0,1 1 0,0-1 0,0 0 1,-1 0-1,1 0 0,-8 15 718,-42 170 4714,18 5-3735,18-51-1084,-24 176 74,13-207-686,20-94-12,1-1 0,-2 0-1,0 0 1,0-1-1,-15 21 1,19-29-6,-1-1-1,0 0 1,0 0 0,0-1 0,0 1-1,0 0 1,-1-1 0,1 0-1,-1 0 1,1 0 0,-1 0-1,0-1 1,0 1 0,-4 0 0,-2 0-81,0-1 0,0 0 0,0 0 1,-16-2-1,22 1 37,-1-1 1,1 1-1,0-1 1,0-1-1,0 1 0,0 0 1,0-1-1,0 0 1,0 0-1,0 0 1,0 0-1,1-1 0,-1 0 1,1 1-1,0-1 1,0 0-1,0-1 1,0 1-1,1 0 1,-1-1-1,1 0 0,0 1 1,0-1-1,0 0 1,-2-8-1,-1 0-10,2-1 0,0 1 1,0-1-1,1 0 0,1 0 0,0-1 0,1-17 0,0 29 59,1-1 0,-1 1 0,1 0 0,-1 0 0,1-1 0,0 1 0,0 0 0,0 0 0,0 0 0,1 0-1,-1 0 1,0 0 0,1 0 0,-1 1 0,1-1 0,0 0 0,0 1 0,-1-1 0,1 1 0,0 0 0,0-1 0,0 1-1,1 0 1,-1 0 0,0 1 0,0-1 0,0 0 0,1 1 0,-1-1 0,3 1 0,11-3 65,0 2-1,0 0 1,25 1 0,-20 1 64,-8-1-94,0 0-1,-1 1 1,1 1 0,-1 0 0,0 1 0,1 0-1,-1 1 1,-1 0 0,1 1 0,0 0 0,16 11-1,-17-9-28,0-1-1,0-1 0,1 1 1,0-2-1,0 0 0,0 0 0,14 2 1,-19-5-189,1-1 1,-1 1 0,1-1-1,0 0 1,-1-1-1,1 0 1,-1 0 0,1-1-1,-1 0 1,0 0-1,0 0 1,0-1 0,9-5-1,-6 2-931,0 0-1,0-1 1,-1-1-1,0 1 1,0-2-1,-1 1 1,10-13-1,16-29-6975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56.3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243 297 11669,'0'0'4533,"-1"-12"-3711,0 3-614,-1-24 261,2 33-463,0 0 0,0 0 0,0 0 0,0 0-1,0 0 1,0-1 0,0 1 0,0 0 0,0 0 0,0 0 0,0 0 0,0 0-1,0 0 1,0 0 0,0 0 0,0-1 0,0 1 0,0 0 0,0 0 0,0 0 0,0 0-1,0 0 1,0 0 0,0 0 0,0 0 0,0-1 0,0 1 0,0 0 0,0 0-1,0 0 1,0 0 0,-1 0 0,1 0 0,0 0 0,0 0 0,0 0 0,0 0 0,0 0-1,0 0 1,0 0 0,0-1 0,0 1 0,0 0 0,-1 0 0,1 0 0,0 0-1,0 0 1,0 0 0,0 0 0,0 0 0,0 0 0,0 0 0,0 0 0,-1 0-1,1 0 1,0 0 0,0 0 0,0 0 0,0 0 0,0 0 0,0 1 0,0-1 0,0 0-1,0 0 1,-1 0 0,1 0 0,-5 19 652,-67 370 4715,70-372-5277,-10 45 195,10-57-274,1 1 0,-1 0 1,0-1-1,-1 1 0,1-1 1,-1 0-1,-7 10 0,8-14-40,1 0 0,-1 0 0,1 0 0,-1 0-1,1 0 1,-1-1 0,0 1 0,1 0 0,-1-1-1,0 1 1,0-1 0,1 0 0,-1 0 0,0 0 0,0 1-1,1-2 1,-1 1 0,0 0 0,0 0 0,0-1-1,1 1 1,-1 0 0,0-1 0,1 0 0,-1 1 0,0-1-1,1 0 1,-3-1 0,0-4-102,-1 0 0,1 0 0,0 0 1,0 0-1,1-1 0,0 1 0,0-1 0,1 0 0,-3-9 0,-12-71-955,10 32 690,2-1 1,3 1-1,7-79 1,-5 131 399,1 0 1,-1 0-1,0 0 1,1 0-1,0 1 1,-1-1-1,1 0 1,0 0-1,1 0 1,-1 1-1,0-1 1,1 1-1,0-1 0,-1 1 1,1-1-1,2-1 1,-1 2 53,0 1 0,-1-1 1,1 1-1,0-1 0,0 1 0,0 0 1,0 0-1,0 1 0,0-1 0,0 0 1,0 1-1,0 0 0,0 0 0,4 0 1,-3 0 20,0 0 0,0 0 1,-1 0-1,1 1 0,0 0 0,0-1 1,0 1-1,-1 1 0,1-1 0,6 3 1,-6 0-22,1-1 1,-1 1-1,0-1 1,0 1-1,-1 1 1,1-1-1,2 5 1,-4-7-43,0 3 7,1 0 1,1-1-1,-1 1 1,1-1-1,-1 0 1,1 0-1,0 0 1,0-1-1,1 0 0,-1 1 1,1-1-1,0-1 1,0 1-1,0-1 1,0 0-1,9 3 1,-5-4-16,0 0 1,0 0-1,0-1 1,0 0-1,0 0 1,0-1-1,0-1 1,0 1-1,-1-1 1,1-1 0,0 0-1,10-5 1,-7 2-9,-2 0 1,1-1 0,-1-1 0,0 1 0,0-2 0,-1 1 0,16-20-1,1-8 77,-2-2-1,-1 0 1,34-83-1,-43 90 44,-14 30-154,5-8 441,-5 23 205,-10 48-195,-24 79 0,17-76-161,-9 67 1,21-100-173,-2 15-1394,11-51-4587,16-19 382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57.2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2280 83 13542,'0'0'4704,"-2"-3"-4101,1 2-503,0 0 0,0 0 0,0 0 0,-1 0 1,1 0-1,0 0 0,0 0 0,-1 0 1,1 0-1,-1 0 0,1 1 0,0-1 0,-1 1 1,1-1-1,-1 1 0,1 0 0,-1-1 0,0 1 1,1 0-1,-1 0 0,-1 0 0,-42 6 1572,19-1-1216,-37 0 401,-77-3-1,79-3-664,0-2-23,0-3 1,-74-16-1,15 2-26,-267-11 322,-2 32-364,210 11-94,-47 0 50,80-9-7,146 14 172,1 53 604,19 127-1,-3-53-379,-4 281-1,-17-345-414,-3 0-1,-17 78 1,-54 152 53,66-274-74,-2 1 0,-1-2 0,-1 0 0,-3-1-1,-23 34 1,32-52-12,-6 6-47,16-22 9,5 0-2,39-3 30,1-2 0,-1-2 0,85-25 1,-28 6 18,786-137 542,-814 153-458,170-27 238,-184 25-272,0-3-1,61-24 1,-107 34-55,1-1 1,-1 0-1,0-1 1,-1 0-1,0-1 0,0-1 1,-1 0-1,0 0 1,0-1-1,-1 0 0,0-1 1,-1 0-1,0-1 1,-1 0-1,0 0 0,-1-1 1,-1 0-1,0 0 1,8-24-1,-6 3 3,0 1 0,-3-1-1,3-45 1,-6-106 8,-2 114-5,0 44 7,-2 1-1,0-1 1,-2 1 0,-1 0-1,-13-42 1,13 55-13,0 0-1,0 1 1,-1 0 0,-1 0-1,0 0 1,0 1-1,-2 0 1,1 0 0,-1 1-1,-1 0 1,1 1 0,-22-16-1,23 20-75,0 1 0,0 0 0,0 0 0,-1 0-1,0 1 1,1 0 0,-1 1 0,-12-2 0,15 4-269,1-1-1,-1 1 1,0 0 0,1 1 0,-1-1 0,-8 3 0,10-2-195,0 0 0,1 1 1,-1-1-1,1 1 1,-1 0-1,1 0 1,0 0-1,0 0 1,0 0-1,-5 5 1,-25 40-10655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57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304 1 19161,'0'0'4050,"-6"36"-3904,1-1-127,-5 23 9,3 1-1,1 67 1,6-116-22,-4 137 57,2-122-59,-2-1 0,0 0 1,-2-1-1,-8 25 0,12-43-1,0 1-1,0-1 1,-1 1-1,0-1 1,0 0-1,-1 0 1,1 0-1,-1 0 1,0-1-1,0 0 1,0 1-1,-1-1 1,0-1-1,-5 5 1,3-5-4,0 0 0,0 0 0,0 0 0,0-1 0,-1 0 0,1 0 0,-1-1 0,1 0 0,-1 0 0,-10-1 0,13 0-39,0 0-1,0 0 1,1 0 0,-1-1-1,0 0 1,0 0 0,1 0-1,-1 0 1,0-1 0,-7-3-1,10 3 13,0 1 0,0-1 0,0 0 0,0 0 0,0 0 0,1-1 0,-1 1 0,1 0 0,-1-1-1,1 1 1,0 0 0,0-1 0,0 0 0,0 1 0,1-1 0,-1 0 0,1 1 0,-1-1-1,1-4 1,0 3 1,-1-37-151,1 39 175,0 1 0,0-1 1,1 0-1,-1 0 0,1 0 1,-1 1-1,1-1 0,0 0 1,0 1-1,0-1 0,0 0 1,0 1-1,0-1 0,0 1 1,0 0-1,1-1 1,-1 1-1,3-2 0,3-1 12,0 1-1,0 0 0,0 0 1,0 1-1,0 0 0,0 1 1,1-1-1,12 0 1,68 2 110,-48 1-92,-11 0-21,-1 1 0,43 9 0,-56-8-53,0-1 0,0 0-1,0-1 1,0-1 0,0 0-1,0-1 1,0-1-1,-1 0 1,1-1 0,0-1-1,21-8 1,15-9-1455,0 3 0,1 2 0,95-17 0,-106 25 459,1-3-1117,0-3 1,0-1 0,46-24-1,-62 27 1201,43-16-1674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06.1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74 416 19033,'0'0'5730,"-6"32"-4729,2-5-860,-5 28 110,-3 113 0,12 27-433,0-191-148,-2-9-12,-6-19 189,1 0 1,0 0-1,2 0 1,-3-43-1,3-104 142,5 144 1,0 3 22,1 0 0,6-40 1,-5 55 13,0 0 1,1 1-1,0-1 1,0 1-1,1-1 1,0 1-1,0 1 0,1-1 1,0 0-1,9-9 1,-12 15-9,1-1-1,-1 0 1,1 1 0,-1 0 0,1 0-1,0 0 1,0 0 0,0 0 0,0 0-1,0 1 1,0-1 0,1 1 0,-1 0 0,0 0-1,1 0 1,-1 1 0,1-1 0,-1 1-1,1 0 1,-1 0 0,1 0 0,-1 0-1,1 1 1,-1-1 0,1 1 0,-1 0-1,1 0 1,-1 0 0,0 0 0,0 1-1,1-1 1,-1 1 0,0 0 0,-1 0 0,1 0-1,0 0 1,2 4 0,10 13 10,0 2-1,-2-1 1,-1 2 0,-1 0-1,14 34 1,12 25-53,-35-77 21,0 0 0,0 0 1,0 0-1,1 0 0,5 5 0,-6-7 2,-1-1 0,0 0 0,1 0 0,-1-1 0,1 1 0,-1 0 1,1 0-1,-1-1 0,1 1 0,-1-1 0,1 0 0,0 1 0,-1-1 0,1 0 0,0 0 0,-1 0 1,1 0-1,0 0 0,1 0 0,-2 0 3,0-1 1,0 1-1,0 0 0,0-1 1,0 1-1,0 0 0,0-1 1,0 1-1,0-1 1,0 0-1,0 1 0,-1-1 1,1 0-1,0 1 0,0-1 1,-1 0-1,1 0 0,0 1 1,-1-1-1,1 0 1,0-1-1,7-23 43,-7 19-35,11-52 103,7-75 1,-14 78 95,25-101-1,-27 144-203,2-1-1,-1 1 1,1-1 0,11-16-1,-13 24-58,0 0-1,1 1 0,-1-1 1,1 1-1,0 0 0,0 0 1,0 1-1,1-1 1,-1 1-1,1 0 0,0 0 1,0 0-1,7-2 0,2 1-1193,0 1-1,1 1 0,-1 0 0,0 1 0,27 1 0,-30 0-255,60 0-11655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06.5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58 14407,'0'0'8473,"-17"30"-7238,-54 96-771,68-121-451,1 0 0,0 0-1,0 0 1,0 0 0,0 1 0,1-1-1,0 1 1,0-1 0,0 1 0,1-1-1,0 1 1,0-1 0,1 7 0,0-9-13,-1 0 0,2 0 0,-1 0 0,0 0 0,0-1 0,1 1 0,0 0 0,-1-1 0,1 1 0,0-1 0,0 0 0,0 0 0,1 1 0,3 1 0,-4-2-21,0-1 1,1 1-1,0-1 1,-1 0-1,1 0 0,0 0 1,-1-1-1,1 1 1,0-1-1,0 1 0,0-1 1,-1 0-1,1 0 1,0 0-1,4-1 1,4 1-195,-11 0 169,16 0-410,-5-2 365,0 0-1,0 0 1,0-1-1,-1-1 1,0 1-1,1-2 1,12-7 0,10-3 78,29-8 32,69-16 0,-74 24 6,104-42 0,-156 54-73,1 0 0,-1 0 0,0-1-1,0 1 1,0-1 0,-1 0 0,1-1 0,-1 1 0,0-1 0,0 1 0,-1-1 0,4-6 0,11-28-2747,-5-2-3526,-4 16-975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06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109 158 5763,'0'0'14038,"1"22"-12579,3 72-562,-5-19-141,0-40-581,1-34-138,0-18 185,0 1-200,-1 1-10,1 0 0,1 0 0,1 1 0,0-1 0,0 0 0,7-20 0,-2 18 1,0 0-1,1 1 1,1 0-1,1 0 1,0 1 0,1 0-1,0 1 1,1 0-1,1 1 1,0 0-1,1 1 1,18-13-1,-26 22 9,0-1 1,1 1-1,-1 0 1,1 1-1,0 0 0,-1 0 1,1 0-1,0 1 0,0 0 1,0 0-1,0 0 0,0 1 1,14 2-1,-18-1 2,0 0 0,1 0 0,-1 0 0,0 0 0,0 1 0,-1-1-1,1 1 1,0 0 0,0 0 0,-1 0 0,1 0 0,-1 1 0,0-1 0,0 1 0,0-1 0,0 1 0,0 0 0,0 0 0,-1 0 0,1 0-1,-1 0 1,0 0 0,1 4 0,2 5 28,-1 0 0,0 0 0,-1 0 1,1 24-1,-3-19-21,1-7 0,0 1 0,-1-1 1,-1 1-1,-3 19 0,3-27-22,1-1 0,-1 1 0,0-1 0,0 1 0,-1-1 0,1 0 0,0 1 0,-1-1 0,1 0 0,-1 0 0,0 0 0,0 0 0,1 0 0,-1-1 0,-1 1 0,1 0 0,0-1 0,0 0 0,0 1 0,-1-1 0,1 0 0,-1 0 0,1 0 0,-4 0 0,-15 3 10,0-1 0,0-1 0,0-1-1,0-1 1,-40-5 0,47 3-336,0-1-1,0-1 1,0 0 0,1-1 0,0 0 0,0-1-1,0-1 1,0 0 0,1-1 0,-13-10 0,-64-47-6232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04.2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 22218,'0'0'3378,"-70"236"-2642,70-124-672,6-15-16,12-13-48,-6-26-32,-3-13-112,-6-23-208,-3-10-272,0-6-705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04.4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0 203 20313,'0'0'4498,"194"-60"-4498,-91 60-224,6 0-256,-12 0-112,-22-18 368,-23-4-257,-28 1-655,-24-3-209,0-3-1392,-45-3-3090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04.6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95 16456,'0'0'496,"187"-43"-32,-53 37 288,2 0-752,-3 0-144,-18-6-2001,-15-9-6099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04.9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1 16456,'0'0'8179,"-81"184"-7474,72-102-1,9-3-256,0-7-320,0-14-128,3-7-48,24-23-976,18-13-1361,4-15-2562,11 0-6514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05.1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139 142 16776,'0'0'5845,"-23"29"-4826,-72 90-797,92-115-220,0 1 1,0-1-1,1 1 1,0-1-1,0 1 1,-2 7-1,3-10-1,1-1-1,0 1 0,0-1 1,0 1-1,0 0 1,0-1-1,0 1 1,0-1-1,0 1 1,0 0-1,1-1 1,-1 1-1,2 2 0,-1-2-2,1 0-1,0 0 1,0 0-1,-1 0 1,1 0-1,0 0 1,0-1-1,1 1 1,-1-1-1,0 1 1,0-1 0,1 0-1,4 2 1,-3-2-9,6 3-99,0-1 1,0-1-1,0 0 0,0 0 0,1-1 0,-1-1 0,18 0 1,-15 0-99,-5-1 90,-1 1-1,1-1 0,0-1 0,-1 1 0,1-1 1,-1 0-1,1-1 0,-1 0 0,0 0 0,0-1 1,0 0-1,-1 0 0,1 0 0,-1-1 0,0 0 1,0 0-1,-1 0 0,1-1 0,-1 0 0,5-8 1,-3 3 110,-1 1 1,1-1 0,-2-1 0,0 1 0,0-1 0,-1 0 0,-1 0 0,0 0 0,0 0 0,-1 0 0,0-25 0,-1 0 231,-2-38 875,-3 67-1064,2-3-1727,7 4-2182,17-5-6010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05.3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1 257 17864,'0'0'4770,"142"128"-5426,-112-135-48,-9-44 496,-6-16 208,-6 4 64,-2-10-64,-4 19 32,0 11-64,6 25-208,3 9-1121,15 9-2673,6 0-4978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05.7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42 128 16247,'0'0'3378,"31"5"-4285,5 1 273,57 2 1,-90-8 592,0 0 0,1 0 1,-1 0-1,0-1 1,0 1-1,0-1 0,0 0 1,0 1-1,0-2 0,0 1 1,-1 0-1,1 0 1,0-1-1,-1 0 0,1 1 1,-1-1-1,1 0 0,-1 0 1,0 0-1,0-1 1,0 1-1,0 0 0,0-1 1,3-5-1,-3 2 44,0 0 0,0 0 0,-1 0 0,1 0-1,-2-1 1,1 1 0,0 0 0,-2-8 0,2 12 57,-1 0 1,0 1-1,0-1 0,0 0 1,0 0-1,0 0 0,0 1 1,-1-1-1,1 0 0,-1 0 1,1 1-1,-1-1 1,0 0-1,0 1 0,1-1 1,-1 1-1,0-1 0,0 1 1,-1-1-1,1 1 0,-1-2 1,-2 2 66,1 0 0,0-1 0,0 2 0,0-1 1,-1 0-1,1 1 0,0-1 0,-1 1 0,1 0 0,-5 1 0,-1-1 41,1 0-1,-1 1 0,1 0 0,0 0 0,-1 1 0,1 0 0,0 1 0,0 0 0,0 0 0,0 0 0,1 1 1,-1 0-1,1 1 0,0 0 0,0 0 0,1 0 0,-1 1 0,-7 9 0,6-7-129,1 1 0,0 0 0,1 0 0,-1 0 0,2 1 0,-1 0-1,1 0 1,1 0 0,0 1 0,1-1 0,-1 1 0,2 0 0,0 0 0,-1 21-1,2-27-42,1 0-1,0 0 1,0 0-1,1 0 1,0 0-1,0 0 1,2 8-1,-1-10 1,-1 0 0,1 0 0,0-1 1,0 1-1,0-1 0,0 1 0,0-1 0,0 0 0,1 1 0,-1-1 1,1 0-1,0-1 0,-1 1 0,5 1 0,5 3-53,0-1 0,0 0 0,1-1 0,0-1 0,0 0 0,25 2 0,88-1-1353,-93-4 830,2 0-95,20 1-1023,0-2-1,-1-3 1,80-15 0,-25-10-4056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10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1347 426 12774,'0'0'4511,"-3"-17"-3884,1 3-240,-4-36 32,1-11 2918,4 57-3159,0 0-1,0 1 0,0-1 0,-1 0 0,1 1 0,-1-1 0,0 0 0,0 1 0,-1 0 0,1 0 1,-1 0-1,1 0 0,-1 0 0,0 0 0,0 0 0,-4-1 0,-8-7 283,0 0 1,-20-9-1,-25-12 52,-2 3 0,0 3 0,-2 3 1,-1 2-1,-122-22 0,132 37-41,-99 2 0,140 5-411,-1 0-1,0 1 1,1 1 0,0 0-1,0 1 1,0 1 0,0 0-1,-23 12 1,18-6-3,1 0-1,0 2 1,1 0-1,0 1 1,-21 23-1,14-9-10,0 1-1,2 1 0,2 1 0,0 1 0,2 1 0,-23 59 0,25-45 55,2 0 0,2 1 0,-11 98-1,17-70 49,8 142-1,0-198-130,1-1 0,1 1 0,0-1-1,1-1 1,2 1 0,0-1 0,0 0 0,2 0 0,0-1-1,1 0 1,1-1 0,0 0 0,18 18 0,-11-15 1,1 0 0,1-2 1,0 0-1,1-2 0,1 0 1,0-1-1,1-2 0,1 0 1,35 12-1,57 14-18,1-6 0,168 24 0,-168-45 0,146-4 0,-230-7 0,-17-1 0,0 0 0,0-1 0,-1-1 0,1 0 0,-1-1 0,0 0 0,0-2 0,0 0 0,0 0 0,-1-1 0,0-1 0,-1 0 0,0-1 0,0-1 0,-1 0 0,20-21 0,-12 9 0,0-2 0,-2 0 0,0-1 0,-2-1 0,-1 0 0,22-54 0,-16 27 0,-4 0 0,20-100 0,-28 97 0,-3-1 0,-2 0 0,-3 0 0,-6-62 0,3 100 0,-1 0 0,-1 1 0,0 0 0,-2 0 0,0 0 0,-1 0 0,0 1 0,-2 0 0,0 1 0,0 0 0,-21-26 0,19 30 0,1 1 0,-2 0 0,1 0 0,-2 1 0,1 0 0,-1 1 0,-1 1 0,1 0 0,-1 0 0,-1 2 0,0 0 0,1 0 0,-2 2 0,-19-4 0,5 3-816,-59-1-1,64 6-310,1 2 1,-1 0-1,0 1 0,1 2 1,-31 9-1,-27 17-7464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11.8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2224 344 12502,'0'0'9492,"-7"-16"-8526,-24-51-14,30 65-874,0 0 0,0 0 0,0-1 0,0 1 0,0 1 0,-1-1 0,1 0 0,-1 0 0,1 0-1,-1 1 1,0-1 0,1 1 0,-1-1 0,0 1 0,0 0 0,-4-3 0,-4-1 355,-14-9 245,0 1-1,-1 1 0,-31-10 1,-83-21 123,95 31-547,-245-60 804,216 58-708,0 5 0,-78-2-1,138 11-308,-28-2 101,-1 2-1,0 2 0,0 2 0,-53 12 0,18 8-45,1 3-1,1 4 1,2 3-1,-94 58 1,124-65-96,1 2 0,2 2 0,1 1 0,1 3 0,-63 74 0,76-78 0,2 2 0,1 0 0,1 2 0,2 0 0,2 2 0,1 0 0,-21 74 0,29-75 0,2 0 0,-2 67 0,10 71 0,-2-167 0,2 21 0,1 0 0,2-1 0,0 1 0,2-1 0,1-1 0,1 1 0,1-1 0,2-1 0,0 0 0,2-1 0,0 0 0,27 32 0,-17-27 0,1-1 0,2-1 0,1-2 0,0 0 0,2-2 0,1-2 0,1-1 0,58 29 0,-32-24 0,1-2 0,1-3 0,1-2 0,1-3 0,0-3 0,0-3 0,98 3 0,-86-10 0,-7 0 0,0-2 0,76-11 0,-92 0 0,-1-2 0,-1-2 0,-1-2 0,74-38 0,-64 26 0,-2-3 0,-1-3 0,-2-2 0,-2-2 0,-1-2 0,-2-3 0,-2-1 0,55-72 0,-80 88 0,-2-1 0,-2-1 0,0 0 0,-2-1 0,-2-1 0,-1 0 0,-1-1 0,-2 0 0,6-47 0,-2-24 0,-3-187 0,-9 249 0,-2 0 0,-2-1 0,-2 1 0,-15-60 0,16 90 0,0 0 0,0 1 0,-1-1 0,-1 1 0,0 0 0,-1 1 0,0 0 0,0 0 0,-1 0 0,-1 1 0,0 0 0,0 1 0,-1 0 0,0 0 0,-1 1 0,0 1 0,0-1 0,-20-8 0,3 5 0,0 1 0,-1 1 0,0 2 0,0 1 0,-40-3 0,-148 2 0,210 7 0,-33-1-428,0 3-1,1 1 1,-1 2-1,-42 11 1,-39 26-4713,-1 6-5312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08.4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0 18857,'0'0'7363,"-39"161"-6835,39-86-272,0-8 32,12-13-111,-6-8-145,-3-19-32,-3 0-273,0-6-1279,-12 1-1874,-19-4-4257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08.6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0 137 16247,'0'0'577,"209"-70"79,-109 70-272,-15 0-384,-31-6-112,-27 0-1056,-27-9-865,-15 3-400,-39-16-5299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08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0 143 6851,'0'0'6883,"188"-67"-4562,-82 61-496,12-3-1233,-3-3-143,-18 6-449,-34-9-352,-42-12-5843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15.3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1 115 14054,'0'0'6659,"32"-14"-6192,111-46 315,-127 55-606,0 0 0,0 1 1,1 1-1,-1 0 0,1 2 0,0-1 0,17 3 1,8-2 166,75-5 595,172-6 821,-294 33-3976,-18 11-1008,-10 9-2538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15.5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48 16504,'0'0'5346,"194"-48"-5026,-167 48-320,-21 3-2993,-6 21-10533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18.1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2929 402 9556,'0'0'7641,"-15"-25"-6920,-48-76 303,37 67-160,11 24-118,6 5-347,-24-15 418,-1 2 0,-1 1 0,-1 2 0,-43-13 0,-154-30 351,211 53-973,-96-19 379,-1 5 1,0 5 0,-1 6-1,-153 8 1,228 6-450,0 1 0,1 2 0,0 2-1,-79 32 1,42-8 77,1 4 0,-109 71-1,34-18 35,-98 59 147,179-100-222,-87 76-1,134-101-98,1 0 0,1 2 0,2 1 0,0 1 0,2 1 0,2 0 0,0 2 0,3 0 0,0 1 0,3 1 0,0 0 0,2 1-1,2 0 1,2 0 0,1 1 0,1 0 0,1 46 0,4-44-49,-2 28 47,11 107 1,-5-152-53,0 1 1,1-1 0,1-1-1,1 1 1,1-1-1,0 0 1,2-1-1,22 34 1,-18-35-9,2-1 0,0-1 0,1 0 0,0-1 0,2-1 0,0 0 0,0-2 0,2 0 0,30 14 0,14 2 0,127 39 0,-52-29 0,3-7 0,0-6 0,1-7 0,208 3 0,-162-26 0,-150 1 0,-1-2 0,70-18 0,-64 8 0,0-2 0,-1-2 0,0-2 0,-2-1 0,-1-3 0,-1-1 0,-1-3 0,45-41 0,-25 15 0,-4-3 0,-1-2 0,-4-3 0,49-78 0,-72 98 0,-2-1 0,37-91 0,-49 100 0,-2-1 0,-2 0 0,-1 0 0,5-61 0,-11 55 0,-1 0 0,-8-81 0,3 100 0,-1 0 0,0 0 0,-2 1 0,-1-1 0,0 1 0,-20-34 0,14 33-3,-1 0 1,-1 1-1,-1 0 1,-1 2-1,-1 0 1,0 1-1,-2 1 1,0 1-1,-1 0 1,-32-17-1,20 16-68,-1 2-1,0 1 1,-1 1-1,-1 3 1,1 0-1,-72-9 1,44 13-1075,0 2 1,-104 7 0,107 3-1673,-77 17 1,-30 18-5896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22.0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55 16103,'0'0'5315,"215"-55"-3474,-121 55-1313,3 6-256,-3 22-80,-13-13-192,-20 3-192,-25-18-1809,-18 0-2769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22.1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82 7027,'0'0'7652,"164"-67"-7876,-107 52-4739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22.3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0 137 17368,'0'0'2417,"167"-97"-880,-101 85-1537,10 0-560,3 6-2642,17-3-3041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22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1 143 11861,'0'0'321,"199"-88"-385,-135 61-481,-4 0-4113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22.6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8020,'0'0'32,"197"-7"-32,-154 7-2113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24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452 224 8308,'0'0'10015,"14"-27"-9060,44-84-98,-41 75 22,-16 27 74,-3 2-166,2 6-732,-1-1-1,1 1 0,0 0 0,-1 0 1,0 0-1,1 0 0,-1 0 0,0 0 0,1 0 1,-1 0-1,0 1 0,0-1 0,0 0 1,0 0-1,1 1 0,-1-1 0,0 0 0,0 1 1,-1-1-1,1 1 0,0-1 0,0 1 1,0 0-1,0-1 0,0 1 0,-2 0 1,-34-7 313,35 7-298,-26-3 206,0 0 0,0 3 0,0 0 0,-40 6 0,53-4-175,1 2 0,-1-1 1,1 2-1,0 0 0,1 1 0,-1 0 1,1 1-1,0 0 0,1 1 1,-15 12-1,15-10-60,1 0-1,0 0 1,1 1 0,0 0-1,1 1 1,1 0-1,-1 1 1,2 0 0,0 0-1,0 1 1,2-1-1,-1 1 1,2 0 0,0 1-1,0-1 1,2 1-1,-2 18 1,2-14-49,2 0 1,2 33-1,-1-45 4,1 0 0,-1-1 0,1 1-1,0-1 1,1 1 0,-1-1 0,1 1-1,0-1 1,1 0 0,7 9 0,-4-7 0,0-1 0,0 0 1,1 0-1,0-1 0,1 0 1,-1-1-1,1 1 0,0-2 1,1 1-1,-1-1 0,1-1 1,15 4-1,-10-3-36,1-1 0,-1-1 0,1-1 0,0 0 0,-1-1 0,1-1 0,23-3 0,-34 3 28,0 0 0,0-1 1,-1 1-1,1-1 0,0 0 1,-1 0-1,0-1 0,1 1 1,-1-1-1,0 0 1,0 0-1,-1 0 0,1-1 1,-1 0-1,1 1 0,-1-1 1,0 0-1,0 0 0,-1-1 1,1 1-1,-1 0 0,0-1 1,0 0-1,-1 1 1,0-1-1,2-6 0,1-13 15,-1 1 0,0-1 0,-2-1 0,-2-28 0,0 18-2,1 30 3,0-1 0,0 1-1,0 0 1,1 0 0,0-1 0,0 1 0,2-5 0,-2 7-7,0 1-1,1-1 1,0 1 0,-1 0 0,1 0-1,0 0 1,0 0 0,1 0-1,-1 0 1,0 0 0,0 1 0,1-1-1,-1 1 1,1-1 0,3 0-1,7-4-17,-1 2 0,2-1 0,-1 2-1,0-1 1,27-1 0,71 1-19,-84 5 45,-22-1-4,1 0 0,-1 0 0,1 1 0,0 0 0,-1 0 0,1 0 0,-1 1 0,0 0 0,1 0 0,-1 1 0,0-1 0,0 1 0,0 0 0,-1 0 0,1 1 0,-1-1 0,0 1 0,0 0 0,0 0 1,0 0-1,-1 1 0,6 8 0,-4-4-4,0 1 0,0-1 0,-1 1 1,0 0-1,-1 1 0,0-1 0,0 1 1,1 20-1,-1 7 18,-3 46 0,-1-36 44,0-35-17,0 0-1,-5 21 1,4-21-258,0-1 0,-1 22 0,24-34-3543,-14-2 2957,0 1-1,0-1 1,0 0 0,0-1 0,-1 0-1,1 0 1,-1 0 0,0-1 0,0 0 0,0 0-1,-1 0 1,6-6 0,43-41-10016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24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311 327 15015,'0'0'7238,"-28"6"-7065,-95 22 3,115-25-146,-1 0 0,1 0 0,0 1 0,0 0-1,1 0 1,-1 1 0,1 0 0,0 0 0,0 1-1,1 0 1,-8 8 0,5-4 34,8-10-62,-36 42 244,35-40-242,1 1 0,-1-1 1,0 1-1,1 0 0,-1 0 0,1-1 0,0 1 0,0 0 0,0 0 0,1 0 0,-1 0 0,1 1 0,-1-1 0,1 5 0,1-7-7,-1 0 0,0 0-1,1-1 1,0 1-1,-1 0 1,1-1-1,-1 1 1,1 0 0,0-1-1,0 1 1,-1 0-1,1-1 1,0 1 0,0-1-1,0 0 1,-1 1-1,1-1 1,0 0 0,0 1-1,0-1 1,0 0-1,0 0 1,0 0 0,0 0-1,0 0 1,0 0-1,0 0 1,-1 0-1,1 0 1,0 0 0,0 0-1,0-1 1,1 1-1,5-1-8,9 1-16,0 0 0,23-5-1,-32 4 14,-1-1-1,1 0 0,-1 0 0,0-1 1,1 1-1,-1-2 0,0 1 0,9-7 1,8-10-28,-1 0 1,-1-2 0,-1 0 0,20-29 0,-25 36 127,-14 15 1,-1 7-28,1 3 20,-1 0-1,1 1 1,1-1-1,0 0 1,0 0-1,1 0 1,0 0 0,1 0-1,0-1 1,7 12-1,-8-16-166,0 0-1,1-1 1,0 1-1,0 0 1,0-1-1,0 0 1,1 0 0,7 5-1,-8-7-362,1 1-1,-1-1 1,1 0-1,0 0 1,0-1 0,0 1-1,0-1 1,0 0-1,0-1 1,0 1-1,6-1 1,-11 0 241,1 0 0,0 0 0,-1 0 0,1 0 0,0 0 0,-1 0 0,1 0 0,0 0 0,-1 0 0,1 0 0,0-1 0,-1 1 0,1 0 0,0 0 0,-1-1 0,1 1 0,-1-1 0,1 1 0,-1 0 0,2-2 0,8-23-5707</inkml:trace>
  <inkml:trace contextRef="#ctx0" brushRef="#br0" timeOffset="1">587 303 8756,'0'0'11125,"27"-36"-10821,-27 33-128,-24 0-8596</inkml:trace>
  <inkml:trace contextRef="#ctx0" brushRef="#br0" timeOffset="2">678 261 6259,'0'0'1248</inkml:trace>
  <inkml:trace contextRef="#ctx0" brushRef="#br0" timeOffset="3">635 1 15655,'0'0'6718,"-5"24"-6542,4-20-157,-8 35 272,1 1-1,-3 78 1,10-54 90,3 213 129,-2-270-546,1 0-1,0 0 0,0 0 1,0 0-1,1 0 1,0 0-1,5 9 0,-6-14-241,0 0 0,0 0 0,1 0 0,-1 0 0,1-1 0,-1 1 0,1 0 0,0-1-1,-1 0 1,1 1 0,0-1 0,0 0 0,0 0 0,0 0 0,0 0 0,1 0 0,-1 0 0,0-1-1,0 1 1,0-1 0,1 1 0,-1-1 0,0 0 0,1 0 0,3 0 0,29-3-6029</inkml:trace>
  <inkml:trace contextRef="#ctx0" brushRef="#br0" timeOffset="4">1032 306 15191,'0'0'5592,"-24"20"-5341,-71 64-43,54-45-39,40-38-164,0 1-1,0-1 1,1 0-1,-1 1 0,0-1 1,1 1-1,-1-1 1,1 1-1,0-1 0,-1 1 1,1-1-1,0 1 1,0-1-1,0 1 0,0 1 1,16-1-163,-12-2 160,4 0-16,-1 0 0,1 0 0,0 0 1,0-1-1,-1 0 0,1-1 0,0 1 0,-1-2 0,0 1 0,1-1 0,10-5 0,3-5-62,-10 7 4,0 0-1,0-1 1,18-15 0,-29 26 1232,0 3-1053,0 1 1,1 0-1,2 11 1,-1-16-113,0-1 1,0 1 0,0-1 0,0 0 0,0 0-1,1 0 1,-1 0 0,0 0 0,1 0 0,0-1 0,-1 1-1,1-1 1,0 0 0,0 0 0,0 0 0,5 1-1,3 0-233,-1 0 0,0-1-1,17 1 1,-23-2 116,2 0-165,0 0 0,-1 0 0,1-1-1,0 1 1,5-3 0,-9 2 181,1 0 1,-1 0-1,0 0 0,0 0 1,0-1-1,0 1 0,0-1 1,0 0-1,0 1 1,0-1-1,0 0 0,-1 0 1,3-3-1,3-6-129,0 0-1,-1 0 1,0-1 0,6-17 0,-9 22 861,-1 0 0,-1-1 0,1 1 0,-1-1 0,0-11 0,-1 19-555,1 0 0,-1-1 1,0 1-1,1 0 0,-1 0 0,0-1 1,1 1-1,-1 0 0,1 0 0,-1 0 1,0-1-1,1 1 0,-1 0 0,1 0 1,-1 0-1,1 0 0,-1 0 0,0 0 1,1 0-1,-1 0 0,1 0 0,-1 0 1,1 0-1,-1 0 0,0 0 0,1 0 1,-1 1-1,1-1 0,-1 0 0,1 0 1,-1 0-1,0 1 0,1-1 0,-1 0 1,0 0-1,1 1 0,-1-1 0,0 0 1,1 1-1,-1-1 0,6 6-56,0 2-5,1-1-1,0 0 1,1-1 0,-1 0-1,1 0 1,0 0 0,1-1-1,-1 0 1,1-1 0,0 0-1,10 3 1,-12-5-85,1 0-1,0 0 1,0-1 0,0 0-1,0-1 1,0 0 0,0 0-1,12-2 1,-18 1 65,-1 1 0,0-1 1,0 1-1,0-1 0,0 0 0,0 1 0,1-1 0,-1 0 0,-1 0 1,1 0-1,0 0 0,0 0 0,0 0 0,0 0 0,-1 0 0,1 0 0,0 0 1,-1 0-1,1 0 0,-1 0 0,1-1 0,-1 1 0,1-3 0,1-31 137,-2 28 29,0 6 204,2 19-318,-1-16-42,0-1-1,0 0 0,0 1 0,0-1 0,1 0 0,-1 0 0,0 0 1,0 0-1,1 0 0,-1 0 0,1 0 0,-1 0 0,1-1 0,-1 1 1,1 0-1,0-1 0,-1 0 0,1 1 0,0-1 0,-1 0 0,3 0 1,45 1-20,-31-2 10,-16 1 19,0 0 0,0 0 0,-1 0-1,1 0 1,0 0 0,-1 0-1,1-1 1,0 1 0,-1 0 0,1-1-1,0 0 1,-1 1 0,1-1-1,-1 0 1,1 0 0,-1 0 0,0 0-1,1 0 1,-1 0 0,0 0-1,0 0 1,1 0 0,-1-1 0,0 1-1,0 0 1,0-1 0,-1 1-1,1-1 1,1-2 0,-2 3 1013,21 2-1051,36-1 0,-20-1-287,-34 1 283,-1 0 0,0-1 1,1 1-1,-1 0 0,0-1 0,0 1 0,1-1 0,-1 1 1,0-1-1,0 0 0,0 0 0,0 0 0,2-2 0,21-23-3966,-22 22 2898,3-5-3792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24.2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1 5330,'0'0'18390,"0"3"-17800,9 367 309,-8-347-946,0-13-81,-1 0-1,0 1 1,-1-1 0,0 0-1,-3 11 1,3-19-3,0 1 0,1-1 0,-2 1 0,1-1 0,0 0 1,0 0-1,-1 1 0,1-1 0,-1 0 0,0 0 0,1 0 0,-1 0 0,0-1 0,0 1 0,0 0 0,0-1 0,-1 0 0,1 1 1,0-1-1,-1 0 0,1 0 0,-1 0 0,1 0 0,-4 0 0,1 0-328,-1 0 0,1 0 0,-1-1 0,1 1-1,-1-1 1,0 0 0,-5-2 0,8 2 208,1-1-1,-1 1 1,1-1-1,0 0 0,-1 0 1,1 0-1,0 0 1,-1 0-1,1-1 1,0 1-1,0-1 1,0 1-1,0-1 1,1 0-1,-1 0 1,0 0-1,1 0 1,-3-3-1,1-2-51,0 1 0,0-1 1,0-1-1,1 1 0,0 0 0,1 0 0,-2-12 0,1-56 421,2 59-25,0 6 313,0-1-1,1 1 1,0-1-1,1 1 1,5-18 0,-5 23-145,0 0 0,0 0 0,1 0 1,0 0-1,0 1 0,0-1 0,0 1 1,1 0-1,0-1 0,0 2 0,0-1 1,8-6-1,-3 5 71,0 0 1,1 0-1,-1 1 1,1 0-1,0 1 1,0 0-1,0 0 1,20-2-1,7 2 318,44 2-1,-50 1-477,274 15-1813,-254-10-2011,-12-4-2855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24.3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1569,'0'0'3889,"61"-12"-3568,-52 18 175,0 3-496,-9-3-80,12-3-3138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27.0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31 125 7347,'0'0'8121,"1"-9"-6528,0-1-1719,3-14 3089,-4 24-2939,0 0-1,0 0 0,0 1 1,0-1-1,0 0 0,0 0 1,0 0-1,0 0 0,-1 0 1,1 0-1,0 0 0,0 0 1,0 0-1,0 0 0,0 0 1,0 0-1,0 0 0,0 0 1,0 0-1,0 0 0,0 0 1,0 0-1,0 0 0,0 0 1,-1 0-1,1 0 0,0 0 1,0 0-1,0 0 0,0 0 1,0 0-1,0 0 0,0 0 1,0 0-1,0 0 0,0 0 1,0-1-1,0 1 0,0 0 1,0 0-1,0 0 0,0 0 1,0 0-1,0 0 0,0 0 1,0 0-1,-1 0 0,1 0 1,0 0-1,0 0 0,0 0 1,0 0-1,0 0 0,0 0 1,0-1-1,0 1 0,0 0 1,0 0-1,0 0 0,0 0 1,0 0-1,0 0 0,0 0 1,1 0-1,-9 13 505,4-6-448,0 0 0,1 0 0,0 0-1,0 1 1,1-1 0,-1 1 0,2-1 0,-1 1-1,0 13 1,2-19-82,0 0 0,1 0-1,-1 1 1,0-1 0,1 0 0,-1 0-1,1 0 1,0 0 0,0 0 0,0 0 0,0 0-1,0-1 1,0 1 0,0 0 0,1 0-1,-1-1 1,0 1 0,1-1 0,0 1-1,-1-1 1,1 0 0,0 1 0,0-1-1,-1 0 1,1 0 0,0 0 0,0-1 0,0 1-1,0 0 1,3 0 0,7 1-32,0 0 1,-1 0-1,1-2 1,15 1-1,-21-1 10,3-1 4,-1 0 0,0 0 0,0-1 0,0 0 1,0 0-1,-1-1 0,1 0 0,-1 0 1,1-1-1,-1 0 0,0 0 0,0-1 0,-1 0 1,1 0-1,-1 0 0,0-1 0,-1 0 0,10-13 1,0-2 20,0-1 0,-2 0 0,0-1 0,15-42 0,-27 62 276,-1 10-314,0 255 13,1-260-14,-1 0 0,0 1 0,-1-1 0,1 0 0,0 1 0,-1-1 0,1 0 0,-1 0 0,0 0 0,1 1 0,-1-1 0,0 0 0,0 0 0,-1 0 0,1 0 0,0-1 0,-1 1 0,-2 2 1,2-2-3,-1 0 0,1-1 1,-1 1-1,0-1 1,0 0-1,0 0 0,0 0 1,0 0-1,0-1 1,0 1-1,0-1 0,0 0 1,0 1-1,-3-2 1,-75 1-1725,80 1 1593,1-1 0,-1 0 0,0 0 0,1 0 0,-1 0 0,0 0 0,0 0 0,1 0 0,-1 0 0,0 0 0,1 0 0,-1 0 0,0 0 0,0 0 0,1-1 0,-1 1 0,0 0 0,1 0 0,-1-1 0,1 1 0,-1-1 0,0 1 0,1 0 0,-1-1 0,1 1 0,-1-1 0,1 0 0,-1 1 0,1-1 0,-1 1 0,1-1 0,0 1 0,-1-1 0,1 0 0,0 1 0,0-1 0,-1 0 0,1 0 0,0 0 0,-1-19-7465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32.3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25 205 2817,'0'0'16765,"-5"0"-12874,4 0-3621,-1 0-1,1 0 1,0 0 0,-1 0 0,1 0 0,0 0-1,-1 0 1,1-1 0,0 1 0,-1-1 0,1 1 0,-2-2-1,3-1-164,-1 0-1,1-1 1,1 1-1,-1 0 1,0-1-1,1 1 1,0 0-1,-1-1 1,1 1-1,1 0 1,-1 0-1,0 0 1,1 0 0,-1 0-1,1 0 1,0 0-1,0 1 1,0-1-1,1 1 1,-1-1-1,0 1 1,5-3-1,13-10 102,1 1 0,0 2 0,1 0-1,0 1 1,1 1 0,0 1 0,0 1 0,1 1-1,0 2 1,32-5 0,30 1 104,135 3 0,-175 7-225,-1-2-55,-23 0-1,0 1 0,1 0-1,-1 2 1,42 9 0,131 31 202,-170-38-222,-19-3-9,-4-1 0,-1 0 0,1 0 0,0 0 0,0 0 0,0 1 0,-1-1 0,1 1 0,0-1 0,-1 1 0,1 0 0,1 1 0,-2 0-85,-1-2-545,0-18-18056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34.0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5301 177 10901,'0'0'6112,"0"0"-6092,0 0-1,0 0 1,0 0 0,0 0-1,1 0 1,-1 0 0,0 0-1,0 0 1,0-1-1,0 1 1,1 0 0,-1 0-1,0 0 1,0 0 0,0 0-1,0 0 1,1 0-1,-1-1 1,0 1 0,0 0-1,0 0 1,0 0 0,0 0-1,0 0 1,0-1-1,0 1 1,0 0 0,1 0-1,-1 0 1,0 0 0,0-1-1,0 1 1,0 0-1,0 0 1,0 0 0,0-1-1,0 1 1,0 0 0,0 0-1,0 0 1,0 0 0,0-1-1,0 1 1,-1 0-1,1 0 1,0 0 0,0 0-1,0-1 1,0 1 0,0 0-1,0 0 1,0 0-1,0 0 1,-1 0 0,1-1-1,-7 0 141,1 0 1,-1 0-1,0 1 0,0 0 0,-11 1 0,-9 0 189,-92-1 650,-353-11 806,-908-107-271,411 80-1350,801 38-166,-355 5 45,355 5-46,-185 33 0,-49 52 32,309-65-30,2 3 1,-109 58-1,169-74-14,0 1 1,1 1 0,1 2 0,1 1-1,1 1 1,-29 32 0,49-47 0,1 1-1,1 0 1,-1 1 0,1-1 0,1 1 0,0 0 0,0 1-1,1-1 1,0 1 0,1-1 0,0 1 0,0 14 0,1-6 25,1 0 1,1 0-1,1-1 1,0 1-1,1 0 0,8 23 1,32 87 320,19 65 8,8 245-109,-13-62-168,-32-268-36,5-1 0,44 104 0,-41-132-10,4-3-1,4-1 1,60 87 0,-81-137-24,1 0 1,1-1-1,1-1 1,1-2-1,1 0 1,1-1 0,0-2-1,2-1 1,0 0-1,2-3 1,-1 0-1,2-2 1,36 11-1,18 1 120,88 14-1,91 3 30,66-5-147,411-7-1,-737-30-13,793-21 70,-120-48 318,-8-54-236,-365 41-177,-210 50 37,101-47 1,-162 64-4,-1-2 1,0-2-1,-2 0 1,0-2-1,33-31 0,-48 38 9,-2 0 0,1-1-1,-2-1 1,0 0-1,-1 0 1,-1-2-1,0 1 1,-1-1 0,-1 0-1,-1-1 1,5-19-1,-3-1 70,-2 0-1,4-65 0,-9-81 198,-3 105-165,-24-748 374,21 764-412,-3 0 0,-3 1 0,-3 0 0,-22-63 1,31 113-91,-1 0 1,-1 0-1,0 1 1,-1 0-1,0 0 1,-1 1-1,-15-18 1,18 25-3,0-1-1,0 0 1,-1 1 0,1 0-1,-1 0 1,0 1 0,0 0 0,0 0-1,0 0 1,0 1 0,-1 0-1,1 0 1,-1 0 0,0 1-1,0 0 1,-12 0 0,14 1 411,-9 2-1707,12 16-1052,2-5 997,1 0 0,0 0 0,4 16 0,10 16-5571,5-3-4868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34.7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0 319 10581,'0'0'4893,"1"-8"-3978,1-3-600,0-1 0,1 1 0,0 0 0,1 0 0,0 0 0,1 0 0,0 1 0,1 0 0,12-18 0,-8 16 11,0 0 1,1 1 0,0 0 0,1 1 0,1 0 0,23-15 0,-10 11-76,0 2 0,1 0 1,1 1-1,0 2 1,0 1-1,1 1 0,52-5 1,205 4 222,-204 8-434,-10 2-13,118 19 0,69 32 16,-185-36-19,7 1 64,81 30 0,-149-42-24,0 0-1,0 1 1,0 1 0,-1 0 0,-1 1 0,18 16 0,-14-12 91,0 0 0,20 11 0,-29-22-436,4 1 2347,-8-1-3891,-20 3-9193,-3-4 3334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36.2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0 996 6963,'0'0'7067,"1"-8"-5124,7-23-1307,1 0 1,19-43-1,-9 26-195,3-10-70,3 1 0,3 1 0,1 2 0,3 0 0,3 3 0,61-73 0,-66 92-295,1 1-1,1 1 1,2 2-1,0 1 1,2 2-1,1 2 1,1 1 0,1 1-1,0 3 1,45-15-1,-34 18-21,1 3 0,0 2 0,80-6 0,155 9-27,-233 7-30,36 1-24,170 24 0,-212-16 19,0 2 0,0 2-1,-1 2 1,-1 1 0,54 30-1,-85-39 15,-9-4-2,1-1 1,-1 1-1,0 0 1,0 0 0,0 0-1,-1 1 1,1-1 0,-1 1-1,0 0 1,4 6-1,-7-10 5,0 1 0,1 0 0,-1-1 0,0 1 0,1-1 0,-1 1 0,0-1 0,1 0 0,-1 0 0,1 1 0,-1-1 0,0 0 0,1 0 0,-1 0 0,1 0 0,-1-1-1,1 1 1,0-1 0,1 1 3,30 0 263,-32 0 760,-1 3-1374,0-1 248,0-1-246,0 1 1,0-1 0,0 1 0,0-1 0,0 1-1,0 0 1,0-1 0,-1 1 0,1-1-1,0 1 1,-1-1 0,1 1 0,-1-1-1,0 1 1,1-1 0,-1 0 0,0 1 0,0-1-1,0 0 1,0 0 0,0 1 0,0-1-1,0 0 1,-1 0 0,1 0 0,0 0-1,-3 1 1,-34 9-8292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37.1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1 366 7860,'0'0'8278,"6"-25"-7614,1-4-378,18-48-1,-22 71-228,1 0-1,-1 1 1,1-1-1,0 1 0,0 0 1,1 0-1,-1 1 1,1-1-1,0 1 1,0 0-1,0 1 1,1-1-1,0 1 0,-1 0 1,1 0-1,0 1 1,9-3-1,6-4 94,48-20 167,1 3 0,2 4 0,0 2-1,1 4 1,1 2 0,0 4 0,122-1 0,-112 11-247,0 3 0,-1 4 0,128 27 0,67 42-243,-209-52-115,124 60-1,-178-76-181,0 0-1,-1 0 1,0 1-1,-1 1 1,22 20-1,-34-29 300,1 0 0,-1 0 0,0 0 0,0 0 0,0 0 0,0 1 0,-1-1 0,1 0 0,0 1 0,0-1-1,-1 1 1,1-1 0,-1 1 0,1-1 0,-1 1 0,0-1 0,0 1 0,0-1 0,1 1 0,-1 0-1,-1-1 1,1 1 0,0-1 0,-1 3 0,0-2-127,0 0 0,-1 0 1,1 0-1,-1 0 0,1 0 0,-1 0 0,0-1 0,0 1 0,0-1 0,0 1 1,0-1-1,0 0 0,0 0 0,-3 2 0,-45 17-3408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38.0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1 112 2417,'0'0'5411,"206"-109"-4979,-134 106-192,10 3-240,0 0-528,-4 0-3746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37.6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2673,'0'0'10576,"3"9"-3290,3-8-6108,5-1-1963,-1-4-3341,-1-11-1279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39.3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1 192,'0'0'4776,"-13"6"-4048,-40 20-170,52-26-430,0 0 1,0 0 0,0 1 0,0-1 0,0 1 0,1-1 0,-1 1 0,0-1 0,0 1 0,0 0 0,1-1 0,-1 1 0,0 0 0,1-1 0,-1 1-1,0 0 1,1 0 0,-1 0 0,1 0 0,0-1 0,-1 1 0,1 0 0,0 0 0,-1 0 0,1 0 0,0 0 0,0 0 0,0 0 0,0 0 0,0 0-1,0 2 1,0-2 107,1 0 0,0 0 1,-1 0-1,1 0 0,0 0 0,0 0 0,0 0 0,0 0 0,0 0 0,0 0 0,0-1 0,0 1 0,0 0 0,0-1 0,0 1 0,0-1 0,2 1 0,25 8 1667,57 9-1,-9-4-763,426 108 2006,292 62-1315,327-23 166,9-85-1068,-206-49-730,482 26 423,-895-19-530,902 50 691,-1317-80-830,268 6-561,-362-10-1191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0:39.8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0 12230,'0'0'9212,"17"22"-8863,-13-17-326,163 193 736,114 59-338,-4-5-332,-264-239-67,0 2 0,-1-1 0,-1 1 0,0 1 0,-1 0 0,-1 0 0,8 19 0,-14-28 38,-1 0-1,1 0 1,-1 1 0,-1-1 0,0 0 0,0 1 0,0-1-1,-1 1 1,0-1 0,0 1 0,-1-1 0,1 1 0,-2-1-1,1 1 1,-1-1 0,-1 0 0,1 0 0,-1 0 0,0 0-1,-7 10 1,5-10 36,-2 1-1,1-1 1,-1 0 0,0 0-1,0 0 1,-1-1 0,1-1-1,-2 1 1,1-1-1,0-1 1,-1 1 0,-16 5-1,-2-2 127,1-1-1,-1 0 1,-36 2-1,-228 2 696,225-12-857,-299-8-2256,364 9 1970,0 0-1,0 0 1,0 0-1,1 0 1,-1-1 0,0 2-1,0-1 1,0 0-1,0 0 1,1 0 0,-1 0-1,0 0 1,0 1 0,0-1-1,1 0 1,-1 1-1,0-1 1,0 0 0,1 1-1,-2 0 1,0 19-9880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31.1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496 0 19833,'0'0'2110,"-5"34"-1355,-17 270 945,24-111-1046,-2 142-305,-1-320-345,0 1 0,-1-1-1,0 1 1,-1-1 0,-1 0 0,-1 0-1,0 0 1,-8 15 0,10-23-3,-2 1 0,1-1 0,-1 0 0,0-1 0,0 1 0,-1-1 0,0 0 0,0-1 0,0 1 0,-1-1 0,0 0 0,0-1 0,0 0 0,0 0 0,-1 0 0,-10 3 0,-5-2 6,0-1 1,0 0 0,0-2-1,0-1 1,-1-1-1,-35-4 1,52 3-5,0 0-1,0 0 1,1-1-1,-1 0 1,0 0-1,1-1 1,-1 1-1,1-1 1,0-1-1,0 1 1,0-1-1,-9-8 1,12 9-4,0 1 0,0-1 0,1 0 0,0 0 0,-1 0 0,1 0-1,0 0 1,1-1 0,-1 1 0,0 0 0,1-1 0,0 1 0,0-1 0,0 0 0,0 1 0,1-1 0,-1 0 0,1 0 0,0 1 0,0-1 0,0 0 0,1 0 0,-1 1-1,1-1 1,1-4 0,-1 7-6,-1-1 1,1 1-1,-1 0 0,1-1 0,0 1 0,0 0 0,0 0 0,0 0 1,0-1-1,0 1 0,0 0 0,0 0 0,0 1 0,0-1 0,1 0 1,-1 0-1,0 0 0,0 1 0,1-1 0,1 0 0,30-5-104,-32 6 108,39-2 37,0 1 0,0 2 0,0 1 1,0 3-1,0 1 0,56 17 1,-80-19-51,0 0 1,1-1-1,32 1 1,-42-3-288,1-2 0,0 1 1,0-1-1,0 0 0,-1 0 1,1-1-1,-1 0 1,1-1-1,-1 1 0,12-7 1,-9 2-1217,1-1 0,16-15 0,27-32-6261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31.3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266 1 15031,'0'0'8406,"3"31"-7861,1-7-433,-1 0-25,0 0 0,-1 1-1,-2-1 1,0 0 0,-2 1 0,-9 45 0,-1-20 24,-25 66 0,32-102-111,0-1-1,-2 0 0,0-1 0,0 1 0,-1-1 0,-1 0 0,0-1 0,0 0 0,-20 17 0,24-24-60,0-1 0,0 1 0,0-1 0,-1 0 0,1-1 0,-1 1 0,1-1 0,-1 0 0,0 0 0,0-1 0,0 0 0,0 0 0,0 0 0,-12-1 0,17 0 48,0 0-1,0 0 0,0 0 1,0-1-1,1 1 1,-1 0-1,0 0 0,0-1 1,0 1-1,0 0 0,0-1 1,0 1-1,0-1 1,1 1-1,-1-1 0,0 0 1,0 1-1,1-1 1,-1 0-1,1 0 0,-1 1 1,0-2-1,-1 0 0,1-1 0,0 1 0,0-1 0,1 1 0,-1-1 0,0 1 0,1-1 0,-1-3 0,1 0-13,-1 0 0,1-1 0,1 1-1,-1 0 1,1 0 0,0 0 0,3-6 0,-3 9 9,1-1 0,0 1 0,0 0 1,1 0-1,-1 0 0,1 0 0,-1 0 0,1 0 0,0 1 0,0-1 1,0 1-1,1 0 0,-1 0 0,0 0 0,8-3 0,2 0 4,0 0-1,1 1 0,15-2 1,21-2-15,70-1-1,2 0-922,-110 8 180,0-2 1,0 1-1,0-1 0,0-1 1,-1-1-1,1 1 0,-1-2 1,14-8-1,22-20-6845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32.3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188 483 12678,'0'0'8550,"12"-4"-8139,36-12-141,-48 15-263,1 1 1,0 0 0,0 0-1,0 0 1,0 0 0,0 0-1,0 0 1,-1 0 0,1 0 0,0 0-1,0 0 1,0 1 0,0-1-1,0 0 1,-1 0 0,1 1-1,0-1 1,0 1 0,0-1-1,-1 1 1,1-1 0,0 1-1,-1-1 1,1 1 0,0 0 0,-1-1-1,1 1 1,-1 0 0,1-1-1,-1 1 1,1 0 0,-1 0-1,0 0 1,1-1 0,-1 1-1,0 0 1,0 0 0,0 0-1,1 0 1,-1 0 0,0-1-1,0 1 1,0 1 0,2 6 62,0-4-83,9 14 161,-11-17-142,0-1 1,1 0-1,-1 1 1,1-1-1,-1 0 0,1 1 1,-1-1-1,1 0 1,-1 0-1,1 0 1,-1 1-1,1-1 1,-1 0-1,1 0 0,-1 0 1,1 0-1,-1 0 1,1 0-1,0 0 1,-1 0-1,1 0 1,-1 0-1,1 0 1,-1 0-1,1-1 0,-1 1 1,1 0-1,-1 0 1,1 0-1,-1-1 1,1 1-1,-1 0 1,1-1-1,-1 1 0,1 0 1,0-1-1,2-3-2,0 1-1,-1-1 0,1 1 1,0-1-1,-1 0 0,0 0 1,0 0-1,0-1 0,0 1 1,-1 0-1,0-1 0,0 1 1,0-1-1,0 1 0,-1-1 1,1 1-1,-1-1 0,-1 1 1,0-7-1,-5 9 40,-26 1-41,-36 0 204,63 2-142,0-1 1,-1 1-1,1 0 1,0 0 0,-1 1-1,1-1 1,0 1-1,0 0 1,-7 4-1,5-1 18,1 1-1,0-1 1,0 1-1,1 0 0,-1 0 1,1 0-1,1 1 1,-1 0-1,1 0 0,0 0 1,1 0-1,0 1 0,0-1 1,0 1-1,1 0 1,-2 13-1,0 11 13,1 0 0,3 62 0,1-47-4,-1 50-149,0-96-186,0-4-254,-2-13-617,0 0 1,-1 0-1,-1 1 1,0 0-1,-12-28 1,2 2-1228,2 5-1352,2 0-1,-7-47 1,14 49 6237,2-2 5060,1 36-7426,0-1 0,0 1 0,0 0-1,1-1 1,-1 1 0,0-1 0,0 1 0,1 0 0,-1-1 0,0 1 0,1-1-1,-1 1 1,0 0 0,1 0 0,-1-1 0,0 1 0,1 0 0,-1 0 0,1-1-1,-1 1 1,1 0 0,-1 0 0,0 0 0,1 0 0,-1-1 0,1 1-1,-1 0 1,1 0 0,-1 0 0,1 0 0,-1 0 0,1 0 0,-1 0 0,1 1-1,-1-1 1,0 0 0,1 0 0,-1 0 0,1 0 0,-1 0 0,1 1-1,-1-1 1,0 0 0,1 1 0,-1-1 0,1 0 0,-1 0 0,0 1 0,1 0-1,5 10 210,-1 1 0,-1-1 0,0 1-1,0 0 1,3 24 0,5 12 44,-7-31-316,13 39 89,-17-52-200,1 0 0,0-1-1,0 1 1,0 0-1,0-1 1,1 1 0,-1-1-1,1 0 1,0 0-1,6 5 1,-9-8-4,0 1 0,1-1 0,-1 0 0,1 0 0,-1 0-1,0 1 1,1-1 0,-1 0 0,0 0 0,1 0 0,-1 0 0,1 0 0,-1 0 0,0 0 0,1 0-1,-1 0 1,1 0 0,-1 0 0,0 0 0,1 0 0,-1 0 0,1 0 0,-1 0 0,0 0 0,1 0-1,-1-1 1,1 1 0,-1 0 0,0 0 0,1 0 0,-1-1 0,0 1 0,1 0 0,-1-1-1,0 1 1,0 0 0,1 0 0,-1-1 0,0 1 0,0-1 0,1 1 0,-1 0 0,0-1 0,0 1-1,0 0 1,0-1 0,0 1 0,0-1 0,0 1 0,0 0 0,0-2 0,8-28-192,-2 0-1,5-62 1,-2 10 168,-3 34 46,3 1 0,1-1 0,21-54 1,-30 99-16,11-20 171,-12 22-164,0 1 0,1-1-1,-1 1 1,0-1 0,1 1 0,-1-1 0,1 1 0,-1-1 0,0 1-1,1-1 1,-1 1 0,1 0 0,-1-1 0,1 1 0,0 0-1,-1-1 1,1 1 0,-1 0 0,1 0 0,-1 0 0,1-1 0,0 1-1,-1 0 1,1 0 0,-1 0 0,1 0 0,0 0 0,-1 0 0,1 0-1,0 0 1,-1 0 0,1 1 0,0-1 0,3 8-7,0 9 16,0-1 0,2 1 0,0-1 0,11 21-1,-14-33-24,-1 1-1,1-1 1,0 0-1,0 0 0,0 0 1,0-1-1,1 1 1,-1-1-1,1 0 0,0 0 1,0 0-1,0 0 0,0-1 1,1 1-1,-1-1 1,1 0-1,0 0 0,-1-1 1,1 0-1,0 0 0,5 1 1,-5-1-11,0-1 0,0 1 0,1-1 0,-1 0 0,0-1 0,1 1 0,-1-1 0,0 0 1,0-1-1,0 1 0,0-1 0,0 0 0,0 0 0,0 0 0,-1-1 0,1 0 0,-1 0 0,0 0 0,0 0 0,0-1 1,6-5-1,12-19 7,0 0 1,-2-1 0,-1-1-1,29-63 1,28-44 206,-75 151-65,-5 63-481,-3 0 0,-3 0 0,-38 135 0,28-125-6915,18-60-963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1:32.4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0 18312,'0'0'7412,"-106"58"-20602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2:27.7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5102 1164 5234,'0'0'625,"-10"-7"-399,-28-24-162,37 30-62,0 0-1,0-1 1,0 1 0,0 0-1,0-1 1,0 0-1,0 1 1,1-1-1,-1 1 1,0-1-1,1 0 1,0 1-1,-1-1 1,1 0-1,0 0 1,0 1-1,0-1 1,0 0-1,0 0 1,0 1-1,1-1 1,-1 0-1,1 0 1,-1 1-1,1-1 1,-1 1-1,1-1 1,0 0-1,0 1 1,1-2-1,-1 1 9,14-26 280,0 1 0,2 0 0,27-31 1,-28 40 1035,1 0 1,28-23 0,-8 2 4785,-36 38-5747,-1 1 0,1-1 1,-1 0-1,1 0 0,-1 0 1,1 0-1,-1 0 1,0 0-1,1 0 0,-1 0 1,0-1-1,0 1 0,0 0 1,0 0-1,0 0 0,0 0 1,0 0-1,-1-2 1,1-1-671,0-2 422,-1 0-1,0 0 0,0 0 0,-1 0 0,0 1 1,0-1-1,0 1 0,-1-1 0,1 1 0,-1 0 0,-1 0 1,-4-6-1,-7-7 224,-30-30 0,12 19-204,-1 2 0,-1 1 0,-1 1 1,-1 2-1,-74-33 0,-214-65 289,313 117-405,-245-76 290,-3 12 0,-3 11 0,-304-25 0,-197 34 66,663 47-329,-284 4 16,307 4-70,0 3 1,1 4-1,-96 29 1,-221 91-15,373-126 22,-661 276 15,636-263-12,2 2 0,1 2 0,-68 52 0,93-62-6,0 1 1,2 0 0,0 1-1,0 1 1,2 1-1,0 0 1,2 1 0,0 0-1,1 1 1,-9 23-1,12-19-4,0 0 0,2 1 0,1 0 0,0 1 0,2-1 0,2 1 0,0-1 0,2 1 0,0-1 0,2 1 0,1-1-1,1 0 1,1 0 0,2-1 0,0 1 0,2-2 0,23 45 0,-6-27-2,2-1-1,2-2 1,1 0-1,2-3 1,2 0-1,1-3 1,1-1 0,62 40-1,-18-23 11,1-3-1,2-4 1,144 49 0,-76-43 16,2-7 0,2-7 0,223 20 0,483-16 35,-682-36-65,519-9-32,-540-2 17,-1-8-1,211-48 0,-316 51-53,0-2-1,0-2 0,-2-3 0,54-29 1,-78 34 16,-1-1 0,0-2 0,-1 0 0,-1-2 0,-1-1 0,0-1 1,-2 0-1,23-33 0,-19 18 24,-2-1 0,-2-2 1,-2 0-1,26-72 0,-29 59-13,-2 0-1,-2-2 1,7-79-1,-13-70-241,-7 205 296,-1-50-166,-12-94 0,8 115 59,-2 1 0,-1-1 0,-1 2 0,-19-41 0,10 33-221,-1 1 1,-2 1-1,-1 1 0,-2 1 1,-51-52-1,27 38-1393,-1 3 0,-100-64 1,-57-19-4806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2:30.4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4885 1098 6339,'0'0'3484,"5"-4"-1955,24-23 2117,-26 25-2999,-3-20 2074,0 15-2372,0-2-176,0-1 1,0 1-1,-1-1 0,0 0 0,0 1 1,-1 0-1,0-1 0,-1 1 0,0 0 0,-1 0 1,1 0-1,-2 1 0,-5-10 0,-9-7 56,0 2-1,-2 0 1,0 2-1,-1 0 1,-2 1-1,0 2 1,-42-26-1,-199-91 597,265 135-823,-681-252 1705,505 194-1205,56 16-373,-224-69 638,237 83-547,-2 3 1,0 6-1,-172-8 0,-345 22 245,489 11-393,1 7 1,-209 47 0,281-44-53,2 3 0,0 3 0,2 2 0,0 3 0,-56 35 0,29-9 64,3 4 0,2 3-1,-107 103 1,148-123-81,3 2-1,1 2 1,1 1-1,3 2 0,2 1 1,3 2-1,-39 89 1,53-99-7,2 1 0,2 1 1,2 0-1,2 0 0,1 0 1,2 1-1,4 43 0,0-52 6,2 0-1,1-1 0,2 1 1,2-1-1,0-1 0,2 1 1,2-2-1,1 1 0,23 40 1,-2-13-7,1-2 0,4-1 0,2-2 0,2-2 0,86 82 0,-97-107 2,1-1 1,1-1-1,1-2 0,52 25 0,-35-24-1,1-2 1,88 23-1,120 8 0,4-21 11,-204-26-3,712 70-36,-157-62-198,-566-15 149,1-2 1,87-17-1,-103 12 32,-1-2 0,-1-1-1,0-2 1,56-30 0,-53 22-30,-1-2 0,-2-1 0,0-2 0,40-41 0,-32 24-50,-2-2 0,50-76 0,-32 26-108,-3-2 1,73-189 0,-21-30-69,-93 266 287,-3 0-1,-2-1 0,-2 0 1,-1-74-1,-5 113 14,-1 0 0,-1 0 0,0-1 0,0 1 0,-1 1 0,-1-1 0,0 0 0,0 1 0,-10-16 0,3 9-168,-1 1 0,-1 0 0,-1 1 0,-25-24 0,-3 3-2025,-61-43 1,-1 9-4957,19 16-5097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3:02.9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47 656 8468,'0'0'6846,"-11"-27"-6166,3 10-607,1-2 0,1 1 0,0-1 0,-3-20 0,9 36-60,0 1 0,0-1-1,1 0 1,-1 0-1,0 0 1,1 0 0,0 0-1,0 1 1,0-1-1,0 0 1,0 1 0,0-1-1,1 1 1,-1-1-1,1 1 1,0-1 0,0 1-1,-1 0 1,2 0-1,-1 0 1,0 0 0,0 0-1,1 1 1,3-3-1,244-172 1361,-102 75-1076,-114 77-290,-15 12 3,-1-1-1,0 0 0,-1-1 0,15-18 1,-30 30-33,1-1 0,-1 0 0,0-1 0,0 1 0,0 0 0,0-1-1,-1 1 1,1-1 0,1-5 0,-3 7-352,1 0 0,-1-1 0,0 1 0,0 0 0,0 0 0,0-1 0,0 1-1,-1 0 1,1 0 0,-1-4 0,-1 6-46,1-1-1,0 1 0,0 0 1,-1-1-1,1 1 1,0 0-1,-1 0 1,1 0-1,0 0 0,-1 0 1,1 0-1,-2 1 1,1-1-499,-16 0-2991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3:03.2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0 3570,'0'0'8862,"-8"0"-7487,98 0-12061,-81 0 7741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4:33.7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7637 775 13606,'0'0'9327,"-17"-17"-8825,-54-52-118,69 67-360,1 1 0,-2-1 1,1 0-1,0 1 0,0 0 0,0-1 1,-1 1-1,1 0 0,-1 0 0,1 0 1,0 1-1,-1-1 0,-4 0 0,4 1 15,1 0-1,0 1 1,0-1-1,-1 1 0,1 0 1,0-1-1,0 1 0,0 0 1,-4 2-1,-5 3 173,-22 5 254,0-1 0,-1-1 1,0-2-1,-54 5 1,-143-5 947,192-7-1229,-61-4 319,-1-3 0,-181-39 0,-190-78 131,16 3-312,342 97-273,-320-78 70,250 52 15,-205-54 172,-3 23 55,155 46-304,-365-6 0,503 40-48,16-1 25,1 4-1,-110 15 1,-311 89 78,204-3-91,203-66 14,-283 107 72,281-105-143,2 4 0,2 4 1,2 4-1,2 4 1,-101 82-1,138-92 39,2 3 0,2 2-1,2 2 1,-49 70 0,45-46 74,4 2 0,-67 148 1,-33 145 6,106-248-63,-25 139-1,13 135-20,41 2 0,12 30 0,3-334 0,4 0 0,27 130 0,68 181 0,-64-289 0,5-1 0,5-3 0,4-1 0,6-4 0,4-1 0,5-4 0,4-2 0,121 130 0,100 64 0,-202-215 0,145 99 0,64 17 0,18 7 0,-278-180 0,312 171 0,13-19 0,-355-171 0,555 226 0,-559-228 0,345 116 0,-224-78 0,812 245 0,-724-231 0,3-9 0,302 25 0,668-33 0,-1090-43 0,0-6 0,96-23 0,186-64 0,151-83 0,-403 130 0,237-136 0,-274 131 0,-2-4 0,-3-4 0,84-82 0,124-170 0,-28-23 0,-175 214 0,-7-3 0,-4-4 0,115-273 0,-150 292 0,-6-2 0,-5-2 0,-5-1 0,-5-1 0,11-178 0,-27-170 0,-13 357 0,-5 1 0,-31-135 0,10 113 0,-6 2 0,-5 2 0,-6 2 0,-101-185 0,96 218 0,-4 2 0,-4 3 0,-4 3 0,-4 3 0,-3 3 0,-109-92 0,-89-29 0,-66 0-125,-78-2-580,-335-75-1578,-23 65-4873,268 99-5342,489 109 12054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6:56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4 9124,'0'0'5307,"-10"-2"992,6 1-2783,8 1-715,42 2-1771,0 3 1,85 20-1,0 1-426,696 52 1069,-657-70-1334,-170-8-340,1 0 0,-1 0 1,1 0-1,-1 0 0,1 0 1,-1 0-1,1 0 0,-1 0 1,1 0-1,-1 0 1,1 1-1,-1-1 0,1 0 1,-1 0-1,1 0 0,-1 0 1,1 1-1,-1-1 0,0 0 1,1 1-1,-1-1 0,1 0 1,-1 1-1,0-1 0,1 0 1,-1 1-1,0-1 1,1 1-1,-1-1 0,0 1 1,0-1-1,0 0 0,1 1 1,-1-1-1,0 1 0,0-1 1,0 2-1,0-1-1,-1-1 1,1 1-1,-1 0 0,1 0 0,-1 0 1,1 0-1,-1 0 0,0 0 0,1-1 1,-1 1-1,0 0 0,0-1 0,0 1 1,1 0-1,-1-1 0,0 1 0,0-1 1,0 0-1,0 1 0,-2 0 0,-23 8 10,-1-2-1,0 0 1,-1-2-1,-43 4 1,-118-5 28,160-4-35,-530 0-1,1079 13 0,-127 2 0,-418-15 0,-20 1 0,-1-3 0,-69-10 0,107 10-3,-21-4-478,-28-10-1,56 16 392,1 0 0,-1 0 1,0 0-1,1-1 0,-1 1 0,0 0 0,1-1 0,-1 1 0,1 0 0,-1-1 0,0 1 0,1-1 1,-1 1-1,1-1 0,-1 1 0,1-1 0,0 1 0,-1-1 0,1 0 0,-1 0 0,1 0-82,1 0-1,-1 0 0,0 1 0,1-1 0,-1 0 0,1 0 0,-1 1 0,1-1 0,-1 0 0,1 1 0,0-1 1,-1 1-1,1-1 0,0 1 0,0-1 0,-1 1 0,1-1 0,0 1 0,0 0 0,0 0 0,-1-1 1,1 1-1,2 0 0,66-20-8367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7:03.0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 12822,'0'0'5330,"-2"13"-1913,5-8 1111,45 5-2622,-26-7-1445,883 185 2207,-781-153-2466,-119-31-45,-11 2-15,-19 3-97,1-1 0,-1-1 0,-1-2 1,-27 4-1,7-2 17,-98 15 162,-239 7 0,546-31-83,242 7 116,22 57-257,-383-53 0,-3-2 0,-34-4 0,-15 0 0,-29 1-509,0-2-1,-1-2 1,-55-5 0,60 0-2157,1 0 1,-42-14-1,27 2-8700,-69-37-1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7:05.0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5 8820,'0'0'9834,"3"-1"-8684,-1 0-1043,1 1 0,-1-1 0,1 1 1,-1-1-1,1 1 0,-1 0 0,1 0 0,-1 0 1,1 0-1,0 1 0,-1-1 0,1 1 1,-1-1-1,1 1 0,-1 0 0,0 0 0,1 0 1,-1 0-1,4 3 0,15 5 417,35 8 349,94 18 1,65-2-331,-176-28-454,96 13 126,155 1 0,-688-30-45,-12 1-169,148 10-103,427 8 94,-25 1 75,-128-9-61,575 36 84,-518-26-69,-38-4-83,-51-6 18,18 0 33,-134 0-28,-191 1 30,315-2-36,0 2 1,-1 0-1,1 0 1,0 1-1,0 0 0,-17 6 1,27-7-12,1-1 0,0 1-1,0-1 1,0 1 0,-1 0 0,1 0 0,0-1 0,0 1 0,0 0-1,0 0 1,0 0 0,0 0 0,-1 2 0,2-3-12,0 1 1,-1 0 0,1-1 0,0 1-1,0-1 1,0 1 0,0 0-1,0-1 1,0 1 0,0-1 0,0 1-1,0 0 1,0-1 0,0 1-1,0-1 1,0 1 0,0-1-1,1 1 1,-1 0 0,0-1 0,1 2-1,1 0-142,-1 0-1,1 0 1,0 0-1,0 0 1,0 0 0,1-1-1,-1 1 1,0-1-1,1 1 1,-1-1-1,1 0 1,3 1 0,7 2-963,1-1 0,-1 0 1,20 1-1,65 3-7940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8:10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 1 2673,'0'0'9999,"-4"0"-9169,1-1-781,1 1 71,0 0-1,0 0 0,0 0 0,0 1 0,0-1 1,0 0-1,1 1 0,-1-1 0,0 1 0,0 0 1,0-1-1,0 1 0,1 0 0,-1 0 0,0 0 1,1 0-1,-1 0 0,1 1 0,-3 2 0,1-2-236,1 0 368,0-1 0,0 1 0,0 0 0,1 0 0,-1 0 0,0 0 0,1 0 0,-1 0 1,1 0-1,0 0 0,0 1 0,0-1 0,0 1 0,0-1 0,0 0 0,1 1 0,-1 0 0,1 4 0,0-6-199,1 1-1,0 0 1,-1 0 0,1-1-1,0 1 1,0-1 0,0 1-1,1-1 1,-1 1-1,0-1 1,1 0 0,-1 1-1,0-1 1,1 0 0,-1 0-1,1 0 1,0 0 0,2 1-1,35 15 385,-19-11-363,0-2 1,0 0-1,36 2 0,64-6-164,-64 0-7,68 0-1344,-42 0-4584,-48 0 413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8:11.1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1 357 4546,'0'0'6462,"0"-9"-4947,1-27-237,-1 35-1096,0 0 1,0 0-1,0 0 1,1 0-1,-1 1 1,0-1-1,1 0 0,-1 0 1,0 0-1,1 1 1,-1-1-1,1 0 1,-1 1-1,1-1 0,-1 0 1,1 1-1,0-1 1,-1 1-1,1-1 1,0 1-1,0-1 1,-1 1-1,1-1 0,0 1 1,0 0-1,-1 0 1,1-1-1,0 1 1,1 0-1,25-1 2973,-20 2-3014,49-1 1319,29 1-683,102-13 1,278-52-255,-463 64-521,55-4 7,-56 4-36,-12 3-34,-14 6 3,0-1 0,0-1 1,-1-1-1,0-1 1,-34 2-1,-141-3-324,144-4 237,59-1 113,1 1 0,-1-1 0,1 1 0,-1-1 0,1 0 0,-1 0 0,1 0-1,-1 0 1,3-2 0,11-5-15,75-25 40,1 4 0,2 5 0,0 3 0,102-8 0,-122 22 28,-65 6-38,-38 3-18,18-2 26,-44 6-111,-70 16 1,20-2-61,-97 6-196,247-29-96,-25 2 380,33-5 0,146-51-315,-88 23 416,-110 34-52,5-2 61,-1 1 1,1-1-1,-1 0 0,1-1 1,-1 1-1,5-4 1,-9 5-95,-1 1 0,1-1 0,0 1-1,-1-1 1,1 1 0,-1-1 0,1 0 0,-1 1 0,1-1 0,-1 1 0,0-1 0,1 0 0,-1 0 0,0 1 0,0-1 0,1 0 0,-1 0 0,0 1 0,0-1 0,0 0 0,0 0 0,0 0 0,0-1-277,-1 1 0,1-1-1,-1 1 1,0-1 0,1 1 0,-1 0-1,0-1 1,0 1 0,0 0 0,0 0-1,0 0 1,0-1 0,0 1 0,-1 0-1,-1-1 1,-32-19-12461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8:11.8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291 0 1665,'0'0'720,"-178"85"-720,138-52 0,1-2-352,6-4-753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8:12.5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 1 5843,'0'0'5517,"-14"11"-4605,-38 35-23,39-30 317,13-7 637,1-9-1645,0 1-1,0 0 1,0-1 0,0 1 0,0-1-1,0 1 1,0-1 0,0 0 0,0 1-1,1-1 1,-1 0 0,0 0 0,2 0 0,1 1-219,41 3 1413,-1-1-1,54-4 1,-27 0-898,-71 1-494,288 5 1075,-210 0-738,125 25 1,-20 15-247,-181-45-99,0 1 1,1-1-1,-1 1 0,0 0 1,0 0-1,0 0 1,0 0-1,0 1 1,-1-1-1,1 0 1,0 1-1,0-1 1,-1 1-1,1 0 0,-1-1 1,1 1-1,-1 0 1,0 0-1,1 3 1,-1-4-8,-1 1-1,0 0 1,0 0 0,0 0 0,0-1 0,0 1 0,-1 0 0,1 0 0,0-1-1,-1 1 1,1 0 0,-1-1 0,0 1 0,1-1 0,-1 1 0,0 0 0,0-1-1,0 0 1,0 1 0,-1-1 0,1 0 0,0 1 0,0-1 0,-1 0 0,-2 2-1,-7 5-47,0-1 0,-1 1-1,0-2 1,-1 0-1,-24 9 1,-75 17-230,86-25 214,-76 18-93,-1-5 1,-154 11-1,242-31 188,16 0-40,65-2-162,1-3-1,80-17 0,-6-9-2542,-2-5-3818,-26 5-6177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9:06.6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1 146 1281,'0'0'6592,"5"-13"-5058,15-41-526,-19 50-630,0 0 0,1 0 0,-1 0 0,-1 0 0,1 0 0,-1 0 0,1-4 0,-2 6-565,1 1 0,0-1 1,1 1-1,-1-1 0,0 1 0,0-1 0,1 1 1,-1-1-1,1 1 0,-1-1 0,1 1 0,0 0 0,0-2 1,13-17-5180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8:58.6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354 0 19097,'0'0'9140,"-11"7"-8558,5-3-502,1 0 1,-1 0 0,1 1 0,0-1-1,0 1 1,0 0 0,1 1 0,0-1 0,0 1-1,0 0 1,0 0 0,1 0 0,0 0-1,1 1 1,-1-1 0,1 1 0,-1 8 0,-58 288 1797,21-93-1305,-37 228-521,36-195-61,0-56 9,35-163 0,5-41 0,0-51-490,0 12-2490,9-89-1,19 15-4396,-27 129 7327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8:59.4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82 12262,'0'0'7568,"4"-6"-6543,-3 3-905,1 1 0,-1 0-1,1-1 1,0 1 0,0 0 0,0 0 0,0 0-1,0 1 1,1-1 0,-1 0 0,0 1 0,1-1 0,-1 1-1,1 0 1,-1 0 0,1 0 0,0 0 0,0 1 0,-1-1-1,1 1 1,0-1 0,5 1 0,236 1 4402,124 24-2830,-138-7-1186,543-2 237,-689-16-693,-25-2-10,0-2 0,0-2 0,82-21 0,-31 3 26,155-15 1,-231 38-107,-32 7 51,-1 169 622,-2-117-450,-5 23 53,-31 160 0,11-99-145,-77 734-91,100-815 0,-5 113 0,-33 177 0,31-290 0,-19 83 0,24-125 0,-1-1 0,-1 0 0,-1 0 0,0 0 0,-15 22 0,20-37-37,1 0-1,-1 0 1,0 0 0,0-1-1,0 1 1,0-1 0,0 0-1,-1 0 1,1 0 0,-1 0 0,1-1-1,-1 1 1,0-1 0,1 0-1,-1 0 1,0 0 0,0-1-1,-5 1 1,1-1-192,0 1 1,0-2-1,1 1 1,-1-1-1,0 0 0,0-1 1,1 0-1,-13-4 0,7-1-989,0 0 0,-16-12-1,26 17 1017,-67-45-6300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9:00.2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264 1 13046,'0'0'11264,"-9"21"-10157,-87 255 1545,46-33-1618,22 1-532,5-34-317,-8-44-135,12-75-18,16-78-24,-1 21 0,4-34-2,0 1-73,5 2 62,11 2 22,1 0 0,0-2 1,1 0-1,26 1 0,-5 0-5,1114 47 810,-1000-53-620,179-26-1,-176 3 16,46-5 19,-167 25-175,-23 2-39,0 1 1,19 0 0,-30 1-162,-1-1 0,1 0 0,0 1 0,-1-1 1,1 0-1,-1 1 0,0-1 0,0 0 1,0 0-1,1 1 0,-1-1 0,-1 0 1,1 0-1,0 1 0,-1-3 0,1 0-351,-1-2-381,0-1 0,-1 0 0,0 0 0,0 1 0,0 0 0,-1-1 0,0 1 0,0 0 0,-1 0 1,-8-10-1,-28-40-10865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9:02.7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225 28 9204,'0'0'4608,"0"-4"-3784,0-9-106,0 3 4537,-8 10-3446,2 0-1697,0 1 0,0-1-1,1 1 1,-1 1-1,0-1 1,1 1 0,-1 0-1,1 0 1,0 0-1,-9 6 1,5-1 2,0-1 0,0 1 0,1 0-1,0 1 1,-9 11 0,5-4 41,2 0 1,0 1-1,0 0 1,2 0-1,0 1 1,-10 30-1,14-32-47,2 0 1,0 0-1,0 0 1,2 30-1,0-34-76,0-9-31,0-1 0,0 0 0,1 0 0,-1 1 0,0-1 0,1 0 0,0 0 1,-1 1-1,1-1 0,-1 0 0,1 0 0,0 0 0,0 0 0,0 0 1,0 0-1,-1 0 0,1 0 0,0-1 0,1 1 0,-1 0 0,0 0 0,0-1 1,0 1-1,0-1 0,1 1 0,-1-1 0,0 1 0,0-1 0,1 0 0,-1 0 1,0 0-1,0 1 0,2-1 0,9 1 25,1-1-1,22-1 1,-13 0 3,-15 1-25,0-1-1,-1 0 1,1-1 0,0 1 0,0-1 0,-1-1 0,1 1 0,-1-1 0,0 0-1,0 0 1,0-1 0,0 0 0,0 0 0,-1 0 0,0-1 0,9-9 0,3-7 24,0 0 0,-2 0 0,14-26 0,-25 39-54,-2 1-1,1-1 1,-1 1-1,0-1 0,-1 0 1,1 0-1,-2 0 1,1 0-1,-1 1 1,-1-12-1,1 3-337,0 14 177,0 0 0,0 0 1,-1 0-1,1 1 0,0-1 0,-1 0 1,1 0-1,-1 0 0,1 0 0,-3-3 0,2 4-369,0-1 0,-1 1 0,1-1 0,0 1 0,-1 0 0,1-1 0,-1 1 0,1 0 0,-1 0-1,-3-1 1,-10-5-7357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9:13.4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0 315 12150,'0'0'9567,"3"-4"-8452,-1 1-948,1 0 1,-1 0-1,1 1 1,0 0-1,0-1 1,0 1-1,0 0 0,0 1 1,0-1-1,1 0 1,-1 1-1,0 0 1,1-1-1,4 1 1,12-4 687,31-2 0,-19 4-259,134-17 1035,209 1 1,-327 20-1529,-18 0-50,-1-1 0,1-1 0,28-6 0,-57 6-56,0 1 1,0 0 0,0-1 0,0 1 0,0-1 0,0 0-1,0 1 1,0-1 0,-1 0 0,1 1 0,0-1 0,0 0-1,-1 0 1,1 0 0,0 1 0,-1-1 0,1 0 0,-1 0 0,0 0-1,1-2 1,7-23-358,-5 12-51,19-39-2331,5-15-6228,-14 25-3902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9:13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201 1 11493,'0'0'4749,"27"8"-2884,92 29-510,-105-32-1142,-1 0-1,1 1 1,-1 0 0,-1 1-1,1 1 1,-1 0 0,0 0-1,-1 1 1,0 1-1,-1 0 1,0 0 0,17 23-1,-21-24-83,0-1 0,0 1-1,-1 0 1,-1 1 0,1-1 0,-2 1-1,1 0 1,3 20 0,-3-5 136,-2 0-1,0 37 1,-2-53-214,0-1 0,-1 1 0,0-1-1,-1 0 1,0 1 0,0-1 0,-1 0 0,0 0 0,0 0-1,-1-1 1,0 1 0,-6 7 0,3-5 8,0-1 0,-1-1 0,0 1 0,-1-1 0,0-1 0,0 0-1,-1 0 1,-10 6 0,-1-3 9,0 0 0,0-1 0,-1-1 0,0-2 0,-1 0 0,1-1 1,-1-1-1,-33 1 0,-98-3-158,93-3-2504,61 2 2535,-1-1 1,1 0-1,0 0 1,0 0-1,0 0 1,0 0-1,0 0 1,0 0 0,0 0-1,-1 0 1,1 0-1,0 0 1,0 0-1,0 0 1,0 0-1,0 0 1,0 0-1,-1 0 1,1-1-1,0 1 1,0 0 0,0 0-1,0 0 1,0 0-1,0 0 1,0 0-1,0 0 1,-1 0-1,1 0 1,0 0-1,0 0 1,0-1 0,0 1-1,0 0 1,0 0-1,0 0 1,0 0-1,0 0 1,0 0-1,0 0 1,0-1-1,0 1 1,0 0-1,0 0 1,0 0 0,0 0-1,0 0 1,0 0-1,0-1 1,0 1-1,0 0 1,0 0-1,0 0 1,0 0-1,0 0 1,0-1-1,0-19-5340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9:15.0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1950 8 800,'0'0'17643,"5"-2"-16584,11-4-528,-18 9 438,-34 13 389,1-9-1015,1-1 0,-1-2 1,0-1-1,-60-4 1,48 1-109,-789 0 1537,788 0-1739,1 3-1,-1 2 1,1 2 0,0 2 0,1 2 0,-78 29-1,93-28-20,2-1 9,0 1 1,-53 30-1,74-37 13,1 0-1,0 1 1,0-1 0,0 1-1,1 0 1,0 1-1,0 0 1,0 0 0,1 0-1,0 1 1,1-1-1,0 1 1,0 0 0,0 0-1,-2 10 1,1 10 153,1 1 0,1-1 0,2 1-1,2 35 1,-1-22-51,4 28 112,3-1 1,18 79-1,0-2 37,-1 198 53,-24 0-197,0-312-119,-23 252 13,-21-1 8,9-59-17,-8 73 20,43-296-46,-7 24-16,7-24 16,-1 0-1,1-1 0,-1 0 1,1 1-1,-1-1 0,1 1 0,-1-1 1,0 1-1,1-1 0,-1 0 1,0 1-1,1-1 0,-1 0 1,1 0-1,-1 0 0,0 1 1,0-1-1,1 0 0,-1 0 1,0 0-1,1 0 0,-1 0 0,0 0 1,1 0-1,-1-1 0,0 1 1,1 0-1,-1 0 0,0 0 1,1-1-1,-2 0 0,-1 0-5,0-1 1,0 1-1,1-1 0,-1 0 0,0 0 0,1 0 0,-1-1 1,1 1-1,0-1 0,0 1 0,0-1 0,0 0 0,0 0 1,1 1-1,-1-1 0,1 0 0,-1-4 0,1 5 0,0 0-1,0 0 0,1-1 0,-1 1 0,1 0 1,-1 0-1,1-1 0,0 1 0,0 0 0,0 0 1,0-1-1,0 1 0,1 0 0,-1-1 1,1 1-1,-1 0 0,1 0 0,0 0 0,0 0 1,0 0-1,0 0 0,0 0 0,0 0 0,1 0 1,-1 0-1,3-2 0,2-1 6,1 1-1,-1 0 1,1 1-1,-1-1 1,1 1-1,0 1 1,10-3-1,57-10 4,-50 11-3,170-22 21,373-3 0,-540 29-5,479 21-51,-216-3 17,-285-18 20,0 0 0,0-1 0,-1 0 0,1 0 0,0-1 0,-1 1 0,1-1 0,-1 0 0,1 0 0,-1 0 0,0-1 0,0 0 0,0 1 0,0-2 0,0 1 0,-1 0 0,0-1 0,1 1 0,4-8 0,5-8 9,-2-1-1,1 0 1,8-24-1,-11 23 0,33-75 76,29-104 1,16-109 84,-77 274-156,83-382 265,-75 298 19,3-192 0,-20 293-263,-4-193 313,0 165-286,-2 0 1,-15-65 0,9 67 17,-1 1 1,-27-61-1,34 92-317,-1 1-1,-1-1 1,1 1-1,-2 0 1,1 0-1,-2 1 1,1 0-1,-1 1 0,-1 0 1,0 0-1,0 1 1,0 0-1,-13-6 1,-28-9-4344,2 6-3948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9:15.7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4418,'0'0'0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9:19.6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213 0 15399,'0'0'3359,"-10"34"-2297,6-19-950,-8 24 100,3 0 0,1 0-1,1 1 1,-1 68 0,8 636 860,0-739-1201,0 1 0,-1-1-1,1 0 1,-1 0-1,-1 0 1,1 0-1,-1 0 1,1 0 0,-1 0-1,-1 0 1,1 0-1,-1-1 1,0 0-1,0 1 1,-5 5 0,3-5-597,0-1 0,0 0 1,-1 1-1,1-2 1,-1 1-1,0-1 0,0 0 1,0 0-1,0 0 0,0-1 1,-12 3-1,-24 2-6669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9:19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12950,'0'0'4018,"67"175"-3906,-13-160-112,4-8-817,2-7-1183,-5-7-2210,-10-32 384,-12-15-2017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9:19.9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388 0 6195,'0'0'9732,"9"212"-9075,-33-109-369,-16 0-224,-17-3-64,-16-4-96,-21-17-2369,-15-15-5091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9:23.9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1078 2257,'0'0'24062,"7"-3"-21408,63-41-1567,122-56-1,89-13 535,73-4-1621,121-44 0,-472 159 0,36-13 0,59-31 0,-89 40 0,1 1 0,-1-1 0,0-1 0,-1 0 0,1 0 0,-1 0 0,-1-1 0,0-1 0,0 1 0,0-1 0,6-12 0,-11 12 0,0-1 0,0 0 0,-1 0 0,0 0 0,-1 0 0,0 0 0,-2-18 0,1 25 0,-3-22-1054,-1-1 1,-1 1-1,-2 0 1,-11-27-1,-13-43-4208,26 67-2056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9:24.2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312 0 13910,'0'0'7292,"19"9"-6396,-3-2-691,2 0-11,-1 1 1,-1 0-1,1 2 1,-2 0-1,26 20 0,-28-18-77,-1 1 0,0 0 0,-1 0-1,-1 1 1,0 0 0,-1 1 0,0 0-1,-1 1 1,10 28 0,-12-22-24,0 0 0,-1 0 0,-2 0 1,0 1-1,-1-1 0,-1 1 0,-3 23 0,1-37-52,0 1-1,-1 0 0,0-1 0,0 0 1,-1 1-1,-1-1 0,0 0 1,0 0-1,-9 14 0,4-10 14,0-2-1,-1 1 1,0-1-1,0 0 1,-22 16-1,5-9 32,0 0 0,-2-2 0,0-1-1,-1-1 1,-37 12 0,-79 17 167,12-4-1248,132-39-723,6-6-1210,16-29-2940,14-14-5307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9:25.6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1248 24 9604,'0'0'7484,"0"-3"-6529,0 3-909,0-1 0,0 0 0,0 1 1,0-1-1,0 0 0,0 1 0,-1-1 0,1 0 1,0 1-1,-1-1 0,1 1 0,0-1 0,-1 0 0,1 1 1,0-1-1,-1 1 0,1-1 0,-1 1 0,1 0 1,-1-1-1,1 1 0,-1-1 0,0 1 0,1 0 0,-1 0 1,1-1-1,-1 1 0,0 0 0,1 0 0,-1 0 1,0-1-1,1 1 0,-2 0 0,-30 0 854,15 0-571,-129-3 2126,-66 1-716,162 4-1544,0 2-1,-59 13 1,59-6-85,0 2 0,0 3 1,1 1-1,1 3 0,-75 43 0,110-55-44,0 0 0,1 1-1,0 1 1,0 0 0,1 1-1,1 0 1,0 0-1,0 1 1,-11 19 0,17-20 6,0 0 1,1 1 0,1 0-1,0 0 1,0 0-1,1 0 1,1 20 0,-2 5 53,-21 157 426,5-20-157,-6 100-14,23 224 171,2-262-349,-1-234-192,-1 0-1,1 0 1,0 0-1,-1 0 1,1 0-1,-1 0 1,0 0-1,1-1 1,-1 1-1,0 0 1,0-1-1,0 1 1,-1 0-1,1-1 1,0 1-1,0-1 1,-1 0-1,1 1 1,-1-1-1,1 0 1,-1 0-1,0 0 1,0 0-1,1 0 0,-1 0 1,0-1-1,0 1 1,-3 0-1,116-50 79,58-21-47,-67 42 25,186-28-1,40-9 7,-300 57-60,0-2 0,0-1 0,-1 0 1,0-3-1,-1 0 0,41-30 0,-50 31-8,-1 0-1,-1-2 1,0 0-1,-2 0 0,1-2 1,-2 1-1,0-2 1,-1 1-1,-1-2 1,11-24-1,-1-12 38,-3-1 1,-2 0-1,-2-1 0,-3-1 1,-3 0-1,-2 0 0,-3-63 1,-1 57 41,-5-126 293,1 166-295,0 0 0,-2 0 0,0 0 0,-2 0-1,-15-37 1,-23-27 121,34 66-231,9 17-44,0 1 1,0-1 0,-1 1 0,1 0 0,-1 0 0,-6-7-1,7 9-225,0 0-1,1 1 1,-1 0-1,0-1 0,-1 1 1,1 0-1,0 0 1,0 0-1,0 0 0,-1 1 1,-2-2-1,-13-1-3930,-5-3-2930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9:25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8932,'0'0'0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9:26.3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7 16039,'0'0'5902,"-1"-2"-6157,-7-1 4936,1 2-3265,5 19-14712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9:28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 9156,'0'0'11480,"13"-2"-10498,53-6 58,1 3 1,112 7-1,72 30 152,-2 0-153,-217-31-1229,-43-16-2114,9 12 1687,-10-26-3604,9-6-2211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9:28.8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485 1 6643,'0'0'11371,"34"29"-10747,-34-29-624,143 129 525,-133-119-475,0 1 0,-1 0 0,-1 0 0,1 1 0,-2 0 0,1 0 0,-2 1 0,0 0 0,0 0 0,-1 0 0,-1 1 0,0 0 0,2 18 0,-5-26-37,5 21 71,-2-1 1,0 1 0,-2 1-1,-1-1 1,-3 32 0,0-44-31,0 1 1,-1-1 0,-1 0 0,0 0-1,-1 0 1,-1 0 0,0-1-1,-1 0 1,0 0 0,-14 18 0,-9 4 56,-1-1 1,-2-1-1,-1-2 0,-2-1 1,-1-2-1,-1-2 1,-1-1-1,-60 28 1,76-43-87,0-1 1,-1 0 0,-38 8 0,48-15-399,1-1 0,-1 0 0,0 0 0,0-2 1,0 0-1,0 0 0,1-2 0,-15-2 1,14 0-1461,1 0 0,-21-11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9:29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423 1 18152,'0'0'881,"-21"28"170,8-11-787,-9 11 195,2 1 1,1 0-1,0 2 0,3 0 1,-20 51-1,-185 662 1128,195-648-1536,19-76-221,7-20 140,0 0 0,0 0 0,0 0 1,0-1-1,0 1 0,0 0 1,0 0-1,0 0 0,0 0 0,0 0 1,0 0-1,0 0 0,-1 0 0,1 0 1,0 0-1,0 0 0,0 0 1,0 0-1,0 0 0,0 0 0,0 0 1,0 0-1,0 0 0,0 0 1,0 0-1,0 0 0,0 0 0,0 0 1,-1 0-1,1 0 0,0 0 0,0 0 1,0 0-1,0 0 0,0 0 1,0 0-1,0 0 0,0 0 0,0 0 1,0 1-1,0-1 0,0 0 1,0 0-1,0 0 0,0 0 0,0 0 1,0 0-1,1-34-4033,1 9 2592,3-52-5271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9:30.3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503 285 14070,'0'0'3197,"33"-22"-1423,-6 3-1396,-8 5-181,2 0 1,0 1-1,0 1 1,1 1-1,0 1 1,1 0-1,0 2 1,48-10-1,376-28 1014,-206 27-562,-182 11-492,0-4 0,68-21 1,-97 25-19,-20 5-51,9-2 659,-19 9-699,0 19 46,-9 244 1301,-29 65-576,-30 328-571,32-256-220,-22-5-30,48-350 0,-2-1 0,-1 0 0,-33 73 0,34-96 1,-1 0 0,-2-1 0,0-1 0,-1 0 0,-1-1 0,-2-1 0,-37 35 0,24-30 17,-2-2-1,0-1 0,-1-1 0,-2-3 0,0 0 0,0-3 0,-2-1 0,-78 19 0,36-17 19,-1-4 1,-1-4-1,-120-2 0,170-7-42,-1-2 0,0-1 0,1-1 0,0-2 1,0-2-1,-40-14 0,58 16-144,-1-1-1,1-1 1,0 0-1,0-1 1,1 0 0,-13-13-1,18 14-192,0-1 0,1 0 0,0 0 0,0-1 0,1 0-1,0 0 1,1-1 0,0 0 0,-4-13 0,4 9-1261,2 0 1,0-1 0,-4-29-1,4-53-10003,4 97 11546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9:30.8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31 8020,'0'0'12563,"7"-1"-11453,3 0-892,0 1 0,0 0 0,0 1 0,0 0 0,0 0 0,0 1 0,19 6 0,0 0 41,501 90 1537,-454-88-1612,121-1 0,-195-8-184,0-1 1,1 0 0,-1 0-1,0-1 1,0 1 0,0 0-1,0-1 1,0 1 0,0-1-1,0 0 1,0 1 0,0-1-1,-1 0 1,1 0 0,0 0-1,0 0 1,-1-1-1,1 1 1,-1 0 0,2-3-1,-2 3-24,0-1 0,0 1-1,-1-1 1,1 0-1,0 0 1,-1 1 0,0-1-1,1 0 1,-1 0 0,0 0-1,0 1 1,0-1-1,0 0 1,0 0 0,-1 0-1,1 0 1,-1 1-1,1-1 1,-1 0 0,1 1-1,-2-4 1,-1 1-218,1 0 0,-1-1 0,0 1 0,0 0 0,0 0 0,0 1 0,-1-1 0,1 1 0,-1-1 0,0 1 0,-8-4 0,-4-3-2144,-31-12-1,37 18 1228,-45-20-6330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9:32.0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722 1 12310,'0'0'8662,"-5"10"-7739,-97 216 2340,-3 3-2365,9 4 1,-127 485-1,107-133-1250,50-230 93,58-321-800,12-62-4088,16-40-1530,11-20-3472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19:32.3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55 7635,'0'0'10453,"170"-54"-9796,-70 57-145,12 30-512,-3 1-48,-18-13-1809,-31-18-7123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0:40.7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330 471 4914,'0'0'5141,"-27"0"2580,25 0-7590,0-1-1,0 1 0,0 0 1,0-1-1,0 1 0,0-1 1,1 1-1,-1-1 1,0 0-1,0 0 0,0 0 1,1 0-1,-1 0 1,1-1-1,-1 1 0,1 0 1,-1-1-1,1 1 0,-1-1 1,1 1-1,0-1 1,0 0-1,0 1 0,0-1 1,0 0-1,1 0 1,-1 0-1,0 0 0,1 1 1,-1-1-1,1-3 0,-2-8 273,0 0-1,1 0 0,1-23 0,1 19-169,-1 5-126,0-9 204,3-30-1,-2 44-238,1-1 1,0 1-1,0-1 0,0 1 1,1 0-1,0 0 0,6-9 1,21-31 600,43-50 1,-70 93-651,1 1-1,-1-1 1,1 1 0,0 0-1,0 0 1,0 1 0,0-1-1,1 1 1,-1 0 0,1 0-1,-1 0 1,1 1 0,0-1-1,6 0 1,6 0-29,0 1-1,30 1 1,-18 1 24,12 1-13,1 2 1,-1 1-1,0 3 0,0 1 1,-1 2-1,0 2 0,41 19 1,-11-1-6,-69-30-3,0 0-1,0 0 1,0 0 0,0 0 0,0 1 0,0-1 0,0 0 0,-1 1 0,1-1 0,-1 1 0,1-1 0,-1 1 0,1-1 0,-1 1-1,0-1 1,1 1 0,-1-1 0,0 1 0,0-1 0,0 1 0,0-1 0,-1 1 0,1 1 0,-1 2 2,2 29 14,0-5 106,-2-1 0,0 0-1,-10 47 1,-3-20 38,-2 0 0,-3 0 0,-3-2 0,-1-1 0,-3 0 0,-39 56 0,59-98-127,0-2 0,-1 1 0,0-1 0,-17 15-1,20-20-17,0 0-1,-1 0 0,0 0 1,1-1-1,-1 1 0,0-1 1,0 0-1,-1-1 0,1 1 0,0-1 1,0 0-1,-6 0 0,2 0-2,0 0 0,1-1 0,-1 0-1,0 0 1,1-1 0,-1 0 0,1-1-1,-1 1 1,1-2 0,0 1 0,-1-1-1,1-1 1,1 1 0,-1-1 0,0-1-1,1 1 1,-9-9 0,-37-32-24,2-3 0,-65-78 0,66 67-796,-93-81-1,74 86-2092,40 32-1133,2 1-6093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0:42.5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 9236,'0'0'8740,"28"-3"-8110,-15 2-552,198-13 1018,457 17 1027,-667-3-2987,-9-1-9960,-6-7 1137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0:42.8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30 1729,'0'0'15871,"16"-8"-15300,-15 7-560,4-2 23,0 1-1,-1-1 1,1 1-1,0 0 0,0 0 1,0 0-1,0 1 0,1 0 1,-1 0-1,0 0 1,0 1-1,1 0 0,-1-1 1,0 2-1,1-1 0,-1 1 1,0 0-1,1 0 0,-1 0 1,0 1-1,0 0 1,0 0-1,0 0 0,5 4 1,233 129 1719,102 63-598,-340-195-1154,-1 0 0,0 0 0,0 0 0,0 0 0,0 1 0,0-1 0,0 1 0,-1 0 0,0 0 0,0 1 0,4 5 1,-6-6-4,1 1 0,-1 0 1,0-1-1,0 1 1,0 0-1,-1-1 0,0 1 1,0 0-1,0 0 1,0-1-1,-1 1 0,-1 6 1,0-4 20,0 0 1,0 0 0,-1 0 0,0 0-1,0 0 1,0-1 0,-1 1-1,0-1 1,-5 6 0,-8 9 173,-25 21-1,22-23-91,-18 19 323,-75 57 0,95-82-346,0-1 0,-1-1 0,0-1 0,-1-1 0,0 0 0,0-1 0,-29 6 0,3-7-211,0-2 0,0-2-1,-1-2 1,-56-5-1,80 2-699,0-1 0,-37-10 0,-34-21-3255,79 28 3373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0:47.6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1 509 2801,'0'0'7094,"7"-6"-6219,19-18 256,-20 18 323,-6 5-1189,0 1-1,0 0 0,0 0 1,0-1-1,-1 1 0,1 0 0,0 0 1,0-1-1,0 1 0,0 0 0,0-1 1,0 1-1,0 0 0,0-1 0,0 1 1,0 0-1,0-1 0,0 1 1,0 0-1,0 0 0,0-1 0,0 1 1,0 0-1,1-1 0,-1 1 0,0 0 1,0 0-1,0-1 0,0 1 0,1 0 1,-1 0-1,0-1 0,0 1 0,0 0 1,1 0-1,9-7 1689,19-3-1455,1 2 0,0 2 0,49-6 0,98 3-78,-118 7-257,12 0-49,263-23-106,-330 25-20,0-1 0,1 1 0,-1-1 0,0-1 0,0 1 0,0 0 0,0-1 0,0 0-1,-1 0 1,7-4 0,-8 4-161,0 0 0,-1 0 0,1 0 0,-1-1 0,1 1 0,-1 0-1,0-1 1,1 1 0,-1-1 0,0 1 0,-1-1 0,1 0 0,0 1 0,-1-1-1,0 0 1,1-5 0,-1-2-816,2 0-77,-2 0-1,1 0 1,-1 0 0,-1 0 0,1 0 0,-2 0 0,0 0 0,0 1 0,-5-15 0,-42-73-7603,14 29 11039,28 48 1719,6 12 2312,10 12-5177,2 6-1072,0 0 0,-2 1 0,1 0 0,-1 1-1,-1 0 1,0 0 0,7 15 0,42 101 566,-55-124-698,14 35 155,0 2-1,-3-1 0,-1 2 0,-2 0 1,5 56-1,-14-86-156,0 1 0,-2-1 0,1 1 1,-2-1-1,-3 18 0,3-23-16,0 0-1,-1-1 1,0 1 0,0 0 0,-1-1-1,1 0 1,-1 0 0,-1 0 0,1 0-1,-11 9 1,4-5-1,-1 0 0,-1-1 0,0-1 0,0 0 0,0 0 0,-1-2 0,-20 8 1,-12 1-127,-58 10 1,0-7-1712,-1-4-1,-143 0 1,-13-13-6259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4T09:20:56.5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1765 221 7411,'0'0'6715,"8"-9"-5866,27-28-33,-34 36-676,-1 1 0,1-1 0,0 0-1,0 0 1,-1 0 0,1 0 0,0 0-1,-1 0 1,1 0 0,-1 0 0,1 0-1,-1 0 1,1 0 0,-1 0 0,0 0 0,0 0-1,1-2 1,-2 3-32,1-1-1,0 1 1,-1-1-1,1 0 1,0 1-1,-1-1 1,1 1-1,-1-1 1,1 1-1,-1 0 1,1-1-1,-1 1 1,1-1-1,-1 1 1,1 0-1,-1-1 1,1 1-1,-1 0 1,-1-1-1,-62-21 356,-2 2 0,-77-12 0,135 30-422,-132-23 729,-217-11 0,-142 26 454,477 11-1174,-1 0 1,1 1-1,0 2 0,0 0 0,-25 8 0,34-7-44,0-1-1,0 2 0,1 0 1,-1 0-1,1 2 1,1-1-1,-1 1 0,1 1 1,-14 14-1,20-19-5,0 1 0,1 0 0,-1 1 0,1-1 0,0 1 0,1 0 0,-1 0 0,1 0 0,0 0 0,1 1 0,0-1 0,0 1 0,0 0 0,0-1 0,1 1 0,1 0 0,-1 13 0,1 31 190,1-1-1,3 1 0,15 69 1,4-9-51,-6 2 1,-4 0-1,-2 168 0,-13-234-114,-2 0-1,-16 79 0,-36 92 8,25-104-14,-26 124 12,-18 67 4,72-295-37,-1 1-1,1-1 0,-10 16 1,9-18 4,3-7 7,2-2-10,-1 0 0,1 0 0,0 0 0,-1 0 0,1 0 0,0 0 0,0 0 0,0 0 1,0 0-1,0 0 0,0 0 0,2-1 0,-1 0-3,7-3 2,-1-1-1,1 1 0,0 1 1,0-1-1,0 1 0,1 1 0,0 0 1,-1 0-1,1 1 0,12-1 1,14 0-3,55 1 0,-54 3 0,33-2 10,0 4 1,82 13-1,37 26 15,11 2 14,-151-36-17,2-2-1,52 0 1,-73-6-12,-7 1 8,35-4-1,-51 2-5,-1 0 0,1 0-1,-1-1 1,0 0 0,0 0 0,0 0-1,0-1 1,0 0 0,0 0 0,5-4 0,0-3 9,0 0 0,0-1 0,-1 0 0,0-1 0,-1 0 1,0 0-1,-1-1 0,-1 0 0,0 0 0,9-25 0,-2-6 53,-1 0 0,9-56 0,-10 22 67,3-95-1,-11-83 140,-4 240-264,-2-107 292,-5 0 0,-46-239 1,48 338-269,-127-487 73,84 391-3959,32 86-2012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Lecture-1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B1E8206-5749-452C-870E-52CFAFB5846C}" type="datetimeFigureOut">
              <a:rPr lang="en-US" smtClean="0"/>
              <a:pPr>
                <a:defRPr/>
              </a:pPr>
              <a:t>6/14/2026</a:t>
            </a:fld>
            <a:endParaRPr lang="en-US"/>
          </a:p>
        </p:txBody>
      </p:sp>
      <p:sp>
        <p:nvSpPr>
          <p:cNvPr id="573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fld id="{29515144-DAD1-4D30-BCF8-73F71ACED8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769575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7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16" name="Picture 17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0" y="4281488"/>
            <a:ext cx="9144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5" name="Picture 8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7620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11715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2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600200"/>
            <a:ext cx="4038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0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8" name="Rectangle 7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6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362199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2"/>
            <a:ext cx="4041775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199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6" name="Rectangle 5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4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407025"/>
            <a:ext cx="54864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828800"/>
            <a:ext cx="54864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711825"/>
            <a:ext cx="54864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7"/>
          <p:cNvGrpSpPr>
            <a:grpSpLocks/>
          </p:cNvGrpSpPr>
          <p:nvPr/>
        </p:nvGrpSpPr>
        <p:grpSpPr bwMode="auto">
          <a:xfrm rot="5400000">
            <a:off x="5006182" y="2567781"/>
            <a:ext cx="5181600" cy="46037"/>
            <a:chOff x="1905000" y="6553200"/>
            <a:chExt cx="7010400" cy="45719"/>
          </a:xfrm>
        </p:grpSpPr>
        <p:sp>
          <p:nvSpPr>
            <p:cNvPr id="5" name="Rectangle 4"/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0" descr="Picture 7.png"/>
          <p:cNvPicPr>
            <a:picLocks noChangeAspect="1"/>
          </p:cNvPicPr>
          <p:nvPr/>
        </p:nvPicPr>
        <p:blipFill>
          <a:blip r:embed="rId2" cstate="print"/>
          <a:srcRect l="5336" t="1923"/>
          <a:stretch>
            <a:fillRect/>
          </a:stretch>
        </p:blipFill>
        <p:spPr bwMode="auto">
          <a:xfrm>
            <a:off x="-7938" y="381000"/>
            <a:ext cx="692151" cy="219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 rot="5400000">
            <a:off x="-2794793" y="3809206"/>
            <a:ext cx="5867400" cy="2301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38100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5410200" y="2743200"/>
            <a:ext cx="58674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ustom Layout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9" name="Picture 10" descr="BITS_university_logo_whitevert.png"/>
          <p:cNvPicPr>
            <a:picLocks noChangeAspect="1"/>
          </p:cNvPicPr>
          <p:nvPr/>
        </p:nvPicPr>
        <p:blipFill>
          <a:blip r:embed="rId3" cstate="print"/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400" y="5667375"/>
            <a:ext cx="1905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2022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E925-ADDC-49A9-A272-8A529A385F35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90FEB-E96E-408A-9F4A-73F46EB5A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1314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2"/>
            <a:ext cx="7010400" cy="46039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2"/>
            <a:ext cx="7010400" cy="4603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2" y="2"/>
            <a:ext cx="2193925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4713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E925-ADDC-49A9-A272-8A529A385F35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90FEB-E96E-408A-9F4A-73F46EB5A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32694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2"/>
            <a:ext cx="7010400" cy="46039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2"/>
            <a:ext cx="7010400" cy="4603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2" y="2"/>
            <a:ext cx="2193925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207159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E925-ADDC-49A9-A272-8A529A385F35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90FEB-E96E-408A-9F4A-73F46EB5A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175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6E925-ADDC-49A9-A272-8A529A385F35}" type="datetimeFigureOut">
              <a:rPr lang="en-IN" smtClean="0"/>
              <a:t>14-06-2026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90FEB-E96E-408A-9F4A-73F46EB5A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6910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9A1433-2BD6-474A-B042-E5F0856EF48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/>
            </a:lvl1pPr>
          </a:lstStyle>
          <a:p>
            <a:pPr>
              <a:defRPr/>
            </a:pPr>
            <a:fld id="{78B23240-9A46-45DC-80D8-72E6138EF4CC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D8A489-38BD-40B0-9083-7E99DA903139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38CB16-FC74-415F-A778-AFAE7BEAFAF6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B1E71-4690-4FD4-BBCF-A3779CD52565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D64774-6889-4F3F-87B3-82AF987C97C8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2715D1-A74F-4481-8AFF-0CF19F1A4227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936656-7811-4E10-ABA8-C743BA19F43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0E505A-A9CD-4645-BB6F-663BC8294A50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21827-D599-4054-9CED-35F966873CD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872A46-881B-4CE5-A377-400F5AC5756F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1"/>
            <a:ext cx="7010400" cy="46039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1"/>
            <a:ext cx="7010400" cy="4603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2" y="1"/>
            <a:ext cx="2193925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43424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5"/>
          <p:cNvGrpSpPr>
            <a:grpSpLocks/>
          </p:cNvGrpSpPr>
          <p:nvPr/>
        </p:nvGrpSpPr>
        <p:grpSpPr bwMode="auto">
          <a:xfrm>
            <a:off x="0" y="1295401"/>
            <a:ext cx="7010400" cy="46039"/>
            <a:chOff x="1905000" y="6553200"/>
            <a:chExt cx="7010400" cy="45719"/>
          </a:xfrm>
        </p:grpSpPr>
        <p:sp>
          <p:nvSpPr>
            <p:cNvPr id="4" name="Rectangle 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grpSp>
        <p:nvGrpSpPr>
          <p:cNvPr id="8" name="Group 10"/>
          <p:cNvGrpSpPr>
            <a:grpSpLocks/>
          </p:cNvGrpSpPr>
          <p:nvPr/>
        </p:nvGrpSpPr>
        <p:grpSpPr bwMode="auto">
          <a:xfrm>
            <a:off x="2133600" y="6553201"/>
            <a:ext cx="7010400" cy="4603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013">
                <a:solidFill>
                  <a:prstClr val="white"/>
                </a:solidFill>
              </a:endParaRPr>
            </a:p>
          </p:txBody>
        </p:sp>
      </p:grpSp>
      <p:pic>
        <p:nvPicPr>
          <p:cNvPr id="12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2" y="1"/>
            <a:ext cx="2193925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3276600" y="6596065"/>
            <a:ext cx="5867400" cy="21929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82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825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356320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76600" y="6596068"/>
            <a:ext cx="5867400" cy="1876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619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19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2084388" y="6550028"/>
            <a:ext cx="7059612" cy="49213"/>
            <a:chOff x="2083888" y="6550671"/>
            <a:chExt cx="7060112" cy="48665"/>
          </a:xfrm>
        </p:grpSpPr>
        <p:sp>
          <p:nvSpPr>
            <p:cNvPr id="6" name="Rectangle 5"/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900">
                <a:solidFill>
                  <a:prstClr val="white"/>
                </a:solidFill>
              </a:endParaRPr>
            </a:p>
          </p:txBody>
        </p:sp>
      </p:grpSp>
      <p:pic>
        <p:nvPicPr>
          <p:cNvPr id="9" name="Picture 11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 bwMode="auto">
          <a:xfrm>
            <a:off x="6629403" y="1"/>
            <a:ext cx="2193925" cy="692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" name="Group 18"/>
          <p:cNvGrpSpPr>
            <a:grpSpLocks/>
          </p:cNvGrpSpPr>
          <p:nvPr/>
        </p:nvGrpSpPr>
        <p:grpSpPr bwMode="auto">
          <a:xfrm>
            <a:off x="2133600" y="6553201"/>
            <a:ext cx="7010400" cy="46039"/>
            <a:chOff x="1905000" y="6553200"/>
            <a:chExt cx="7010400" cy="45719"/>
          </a:xfrm>
        </p:grpSpPr>
        <p:sp>
          <p:nvSpPr>
            <p:cNvPr id="11" name="Rectangle 10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900">
                <a:solidFill>
                  <a:prstClr val="white"/>
                </a:solidFill>
              </a:endParaRPr>
            </a:p>
          </p:txBody>
        </p:sp>
      </p:grpSp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0" y="1295401"/>
            <a:ext cx="7010400" cy="4603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900">
                <a:solidFill>
                  <a:prstClr val="white"/>
                </a:solidFill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900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41"/>
            <a:ext cx="8229600" cy="4525963"/>
          </a:xfrm>
        </p:spPr>
        <p:txBody>
          <a:bodyPr/>
          <a:lstStyle>
            <a:lvl1pPr marL="257175" marR="0" indent="-25717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Char char="•"/>
              <a:tabLst/>
              <a:defRPr sz="18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  <a:lvl2pPr marL="417910" marR="0" indent="-160735" algn="l" defTabSz="51435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80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2pPr>
            <a:lvl3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2025"/>
              </a:lnSpc>
              <a:spcBef>
                <a:spcPts val="0"/>
              </a:spcBef>
              <a:buNone/>
              <a:defRPr sz="2700" b="1" spc="-85" baseline="0">
                <a:latin typeface="Cambria" panose="02040503050406030204" pitchFamily="18" charset="0"/>
                <a:ea typeface="Cambria" panose="02040503050406030204" pitchFamily="18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47174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EFCE0F-DF2D-4465-B568-7505733AD93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4638"/>
            <a:ext cx="6120680" cy="850106"/>
          </a:xfrm>
          <a:prstGeom prst="rect">
            <a:avLst/>
          </a:prstGeo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2195513" y="6237288"/>
            <a:ext cx="4392612" cy="365125"/>
          </a:xfrm>
          <a:prstGeom prst="rect">
            <a:avLst/>
          </a:prstGeom>
        </p:spPr>
        <p:txBody>
          <a:bodyPr/>
          <a:lstStyle>
            <a:lvl1pPr algn="ctr">
              <a:defRPr sz="1200" b="1" smtClean="0"/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532813" y="6237288"/>
            <a:ext cx="611187" cy="293687"/>
          </a:xfrm>
          <a:prstGeom prst="rect">
            <a:avLst/>
          </a:prstGeom>
        </p:spPr>
        <p:txBody>
          <a:bodyPr/>
          <a:lstStyle>
            <a:lvl1pPr>
              <a:defRPr sz="1600" b="1" smtClean="0"/>
            </a:lvl1pPr>
          </a:lstStyle>
          <a:p>
            <a:pPr>
              <a:defRPr/>
            </a:pPr>
            <a:fld id="{578891D9-9DBF-4503-8954-7823A473F5F2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754B72-864B-4419-8417-A1CD80834F1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C4AA0-627E-417E-B63D-B3DF9B458D26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5947CB-2DD6-480A-BB8A-9DB725A59BE4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A44F58-842A-4939-AD5D-04575B8B76C1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62B2FC-FC80-4EAE-B114-A316EDBA5B6E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33D8C1-C48A-434B-B05D-32EFC992A06D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BC52F0-3AC6-4B70-9B7C-80128C5BC8D3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04F594-7693-4705-8E88-CEADBE86DA53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18/06/15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806891-6D43-46F3-BFF0-1270190D4E6C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18/06/15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0DB935C-A2BB-404C-A6C5-67E9068028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1" r:id="rId12"/>
    <p:sldLayoutId id="2147483909" r:id="rId13"/>
    <p:sldLayoutId id="2147483910" r:id="rId14"/>
    <p:sldLayoutId id="2147483911" r:id="rId15"/>
    <p:sldLayoutId id="2147483912" r:id="rId16"/>
    <p:sldLayoutId id="2147483913" r:id="rId17"/>
    <p:sldLayoutId id="2147483914" r:id="rId18"/>
    <p:sldLayoutId id="2147483915" r:id="rId19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pic>
        <p:nvPicPr>
          <p:cNvPr id="3076" name="Picture 7" descr="Picture 7.png"/>
          <p:cNvPicPr>
            <a:picLocks noChangeAspect="1"/>
          </p:cNvPicPr>
          <p:nvPr/>
        </p:nvPicPr>
        <p:blipFill>
          <a:blip r:embed="rId16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77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3078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  <p:sldLayoutId id="2147483916" r:id="rId12"/>
    <p:sldLayoutId id="2147483917" r:id="rId13"/>
    <p:sldLayoutId id="2147483918" r:id="rId14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276600" y="6596063"/>
            <a:ext cx="58674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pic>
        <p:nvPicPr>
          <p:cNvPr id="4100" name="Picture 7" descr="Picture 7.png"/>
          <p:cNvPicPr>
            <a:picLocks noChangeAspect="1"/>
          </p:cNvPicPr>
          <p:nvPr/>
        </p:nvPicPr>
        <p:blipFill>
          <a:blip r:embed="rId13" cstate="print"/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101" name="Group 8"/>
          <p:cNvGrpSpPr>
            <a:grpSpLocks/>
          </p:cNvGrpSpPr>
          <p:nvPr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4102" name="Group 12"/>
          <p:cNvGrpSpPr>
            <a:grpSpLocks/>
          </p:cNvGrpSpPr>
          <p:nvPr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1" Type="http://schemas.openxmlformats.org/officeDocument/2006/relationships/customXml" Target="../ink/ink10.xml"/><Relationship Id="rId42" Type="http://schemas.openxmlformats.org/officeDocument/2006/relationships/image" Target="../media/image33.png"/><Relationship Id="rId63" Type="http://schemas.openxmlformats.org/officeDocument/2006/relationships/customXml" Target="../ink/ink31.xml"/><Relationship Id="rId84" Type="http://schemas.openxmlformats.org/officeDocument/2006/relationships/image" Target="../media/image54.png"/><Relationship Id="rId138" Type="http://schemas.openxmlformats.org/officeDocument/2006/relationships/image" Target="../media/image81.png"/><Relationship Id="rId159" Type="http://schemas.openxmlformats.org/officeDocument/2006/relationships/customXml" Target="../ink/ink79.xml"/><Relationship Id="rId107" Type="http://schemas.openxmlformats.org/officeDocument/2006/relationships/customXml" Target="../ink/ink53.xml"/><Relationship Id="rId11" Type="http://schemas.openxmlformats.org/officeDocument/2006/relationships/customXml" Target="../ink/ink5.xml"/><Relationship Id="rId32" Type="http://schemas.openxmlformats.org/officeDocument/2006/relationships/image" Target="../media/image28.png"/><Relationship Id="rId53" Type="http://schemas.openxmlformats.org/officeDocument/2006/relationships/customXml" Target="../ink/ink26.xml"/><Relationship Id="rId74" Type="http://schemas.openxmlformats.org/officeDocument/2006/relationships/image" Target="../media/image49.png"/><Relationship Id="rId128" Type="http://schemas.openxmlformats.org/officeDocument/2006/relationships/image" Target="../media/image76.png"/><Relationship Id="rId149" Type="http://schemas.openxmlformats.org/officeDocument/2006/relationships/customXml" Target="../ink/ink74.xml"/><Relationship Id="rId5" Type="http://schemas.openxmlformats.org/officeDocument/2006/relationships/customXml" Target="../ink/ink2.xml"/><Relationship Id="rId95" Type="http://schemas.openxmlformats.org/officeDocument/2006/relationships/customXml" Target="../ink/ink47.xml"/><Relationship Id="rId160" Type="http://schemas.openxmlformats.org/officeDocument/2006/relationships/image" Target="../media/image92.png"/><Relationship Id="rId22" Type="http://schemas.openxmlformats.org/officeDocument/2006/relationships/image" Target="../media/image23.png"/><Relationship Id="rId43" Type="http://schemas.openxmlformats.org/officeDocument/2006/relationships/customXml" Target="../ink/ink21.xml"/><Relationship Id="rId64" Type="http://schemas.openxmlformats.org/officeDocument/2006/relationships/image" Target="../media/image44.png"/><Relationship Id="rId118" Type="http://schemas.openxmlformats.org/officeDocument/2006/relationships/image" Target="../media/image71.png"/><Relationship Id="rId139" Type="http://schemas.openxmlformats.org/officeDocument/2006/relationships/customXml" Target="../ink/ink69.xml"/><Relationship Id="rId85" Type="http://schemas.openxmlformats.org/officeDocument/2006/relationships/customXml" Target="../ink/ink42.xml"/><Relationship Id="rId150" Type="http://schemas.openxmlformats.org/officeDocument/2006/relationships/image" Target="../media/image87.png"/><Relationship Id="rId12" Type="http://schemas.openxmlformats.org/officeDocument/2006/relationships/image" Target="../media/image18.png"/><Relationship Id="rId17" Type="http://schemas.openxmlformats.org/officeDocument/2006/relationships/customXml" Target="../ink/ink8.xml"/><Relationship Id="rId33" Type="http://schemas.openxmlformats.org/officeDocument/2006/relationships/customXml" Target="../ink/ink16.xml"/><Relationship Id="rId38" Type="http://schemas.openxmlformats.org/officeDocument/2006/relationships/image" Target="../media/image31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08" Type="http://schemas.openxmlformats.org/officeDocument/2006/relationships/image" Target="../media/image66.png"/><Relationship Id="rId124" Type="http://schemas.openxmlformats.org/officeDocument/2006/relationships/image" Target="../media/image74.png"/><Relationship Id="rId129" Type="http://schemas.openxmlformats.org/officeDocument/2006/relationships/customXml" Target="../ink/ink64.xml"/><Relationship Id="rId54" Type="http://schemas.openxmlformats.org/officeDocument/2006/relationships/image" Target="../media/image39.png"/><Relationship Id="rId70" Type="http://schemas.openxmlformats.org/officeDocument/2006/relationships/image" Target="../media/image47.png"/><Relationship Id="rId75" Type="http://schemas.openxmlformats.org/officeDocument/2006/relationships/customXml" Target="../ink/ink37.xml"/><Relationship Id="rId91" Type="http://schemas.openxmlformats.org/officeDocument/2006/relationships/customXml" Target="../ink/ink45.xml"/><Relationship Id="rId96" Type="http://schemas.openxmlformats.org/officeDocument/2006/relationships/image" Target="../media/image60.png"/><Relationship Id="rId140" Type="http://schemas.openxmlformats.org/officeDocument/2006/relationships/image" Target="../media/image82.png"/><Relationship Id="rId145" Type="http://schemas.openxmlformats.org/officeDocument/2006/relationships/customXml" Target="../ink/ink72.xml"/><Relationship Id="rId161" Type="http://schemas.openxmlformats.org/officeDocument/2006/relationships/customXml" Target="../ink/ink80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5.png"/><Relationship Id="rId23" Type="http://schemas.openxmlformats.org/officeDocument/2006/relationships/customXml" Target="../ink/ink11.xml"/><Relationship Id="rId28" Type="http://schemas.openxmlformats.org/officeDocument/2006/relationships/image" Target="../media/image26.png"/><Relationship Id="rId49" Type="http://schemas.openxmlformats.org/officeDocument/2006/relationships/customXml" Target="../ink/ink24.xml"/><Relationship Id="rId114" Type="http://schemas.openxmlformats.org/officeDocument/2006/relationships/image" Target="../media/image69.png"/><Relationship Id="rId119" Type="http://schemas.openxmlformats.org/officeDocument/2006/relationships/customXml" Target="../ink/ink59.xml"/><Relationship Id="rId44" Type="http://schemas.openxmlformats.org/officeDocument/2006/relationships/image" Target="../media/image34.png"/><Relationship Id="rId60" Type="http://schemas.openxmlformats.org/officeDocument/2006/relationships/image" Target="../media/image42.png"/><Relationship Id="rId65" Type="http://schemas.openxmlformats.org/officeDocument/2006/relationships/customXml" Target="../ink/ink32.xml"/><Relationship Id="rId81" Type="http://schemas.openxmlformats.org/officeDocument/2006/relationships/customXml" Target="../ink/ink40.xml"/><Relationship Id="rId86" Type="http://schemas.openxmlformats.org/officeDocument/2006/relationships/image" Target="../media/image55.png"/><Relationship Id="rId130" Type="http://schemas.openxmlformats.org/officeDocument/2006/relationships/image" Target="../media/image77.png"/><Relationship Id="rId135" Type="http://schemas.openxmlformats.org/officeDocument/2006/relationships/customXml" Target="../ink/ink67.xml"/><Relationship Id="rId151" Type="http://schemas.openxmlformats.org/officeDocument/2006/relationships/customXml" Target="../ink/ink75.xml"/><Relationship Id="rId156" Type="http://schemas.openxmlformats.org/officeDocument/2006/relationships/image" Target="../media/image90.png"/><Relationship Id="rId13" Type="http://schemas.openxmlformats.org/officeDocument/2006/relationships/customXml" Target="../ink/ink6.xml"/><Relationship Id="rId18" Type="http://schemas.openxmlformats.org/officeDocument/2006/relationships/image" Target="../media/image21.png"/><Relationship Id="rId39" Type="http://schemas.openxmlformats.org/officeDocument/2006/relationships/customXml" Target="../ink/ink19.xml"/><Relationship Id="rId109" Type="http://schemas.openxmlformats.org/officeDocument/2006/relationships/customXml" Target="../ink/ink54.xml"/><Relationship Id="rId34" Type="http://schemas.openxmlformats.org/officeDocument/2006/relationships/image" Target="../media/image29.png"/><Relationship Id="rId50" Type="http://schemas.openxmlformats.org/officeDocument/2006/relationships/image" Target="../media/image37.png"/><Relationship Id="rId55" Type="http://schemas.openxmlformats.org/officeDocument/2006/relationships/customXml" Target="../ink/ink27.xml"/><Relationship Id="rId76" Type="http://schemas.openxmlformats.org/officeDocument/2006/relationships/image" Target="../media/image50.png"/><Relationship Id="rId97" Type="http://schemas.openxmlformats.org/officeDocument/2006/relationships/customXml" Target="../ink/ink48.xml"/><Relationship Id="rId104" Type="http://schemas.openxmlformats.org/officeDocument/2006/relationships/image" Target="../media/image64.png"/><Relationship Id="rId120" Type="http://schemas.openxmlformats.org/officeDocument/2006/relationships/image" Target="../media/image72.png"/><Relationship Id="rId125" Type="http://schemas.openxmlformats.org/officeDocument/2006/relationships/customXml" Target="../ink/ink62.xml"/><Relationship Id="rId141" Type="http://schemas.openxmlformats.org/officeDocument/2006/relationships/customXml" Target="../ink/ink70.xml"/><Relationship Id="rId146" Type="http://schemas.openxmlformats.org/officeDocument/2006/relationships/image" Target="../media/image85.png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58.png"/><Relationship Id="rId162" Type="http://schemas.openxmlformats.org/officeDocument/2006/relationships/image" Target="../media/image93.png"/><Relationship Id="rId2" Type="http://schemas.openxmlformats.org/officeDocument/2006/relationships/image" Target="../media/image13.png"/><Relationship Id="rId29" Type="http://schemas.openxmlformats.org/officeDocument/2006/relationships/customXml" Target="../ink/ink14.xml"/><Relationship Id="rId24" Type="http://schemas.openxmlformats.org/officeDocument/2006/relationships/image" Target="../media/image24.png"/><Relationship Id="rId40" Type="http://schemas.openxmlformats.org/officeDocument/2006/relationships/image" Target="../media/image32.png"/><Relationship Id="rId45" Type="http://schemas.openxmlformats.org/officeDocument/2006/relationships/customXml" Target="../ink/ink22.xml"/><Relationship Id="rId66" Type="http://schemas.openxmlformats.org/officeDocument/2006/relationships/image" Target="../media/image45.png"/><Relationship Id="rId87" Type="http://schemas.openxmlformats.org/officeDocument/2006/relationships/customXml" Target="../ink/ink43.xml"/><Relationship Id="rId110" Type="http://schemas.openxmlformats.org/officeDocument/2006/relationships/image" Target="../media/image67.png"/><Relationship Id="rId115" Type="http://schemas.openxmlformats.org/officeDocument/2006/relationships/customXml" Target="../ink/ink57.xml"/><Relationship Id="rId131" Type="http://schemas.openxmlformats.org/officeDocument/2006/relationships/customXml" Target="../ink/ink65.xml"/><Relationship Id="rId136" Type="http://schemas.openxmlformats.org/officeDocument/2006/relationships/image" Target="../media/image80.png"/><Relationship Id="rId157" Type="http://schemas.openxmlformats.org/officeDocument/2006/relationships/customXml" Target="../ink/ink78.xml"/><Relationship Id="rId61" Type="http://schemas.openxmlformats.org/officeDocument/2006/relationships/customXml" Target="../ink/ink30.xml"/><Relationship Id="rId82" Type="http://schemas.openxmlformats.org/officeDocument/2006/relationships/image" Target="../media/image53.png"/><Relationship Id="rId152" Type="http://schemas.openxmlformats.org/officeDocument/2006/relationships/image" Target="../media/image88.png"/><Relationship Id="rId19" Type="http://schemas.openxmlformats.org/officeDocument/2006/relationships/customXml" Target="../ink/ink9.xml"/><Relationship Id="rId14" Type="http://schemas.openxmlformats.org/officeDocument/2006/relationships/image" Target="../media/image19.png"/><Relationship Id="rId30" Type="http://schemas.openxmlformats.org/officeDocument/2006/relationships/image" Target="../media/image27.png"/><Relationship Id="rId35" Type="http://schemas.openxmlformats.org/officeDocument/2006/relationships/customXml" Target="../ink/ink17.xml"/><Relationship Id="rId56" Type="http://schemas.openxmlformats.org/officeDocument/2006/relationships/image" Target="../media/image40.png"/><Relationship Id="rId77" Type="http://schemas.openxmlformats.org/officeDocument/2006/relationships/customXml" Target="../ink/ink38.xml"/><Relationship Id="rId100" Type="http://schemas.openxmlformats.org/officeDocument/2006/relationships/image" Target="../media/image62.png"/><Relationship Id="rId105" Type="http://schemas.openxmlformats.org/officeDocument/2006/relationships/customXml" Target="../ink/ink52.xml"/><Relationship Id="rId126" Type="http://schemas.openxmlformats.org/officeDocument/2006/relationships/image" Target="../media/image75.png"/><Relationship Id="rId147" Type="http://schemas.openxmlformats.org/officeDocument/2006/relationships/customXml" Target="../ink/ink73.xml"/><Relationship Id="rId8" Type="http://schemas.openxmlformats.org/officeDocument/2006/relationships/image" Target="../media/image16.png"/><Relationship Id="rId51" Type="http://schemas.openxmlformats.org/officeDocument/2006/relationships/customXml" Target="../ink/ink25.xml"/><Relationship Id="rId72" Type="http://schemas.openxmlformats.org/officeDocument/2006/relationships/image" Target="../media/image48.png"/><Relationship Id="rId93" Type="http://schemas.openxmlformats.org/officeDocument/2006/relationships/customXml" Target="../ink/ink46.xml"/><Relationship Id="rId98" Type="http://schemas.openxmlformats.org/officeDocument/2006/relationships/image" Target="../media/image61.png"/><Relationship Id="rId121" Type="http://schemas.openxmlformats.org/officeDocument/2006/relationships/customXml" Target="../ink/ink60.xml"/><Relationship Id="rId142" Type="http://schemas.openxmlformats.org/officeDocument/2006/relationships/image" Target="../media/image83.png"/><Relationship Id="rId163" Type="http://schemas.openxmlformats.org/officeDocument/2006/relationships/customXml" Target="../ink/ink81.xml"/><Relationship Id="rId3" Type="http://schemas.openxmlformats.org/officeDocument/2006/relationships/customXml" Target="../ink/ink1.xml"/><Relationship Id="rId25" Type="http://schemas.openxmlformats.org/officeDocument/2006/relationships/customXml" Target="../ink/ink12.xml"/><Relationship Id="rId46" Type="http://schemas.openxmlformats.org/officeDocument/2006/relationships/image" Target="../media/image35.png"/><Relationship Id="rId67" Type="http://schemas.openxmlformats.org/officeDocument/2006/relationships/customXml" Target="../ink/ink33.xml"/><Relationship Id="rId116" Type="http://schemas.openxmlformats.org/officeDocument/2006/relationships/image" Target="../media/image70.png"/><Relationship Id="rId137" Type="http://schemas.openxmlformats.org/officeDocument/2006/relationships/customXml" Target="../ink/ink68.xml"/><Relationship Id="rId158" Type="http://schemas.openxmlformats.org/officeDocument/2006/relationships/image" Target="../media/image91.png"/><Relationship Id="rId20" Type="http://schemas.openxmlformats.org/officeDocument/2006/relationships/image" Target="../media/image22.png"/><Relationship Id="rId41" Type="http://schemas.openxmlformats.org/officeDocument/2006/relationships/customXml" Target="../ink/ink20.xml"/><Relationship Id="rId62" Type="http://schemas.openxmlformats.org/officeDocument/2006/relationships/image" Target="../media/image43.png"/><Relationship Id="rId83" Type="http://schemas.openxmlformats.org/officeDocument/2006/relationships/customXml" Target="../ink/ink41.xml"/><Relationship Id="rId88" Type="http://schemas.openxmlformats.org/officeDocument/2006/relationships/image" Target="../media/image56.png"/><Relationship Id="rId111" Type="http://schemas.openxmlformats.org/officeDocument/2006/relationships/customXml" Target="../ink/ink55.xml"/><Relationship Id="rId132" Type="http://schemas.openxmlformats.org/officeDocument/2006/relationships/image" Target="../media/image78.png"/><Relationship Id="rId153" Type="http://schemas.openxmlformats.org/officeDocument/2006/relationships/customXml" Target="../ink/ink76.xml"/><Relationship Id="rId15" Type="http://schemas.openxmlformats.org/officeDocument/2006/relationships/customXml" Target="../ink/ink7.xml"/><Relationship Id="rId36" Type="http://schemas.openxmlformats.org/officeDocument/2006/relationships/image" Target="../media/image30.png"/><Relationship Id="rId57" Type="http://schemas.openxmlformats.org/officeDocument/2006/relationships/customXml" Target="../ink/ink28.xml"/><Relationship Id="rId106" Type="http://schemas.openxmlformats.org/officeDocument/2006/relationships/image" Target="../media/image65.png"/><Relationship Id="rId127" Type="http://schemas.openxmlformats.org/officeDocument/2006/relationships/customXml" Target="../ink/ink63.xml"/><Relationship Id="rId10" Type="http://schemas.openxmlformats.org/officeDocument/2006/relationships/image" Target="../media/image17.png"/><Relationship Id="rId31" Type="http://schemas.openxmlformats.org/officeDocument/2006/relationships/customXml" Target="../ink/ink15.xml"/><Relationship Id="rId52" Type="http://schemas.openxmlformats.org/officeDocument/2006/relationships/image" Target="../media/image38.png"/><Relationship Id="rId73" Type="http://schemas.openxmlformats.org/officeDocument/2006/relationships/customXml" Target="../ink/ink36.xml"/><Relationship Id="rId78" Type="http://schemas.openxmlformats.org/officeDocument/2006/relationships/image" Target="../media/image51.png"/><Relationship Id="rId94" Type="http://schemas.openxmlformats.org/officeDocument/2006/relationships/image" Target="../media/image59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73.png"/><Relationship Id="rId143" Type="http://schemas.openxmlformats.org/officeDocument/2006/relationships/customXml" Target="../ink/ink71.xml"/><Relationship Id="rId148" Type="http://schemas.openxmlformats.org/officeDocument/2006/relationships/image" Target="../media/image86.png"/><Relationship Id="rId164" Type="http://schemas.openxmlformats.org/officeDocument/2006/relationships/image" Target="../media/image94.png"/><Relationship Id="rId4" Type="http://schemas.openxmlformats.org/officeDocument/2006/relationships/image" Target="../media/image14.png"/><Relationship Id="rId9" Type="http://schemas.openxmlformats.org/officeDocument/2006/relationships/customXml" Target="../ink/ink4.xml"/><Relationship Id="rId26" Type="http://schemas.openxmlformats.org/officeDocument/2006/relationships/image" Target="../media/image25.png"/><Relationship Id="rId47" Type="http://schemas.openxmlformats.org/officeDocument/2006/relationships/customXml" Target="../ink/ink23.xml"/><Relationship Id="rId68" Type="http://schemas.openxmlformats.org/officeDocument/2006/relationships/image" Target="../media/image46.png"/><Relationship Id="rId89" Type="http://schemas.openxmlformats.org/officeDocument/2006/relationships/customXml" Target="../ink/ink44.xml"/><Relationship Id="rId112" Type="http://schemas.openxmlformats.org/officeDocument/2006/relationships/image" Target="../media/image68.png"/><Relationship Id="rId133" Type="http://schemas.openxmlformats.org/officeDocument/2006/relationships/customXml" Target="../ink/ink66.xml"/><Relationship Id="rId154" Type="http://schemas.openxmlformats.org/officeDocument/2006/relationships/image" Target="../media/image89.png"/><Relationship Id="rId16" Type="http://schemas.openxmlformats.org/officeDocument/2006/relationships/image" Target="../media/image20.png"/><Relationship Id="rId37" Type="http://schemas.openxmlformats.org/officeDocument/2006/relationships/customXml" Target="../ink/ink18.xml"/><Relationship Id="rId58" Type="http://schemas.openxmlformats.org/officeDocument/2006/relationships/image" Target="../media/image41.png"/><Relationship Id="rId79" Type="http://schemas.openxmlformats.org/officeDocument/2006/relationships/customXml" Target="../ink/ink39.xml"/><Relationship Id="rId102" Type="http://schemas.openxmlformats.org/officeDocument/2006/relationships/image" Target="../media/image63.png"/><Relationship Id="rId123" Type="http://schemas.openxmlformats.org/officeDocument/2006/relationships/customXml" Target="../ink/ink61.xml"/><Relationship Id="rId144" Type="http://schemas.openxmlformats.org/officeDocument/2006/relationships/image" Target="../media/image84.png"/><Relationship Id="rId90" Type="http://schemas.openxmlformats.org/officeDocument/2006/relationships/image" Target="../media/image57.png"/><Relationship Id="rId27" Type="http://schemas.openxmlformats.org/officeDocument/2006/relationships/customXml" Target="../ink/ink13.xml"/><Relationship Id="rId48" Type="http://schemas.openxmlformats.org/officeDocument/2006/relationships/image" Target="../media/image36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79.png"/><Relationship Id="rId80" Type="http://schemas.openxmlformats.org/officeDocument/2006/relationships/image" Target="../media/image52.png"/><Relationship Id="rId155" Type="http://schemas.openxmlformats.org/officeDocument/2006/relationships/customXml" Target="../ink/ink7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08.png"/><Relationship Id="rId21" Type="http://schemas.openxmlformats.org/officeDocument/2006/relationships/customXml" Target="../ink/ink91.xml"/><Relationship Id="rId42" Type="http://schemas.openxmlformats.org/officeDocument/2006/relationships/image" Target="../media/image116.png"/><Relationship Id="rId47" Type="http://schemas.openxmlformats.org/officeDocument/2006/relationships/customXml" Target="../ink/ink104.xml"/><Relationship Id="rId63" Type="http://schemas.openxmlformats.org/officeDocument/2006/relationships/customXml" Target="../ink/ink112.xml"/><Relationship Id="rId68" Type="http://schemas.openxmlformats.org/officeDocument/2006/relationships/image" Target="../media/image128.png"/><Relationship Id="rId2" Type="http://schemas.openxmlformats.org/officeDocument/2006/relationships/image" Target="../media/image96.png"/><Relationship Id="rId16" Type="http://schemas.openxmlformats.org/officeDocument/2006/relationships/image" Target="../media/image103.png"/><Relationship Id="rId29" Type="http://schemas.openxmlformats.org/officeDocument/2006/relationships/customXml" Target="../ink/ink95.xml"/><Relationship Id="rId11" Type="http://schemas.openxmlformats.org/officeDocument/2006/relationships/customXml" Target="../ink/ink86.xml"/><Relationship Id="rId24" Type="http://schemas.openxmlformats.org/officeDocument/2006/relationships/image" Target="../media/image107.png"/><Relationship Id="rId32" Type="http://schemas.openxmlformats.org/officeDocument/2006/relationships/image" Target="../media/image111.png"/><Relationship Id="rId37" Type="http://schemas.openxmlformats.org/officeDocument/2006/relationships/customXml" Target="../ink/ink99.xml"/><Relationship Id="rId40" Type="http://schemas.openxmlformats.org/officeDocument/2006/relationships/image" Target="../media/image115.png"/><Relationship Id="rId45" Type="http://schemas.openxmlformats.org/officeDocument/2006/relationships/customXml" Target="../ink/ink103.xml"/><Relationship Id="rId53" Type="http://schemas.openxmlformats.org/officeDocument/2006/relationships/customXml" Target="../ink/ink107.xml"/><Relationship Id="rId58" Type="http://schemas.openxmlformats.org/officeDocument/2006/relationships/image" Target="../media/image123.png"/><Relationship Id="rId66" Type="http://schemas.openxmlformats.org/officeDocument/2006/relationships/image" Target="../media/image127.png"/><Relationship Id="rId74" Type="http://schemas.openxmlformats.org/officeDocument/2006/relationships/image" Target="../media/image131.png"/><Relationship Id="rId5" Type="http://schemas.openxmlformats.org/officeDocument/2006/relationships/customXml" Target="../ink/ink83.xml"/><Relationship Id="rId61" Type="http://schemas.openxmlformats.org/officeDocument/2006/relationships/customXml" Target="../ink/ink111.xml"/><Relationship Id="rId19" Type="http://schemas.openxmlformats.org/officeDocument/2006/relationships/customXml" Target="../ink/ink90.xml"/><Relationship Id="rId14" Type="http://schemas.openxmlformats.org/officeDocument/2006/relationships/image" Target="../media/image102.png"/><Relationship Id="rId22" Type="http://schemas.openxmlformats.org/officeDocument/2006/relationships/image" Target="../media/image106.png"/><Relationship Id="rId27" Type="http://schemas.openxmlformats.org/officeDocument/2006/relationships/customXml" Target="../ink/ink94.xml"/><Relationship Id="rId30" Type="http://schemas.openxmlformats.org/officeDocument/2006/relationships/image" Target="../media/image110.png"/><Relationship Id="rId35" Type="http://schemas.openxmlformats.org/officeDocument/2006/relationships/customXml" Target="../ink/ink98.xml"/><Relationship Id="rId43" Type="http://schemas.openxmlformats.org/officeDocument/2006/relationships/customXml" Target="../ink/ink102.xml"/><Relationship Id="rId48" Type="http://schemas.openxmlformats.org/officeDocument/2006/relationships/image" Target="../media/image119.png"/><Relationship Id="rId56" Type="http://schemas.openxmlformats.org/officeDocument/2006/relationships/image" Target="../media/image122.png"/><Relationship Id="rId64" Type="http://schemas.openxmlformats.org/officeDocument/2006/relationships/image" Target="../media/image126.png"/><Relationship Id="rId69" Type="http://schemas.openxmlformats.org/officeDocument/2006/relationships/customXml" Target="../ink/ink115.xml"/><Relationship Id="rId8" Type="http://schemas.openxmlformats.org/officeDocument/2006/relationships/image" Target="../media/image99.png"/><Relationship Id="rId51" Type="http://schemas.openxmlformats.org/officeDocument/2006/relationships/customXml" Target="../ink/ink106.xml"/><Relationship Id="rId72" Type="http://schemas.openxmlformats.org/officeDocument/2006/relationships/image" Target="../media/image130.png"/><Relationship Id="rId3" Type="http://schemas.openxmlformats.org/officeDocument/2006/relationships/customXml" Target="../ink/ink82.xml"/><Relationship Id="rId12" Type="http://schemas.openxmlformats.org/officeDocument/2006/relationships/image" Target="../media/image101.png"/><Relationship Id="rId17" Type="http://schemas.openxmlformats.org/officeDocument/2006/relationships/customXml" Target="../ink/ink89.xml"/><Relationship Id="rId25" Type="http://schemas.openxmlformats.org/officeDocument/2006/relationships/customXml" Target="../ink/ink93.xml"/><Relationship Id="rId33" Type="http://schemas.openxmlformats.org/officeDocument/2006/relationships/customXml" Target="../ink/ink97.xml"/><Relationship Id="rId38" Type="http://schemas.openxmlformats.org/officeDocument/2006/relationships/image" Target="../media/image114.png"/><Relationship Id="rId46" Type="http://schemas.openxmlformats.org/officeDocument/2006/relationships/image" Target="../media/image118.png"/><Relationship Id="rId59" Type="http://schemas.openxmlformats.org/officeDocument/2006/relationships/customXml" Target="../ink/ink110.xml"/><Relationship Id="rId67" Type="http://schemas.openxmlformats.org/officeDocument/2006/relationships/customXml" Target="../ink/ink114.xml"/><Relationship Id="rId20" Type="http://schemas.openxmlformats.org/officeDocument/2006/relationships/image" Target="../media/image105.png"/><Relationship Id="rId41" Type="http://schemas.openxmlformats.org/officeDocument/2006/relationships/customXml" Target="../ink/ink101.xml"/><Relationship Id="rId54" Type="http://schemas.openxmlformats.org/officeDocument/2006/relationships/image" Target="../media/image16.png"/><Relationship Id="rId62" Type="http://schemas.openxmlformats.org/officeDocument/2006/relationships/image" Target="../media/image125.png"/><Relationship Id="rId70" Type="http://schemas.openxmlformats.org/officeDocument/2006/relationships/image" Target="../media/image129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98.png"/><Relationship Id="rId15" Type="http://schemas.openxmlformats.org/officeDocument/2006/relationships/customXml" Target="../ink/ink88.xml"/><Relationship Id="rId23" Type="http://schemas.openxmlformats.org/officeDocument/2006/relationships/customXml" Target="../ink/ink92.xml"/><Relationship Id="rId28" Type="http://schemas.openxmlformats.org/officeDocument/2006/relationships/image" Target="../media/image109.png"/><Relationship Id="rId36" Type="http://schemas.openxmlformats.org/officeDocument/2006/relationships/image" Target="../media/image113.png"/><Relationship Id="rId49" Type="http://schemas.openxmlformats.org/officeDocument/2006/relationships/customXml" Target="../ink/ink105.xml"/><Relationship Id="rId57" Type="http://schemas.openxmlformats.org/officeDocument/2006/relationships/customXml" Target="../ink/ink109.xml"/><Relationship Id="rId10" Type="http://schemas.openxmlformats.org/officeDocument/2006/relationships/image" Target="../media/image100.png"/><Relationship Id="rId31" Type="http://schemas.openxmlformats.org/officeDocument/2006/relationships/customXml" Target="../ink/ink96.xml"/><Relationship Id="rId44" Type="http://schemas.openxmlformats.org/officeDocument/2006/relationships/image" Target="../media/image117.png"/><Relationship Id="rId52" Type="http://schemas.openxmlformats.org/officeDocument/2006/relationships/image" Target="../media/image121.png"/><Relationship Id="rId60" Type="http://schemas.openxmlformats.org/officeDocument/2006/relationships/image" Target="../media/image124.png"/><Relationship Id="rId65" Type="http://schemas.openxmlformats.org/officeDocument/2006/relationships/customXml" Target="../ink/ink113.xml"/><Relationship Id="rId73" Type="http://schemas.openxmlformats.org/officeDocument/2006/relationships/customXml" Target="../ink/ink117.xml"/><Relationship Id="rId4" Type="http://schemas.openxmlformats.org/officeDocument/2006/relationships/image" Target="../media/image97.png"/><Relationship Id="rId9" Type="http://schemas.openxmlformats.org/officeDocument/2006/relationships/customXml" Target="../ink/ink85.xml"/><Relationship Id="rId13" Type="http://schemas.openxmlformats.org/officeDocument/2006/relationships/customXml" Target="../ink/ink87.xml"/><Relationship Id="rId18" Type="http://schemas.openxmlformats.org/officeDocument/2006/relationships/image" Target="../media/image104.png"/><Relationship Id="rId39" Type="http://schemas.openxmlformats.org/officeDocument/2006/relationships/customXml" Target="../ink/ink100.xml"/><Relationship Id="rId34" Type="http://schemas.openxmlformats.org/officeDocument/2006/relationships/image" Target="../media/image112.png"/><Relationship Id="rId50" Type="http://schemas.openxmlformats.org/officeDocument/2006/relationships/image" Target="../media/image120.png"/><Relationship Id="rId55" Type="http://schemas.openxmlformats.org/officeDocument/2006/relationships/customXml" Target="../ink/ink108.xml"/><Relationship Id="rId7" Type="http://schemas.openxmlformats.org/officeDocument/2006/relationships/customXml" Target="../ink/ink84.xml"/><Relationship Id="rId71" Type="http://schemas.openxmlformats.org/officeDocument/2006/relationships/customXml" Target="../ink/ink11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customXml" Target="../ink/ink118.xml"/><Relationship Id="rId7" Type="http://schemas.openxmlformats.org/officeDocument/2006/relationships/customXml" Target="../ink/ink120.xml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134.png"/><Relationship Id="rId5" Type="http://schemas.openxmlformats.org/officeDocument/2006/relationships/customXml" Target="../ink/ink119.xml"/><Relationship Id="rId10" Type="http://schemas.openxmlformats.org/officeDocument/2006/relationships/image" Target="../media/image136.png"/><Relationship Id="rId4" Type="http://schemas.openxmlformats.org/officeDocument/2006/relationships/image" Target="../media/image133.png"/><Relationship Id="rId9" Type="http://schemas.openxmlformats.org/officeDocument/2006/relationships/customXml" Target="../ink/ink1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3.png"/><Relationship Id="rId21" Type="http://schemas.openxmlformats.org/officeDocument/2006/relationships/image" Target="../media/image145.png"/><Relationship Id="rId63" Type="http://schemas.openxmlformats.org/officeDocument/2006/relationships/image" Target="../media/image166.png"/><Relationship Id="rId159" Type="http://schemas.openxmlformats.org/officeDocument/2006/relationships/customXml" Target="../ink/ink201.xml"/><Relationship Id="rId170" Type="http://schemas.openxmlformats.org/officeDocument/2006/relationships/image" Target="../media/image219.png"/><Relationship Id="rId226" Type="http://schemas.openxmlformats.org/officeDocument/2006/relationships/image" Target="../media/image247.png"/><Relationship Id="rId268" Type="http://schemas.openxmlformats.org/officeDocument/2006/relationships/image" Target="../media/image268.png"/><Relationship Id="rId32" Type="http://schemas.openxmlformats.org/officeDocument/2006/relationships/customXml" Target="../ink/ink137.xml"/><Relationship Id="rId74" Type="http://schemas.openxmlformats.org/officeDocument/2006/relationships/customXml" Target="../ink/ink158.xml"/><Relationship Id="rId128" Type="http://schemas.openxmlformats.org/officeDocument/2006/relationships/customXml" Target="../ink/ink185.xml"/><Relationship Id="rId5" Type="http://schemas.openxmlformats.org/officeDocument/2006/relationships/image" Target="../media/image16.png"/><Relationship Id="rId181" Type="http://schemas.openxmlformats.org/officeDocument/2006/relationships/customXml" Target="../ink/ink212.xml"/><Relationship Id="rId237" Type="http://schemas.openxmlformats.org/officeDocument/2006/relationships/customXml" Target="../ink/ink240.xml"/><Relationship Id="rId279" Type="http://schemas.openxmlformats.org/officeDocument/2006/relationships/customXml" Target="../ink/ink261.xml"/><Relationship Id="rId22" Type="http://schemas.openxmlformats.org/officeDocument/2006/relationships/customXml" Target="../ink/ink132.xml"/><Relationship Id="rId43" Type="http://schemas.openxmlformats.org/officeDocument/2006/relationships/image" Target="../media/image156.png"/><Relationship Id="rId64" Type="http://schemas.openxmlformats.org/officeDocument/2006/relationships/customXml" Target="../ink/ink153.xml"/><Relationship Id="rId118" Type="http://schemas.openxmlformats.org/officeDocument/2006/relationships/customXml" Target="../ink/ink180.xml"/><Relationship Id="rId139" Type="http://schemas.openxmlformats.org/officeDocument/2006/relationships/customXml" Target="../ink/ink191.xml"/><Relationship Id="rId85" Type="http://schemas.openxmlformats.org/officeDocument/2006/relationships/image" Target="../media/image177.png"/><Relationship Id="rId150" Type="http://schemas.openxmlformats.org/officeDocument/2006/relationships/image" Target="../media/image209.png"/><Relationship Id="rId171" Type="http://schemas.openxmlformats.org/officeDocument/2006/relationships/customXml" Target="../ink/ink207.xml"/><Relationship Id="rId192" Type="http://schemas.openxmlformats.org/officeDocument/2006/relationships/image" Target="../media/image230.png"/><Relationship Id="rId206" Type="http://schemas.openxmlformats.org/officeDocument/2006/relationships/image" Target="../media/image237.png"/><Relationship Id="rId227" Type="http://schemas.openxmlformats.org/officeDocument/2006/relationships/customXml" Target="../ink/ink235.xml"/><Relationship Id="rId248" Type="http://schemas.openxmlformats.org/officeDocument/2006/relationships/image" Target="../media/image258.png"/><Relationship Id="rId269" Type="http://schemas.openxmlformats.org/officeDocument/2006/relationships/customXml" Target="../ink/ink256.xml"/><Relationship Id="rId12" Type="http://schemas.openxmlformats.org/officeDocument/2006/relationships/customXml" Target="../ink/ink127.xml"/><Relationship Id="rId33" Type="http://schemas.openxmlformats.org/officeDocument/2006/relationships/image" Target="../media/image151.png"/><Relationship Id="rId108" Type="http://schemas.openxmlformats.org/officeDocument/2006/relationships/customXml" Target="../ink/ink175.xml"/><Relationship Id="rId129" Type="http://schemas.openxmlformats.org/officeDocument/2006/relationships/image" Target="../media/image199.png"/><Relationship Id="rId280" Type="http://schemas.openxmlformats.org/officeDocument/2006/relationships/image" Target="../media/image274.png"/><Relationship Id="rId54" Type="http://schemas.openxmlformats.org/officeDocument/2006/relationships/customXml" Target="../ink/ink148.xml"/><Relationship Id="rId75" Type="http://schemas.openxmlformats.org/officeDocument/2006/relationships/image" Target="../media/image172.png"/><Relationship Id="rId96" Type="http://schemas.openxmlformats.org/officeDocument/2006/relationships/customXml" Target="../ink/ink169.xml"/><Relationship Id="rId140" Type="http://schemas.openxmlformats.org/officeDocument/2006/relationships/image" Target="../media/image204.png"/><Relationship Id="rId161" Type="http://schemas.openxmlformats.org/officeDocument/2006/relationships/customXml" Target="../ink/ink202.xml"/><Relationship Id="rId182" Type="http://schemas.openxmlformats.org/officeDocument/2006/relationships/image" Target="../media/image225.png"/><Relationship Id="rId217" Type="http://schemas.openxmlformats.org/officeDocument/2006/relationships/customXml" Target="../ink/ink230.xml"/><Relationship Id="rId6" Type="http://schemas.openxmlformats.org/officeDocument/2006/relationships/customXml" Target="../ink/ink124.xml"/><Relationship Id="rId238" Type="http://schemas.openxmlformats.org/officeDocument/2006/relationships/image" Target="../media/image253.png"/><Relationship Id="rId259" Type="http://schemas.openxmlformats.org/officeDocument/2006/relationships/customXml" Target="../ink/ink251.xml"/><Relationship Id="rId23" Type="http://schemas.openxmlformats.org/officeDocument/2006/relationships/image" Target="../media/image146.png"/><Relationship Id="rId119" Type="http://schemas.openxmlformats.org/officeDocument/2006/relationships/image" Target="../media/image194.png"/><Relationship Id="rId270" Type="http://schemas.openxmlformats.org/officeDocument/2006/relationships/image" Target="../media/image269.png"/><Relationship Id="rId44" Type="http://schemas.openxmlformats.org/officeDocument/2006/relationships/customXml" Target="../ink/ink143.xml"/><Relationship Id="rId65" Type="http://schemas.openxmlformats.org/officeDocument/2006/relationships/image" Target="../media/image167.png"/><Relationship Id="rId86" Type="http://schemas.openxmlformats.org/officeDocument/2006/relationships/customXml" Target="../ink/ink164.xml"/><Relationship Id="rId130" Type="http://schemas.openxmlformats.org/officeDocument/2006/relationships/customXml" Target="../ink/ink186.xml"/><Relationship Id="rId151" Type="http://schemas.openxmlformats.org/officeDocument/2006/relationships/customXml" Target="../ink/ink197.xml"/><Relationship Id="rId172" Type="http://schemas.openxmlformats.org/officeDocument/2006/relationships/image" Target="../media/image220.png"/><Relationship Id="rId193" Type="http://schemas.openxmlformats.org/officeDocument/2006/relationships/customXml" Target="../ink/ink218.xml"/><Relationship Id="rId207" Type="http://schemas.openxmlformats.org/officeDocument/2006/relationships/customXml" Target="../ink/ink225.xml"/><Relationship Id="rId228" Type="http://schemas.openxmlformats.org/officeDocument/2006/relationships/image" Target="../media/image248.png"/><Relationship Id="rId249" Type="http://schemas.openxmlformats.org/officeDocument/2006/relationships/customXml" Target="../ink/ink246.xml"/><Relationship Id="rId13" Type="http://schemas.openxmlformats.org/officeDocument/2006/relationships/image" Target="../media/image141.png"/><Relationship Id="rId109" Type="http://schemas.openxmlformats.org/officeDocument/2006/relationships/image" Target="../media/image189.png"/><Relationship Id="rId260" Type="http://schemas.openxmlformats.org/officeDocument/2006/relationships/image" Target="../media/image264.png"/><Relationship Id="rId281" Type="http://schemas.openxmlformats.org/officeDocument/2006/relationships/customXml" Target="../ink/ink262.xml"/><Relationship Id="rId34" Type="http://schemas.openxmlformats.org/officeDocument/2006/relationships/customXml" Target="../ink/ink138.xml"/><Relationship Id="rId55" Type="http://schemas.openxmlformats.org/officeDocument/2006/relationships/image" Target="../media/image162.png"/><Relationship Id="rId76" Type="http://schemas.openxmlformats.org/officeDocument/2006/relationships/customXml" Target="../ink/ink159.xml"/><Relationship Id="rId97" Type="http://schemas.openxmlformats.org/officeDocument/2006/relationships/image" Target="../media/image183.png"/><Relationship Id="rId120" Type="http://schemas.openxmlformats.org/officeDocument/2006/relationships/customXml" Target="../ink/ink181.xml"/><Relationship Id="rId141" Type="http://schemas.openxmlformats.org/officeDocument/2006/relationships/customXml" Target="../ink/ink192.xml"/><Relationship Id="rId7" Type="http://schemas.openxmlformats.org/officeDocument/2006/relationships/image" Target="../media/image138.png"/><Relationship Id="rId162" Type="http://schemas.openxmlformats.org/officeDocument/2006/relationships/image" Target="../media/image215.png"/><Relationship Id="rId183" Type="http://schemas.openxmlformats.org/officeDocument/2006/relationships/customXml" Target="../ink/ink213.xml"/><Relationship Id="rId218" Type="http://schemas.openxmlformats.org/officeDocument/2006/relationships/image" Target="../media/image243.png"/><Relationship Id="rId239" Type="http://schemas.openxmlformats.org/officeDocument/2006/relationships/customXml" Target="../ink/ink241.xml"/><Relationship Id="rId250" Type="http://schemas.openxmlformats.org/officeDocument/2006/relationships/image" Target="../media/image259.png"/><Relationship Id="rId271" Type="http://schemas.openxmlformats.org/officeDocument/2006/relationships/customXml" Target="../ink/ink257.xml"/><Relationship Id="rId24" Type="http://schemas.openxmlformats.org/officeDocument/2006/relationships/customXml" Target="../ink/ink133.xml"/><Relationship Id="rId45" Type="http://schemas.openxmlformats.org/officeDocument/2006/relationships/image" Target="../media/image157.png"/><Relationship Id="rId66" Type="http://schemas.openxmlformats.org/officeDocument/2006/relationships/customXml" Target="../ink/ink154.xml"/><Relationship Id="rId87" Type="http://schemas.openxmlformats.org/officeDocument/2006/relationships/image" Target="../media/image178.png"/><Relationship Id="rId110" Type="http://schemas.openxmlformats.org/officeDocument/2006/relationships/customXml" Target="../ink/ink176.xml"/><Relationship Id="rId131" Type="http://schemas.openxmlformats.org/officeDocument/2006/relationships/customXml" Target="../ink/ink187.xml"/><Relationship Id="rId152" Type="http://schemas.openxmlformats.org/officeDocument/2006/relationships/image" Target="../media/image210.png"/><Relationship Id="rId173" Type="http://schemas.openxmlformats.org/officeDocument/2006/relationships/customXml" Target="../ink/ink208.xml"/><Relationship Id="rId194" Type="http://schemas.openxmlformats.org/officeDocument/2006/relationships/image" Target="../media/image231.png"/><Relationship Id="rId208" Type="http://schemas.openxmlformats.org/officeDocument/2006/relationships/image" Target="../media/image238.png"/><Relationship Id="rId229" Type="http://schemas.openxmlformats.org/officeDocument/2006/relationships/customXml" Target="../ink/ink236.xml"/><Relationship Id="rId240" Type="http://schemas.openxmlformats.org/officeDocument/2006/relationships/image" Target="../media/image254.png"/><Relationship Id="rId261" Type="http://schemas.openxmlformats.org/officeDocument/2006/relationships/customXml" Target="../ink/ink252.xml"/><Relationship Id="rId14" Type="http://schemas.openxmlformats.org/officeDocument/2006/relationships/customXml" Target="../ink/ink128.xml"/><Relationship Id="rId35" Type="http://schemas.openxmlformats.org/officeDocument/2006/relationships/image" Target="../media/image152.png"/><Relationship Id="rId56" Type="http://schemas.openxmlformats.org/officeDocument/2006/relationships/customXml" Target="../ink/ink149.xml"/><Relationship Id="rId77" Type="http://schemas.openxmlformats.org/officeDocument/2006/relationships/image" Target="../media/image173.png"/><Relationship Id="rId100" Type="http://schemas.openxmlformats.org/officeDocument/2006/relationships/customXml" Target="../ink/ink171.xml"/><Relationship Id="rId282" Type="http://schemas.openxmlformats.org/officeDocument/2006/relationships/image" Target="../media/image275.png"/><Relationship Id="rId8" Type="http://schemas.openxmlformats.org/officeDocument/2006/relationships/customXml" Target="../ink/ink125.xml"/><Relationship Id="rId98" Type="http://schemas.openxmlformats.org/officeDocument/2006/relationships/customXml" Target="../ink/ink170.xml"/><Relationship Id="rId121" Type="http://schemas.openxmlformats.org/officeDocument/2006/relationships/image" Target="../media/image195.png"/><Relationship Id="rId142" Type="http://schemas.openxmlformats.org/officeDocument/2006/relationships/image" Target="../media/image205.png"/><Relationship Id="rId163" Type="http://schemas.openxmlformats.org/officeDocument/2006/relationships/customXml" Target="../ink/ink203.xml"/><Relationship Id="rId184" Type="http://schemas.openxmlformats.org/officeDocument/2006/relationships/image" Target="../media/image226.png"/><Relationship Id="rId219" Type="http://schemas.openxmlformats.org/officeDocument/2006/relationships/customXml" Target="../ink/ink231.xml"/><Relationship Id="rId230" Type="http://schemas.openxmlformats.org/officeDocument/2006/relationships/image" Target="../media/image249.png"/><Relationship Id="rId251" Type="http://schemas.openxmlformats.org/officeDocument/2006/relationships/customXml" Target="../ink/ink247.xml"/><Relationship Id="rId25" Type="http://schemas.openxmlformats.org/officeDocument/2006/relationships/image" Target="../media/image147.png"/><Relationship Id="rId46" Type="http://schemas.openxmlformats.org/officeDocument/2006/relationships/customXml" Target="../ink/ink144.xml"/><Relationship Id="rId67" Type="http://schemas.openxmlformats.org/officeDocument/2006/relationships/image" Target="../media/image168.png"/><Relationship Id="rId272" Type="http://schemas.openxmlformats.org/officeDocument/2006/relationships/image" Target="../media/image270.png"/><Relationship Id="rId88" Type="http://schemas.openxmlformats.org/officeDocument/2006/relationships/customXml" Target="../ink/ink165.xml"/><Relationship Id="rId111" Type="http://schemas.openxmlformats.org/officeDocument/2006/relationships/image" Target="../media/image190.png"/><Relationship Id="rId132" Type="http://schemas.openxmlformats.org/officeDocument/2006/relationships/image" Target="../media/image200.png"/><Relationship Id="rId153" Type="http://schemas.openxmlformats.org/officeDocument/2006/relationships/customXml" Target="../ink/ink198.xml"/><Relationship Id="rId174" Type="http://schemas.openxmlformats.org/officeDocument/2006/relationships/image" Target="../media/image221.png"/><Relationship Id="rId195" Type="http://schemas.openxmlformats.org/officeDocument/2006/relationships/customXml" Target="../ink/ink219.xml"/><Relationship Id="rId209" Type="http://schemas.openxmlformats.org/officeDocument/2006/relationships/customXml" Target="../ink/ink226.xml"/><Relationship Id="rId220" Type="http://schemas.openxmlformats.org/officeDocument/2006/relationships/image" Target="../media/image244.png"/><Relationship Id="rId241" Type="http://schemas.openxmlformats.org/officeDocument/2006/relationships/customXml" Target="../ink/ink242.xml"/><Relationship Id="rId15" Type="http://schemas.openxmlformats.org/officeDocument/2006/relationships/image" Target="../media/image142.png"/><Relationship Id="rId36" Type="http://schemas.openxmlformats.org/officeDocument/2006/relationships/customXml" Target="../ink/ink139.xml"/><Relationship Id="rId57" Type="http://schemas.openxmlformats.org/officeDocument/2006/relationships/image" Target="../media/image163.png"/><Relationship Id="rId262" Type="http://schemas.openxmlformats.org/officeDocument/2006/relationships/image" Target="../media/image265.png"/><Relationship Id="rId78" Type="http://schemas.openxmlformats.org/officeDocument/2006/relationships/customXml" Target="../ink/ink160.xml"/><Relationship Id="rId99" Type="http://schemas.openxmlformats.org/officeDocument/2006/relationships/image" Target="../media/image184.png"/><Relationship Id="rId101" Type="http://schemas.openxmlformats.org/officeDocument/2006/relationships/image" Target="../media/image185.png"/><Relationship Id="rId122" Type="http://schemas.openxmlformats.org/officeDocument/2006/relationships/customXml" Target="../ink/ink182.xml"/><Relationship Id="rId143" Type="http://schemas.openxmlformats.org/officeDocument/2006/relationships/customXml" Target="../ink/ink193.xml"/><Relationship Id="rId164" Type="http://schemas.openxmlformats.org/officeDocument/2006/relationships/image" Target="../media/image216.png"/><Relationship Id="rId185" Type="http://schemas.openxmlformats.org/officeDocument/2006/relationships/customXml" Target="../ink/ink214.xml"/><Relationship Id="rId9" Type="http://schemas.openxmlformats.org/officeDocument/2006/relationships/image" Target="../media/image139.png"/><Relationship Id="rId210" Type="http://schemas.openxmlformats.org/officeDocument/2006/relationships/image" Target="../media/image239.png"/><Relationship Id="rId26" Type="http://schemas.openxmlformats.org/officeDocument/2006/relationships/customXml" Target="../ink/ink134.xml"/><Relationship Id="rId231" Type="http://schemas.openxmlformats.org/officeDocument/2006/relationships/customXml" Target="../ink/ink237.xml"/><Relationship Id="rId252" Type="http://schemas.openxmlformats.org/officeDocument/2006/relationships/image" Target="../media/image260.png"/><Relationship Id="rId273" Type="http://schemas.openxmlformats.org/officeDocument/2006/relationships/customXml" Target="../ink/ink258.xml"/><Relationship Id="rId47" Type="http://schemas.openxmlformats.org/officeDocument/2006/relationships/image" Target="../media/image158.png"/><Relationship Id="rId68" Type="http://schemas.openxmlformats.org/officeDocument/2006/relationships/customXml" Target="../ink/ink155.xml"/><Relationship Id="rId89" Type="http://schemas.openxmlformats.org/officeDocument/2006/relationships/image" Target="../media/image179.png"/><Relationship Id="rId112" Type="http://schemas.openxmlformats.org/officeDocument/2006/relationships/customXml" Target="../ink/ink177.xml"/><Relationship Id="rId133" Type="http://schemas.openxmlformats.org/officeDocument/2006/relationships/customXml" Target="../ink/ink188.xml"/><Relationship Id="rId154" Type="http://schemas.openxmlformats.org/officeDocument/2006/relationships/image" Target="../media/image211.png"/><Relationship Id="rId175" Type="http://schemas.openxmlformats.org/officeDocument/2006/relationships/customXml" Target="../ink/ink209.xml"/><Relationship Id="rId196" Type="http://schemas.openxmlformats.org/officeDocument/2006/relationships/image" Target="../media/image232.png"/><Relationship Id="rId200" Type="http://schemas.openxmlformats.org/officeDocument/2006/relationships/image" Target="../media/image234.png"/><Relationship Id="rId16" Type="http://schemas.openxmlformats.org/officeDocument/2006/relationships/customXml" Target="../ink/ink129.xml"/><Relationship Id="rId221" Type="http://schemas.openxmlformats.org/officeDocument/2006/relationships/customXml" Target="../ink/ink232.xml"/><Relationship Id="rId242" Type="http://schemas.openxmlformats.org/officeDocument/2006/relationships/image" Target="../media/image255.png"/><Relationship Id="rId263" Type="http://schemas.openxmlformats.org/officeDocument/2006/relationships/customXml" Target="../ink/ink253.xml"/><Relationship Id="rId37" Type="http://schemas.openxmlformats.org/officeDocument/2006/relationships/image" Target="../media/image153.png"/><Relationship Id="rId58" Type="http://schemas.openxmlformats.org/officeDocument/2006/relationships/customXml" Target="../ink/ink150.xml"/><Relationship Id="rId79" Type="http://schemas.openxmlformats.org/officeDocument/2006/relationships/image" Target="../media/image174.png"/><Relationship Id="rId102" Type="http://schemas.openxmlformats.org/officeDocument/2006/relationships/customXml" Target="../ink/ink172.xml"/><Relationship Id="rId123" Type="http://schemas.openxmlformats.org/officeDocument/2006/relationships/image" Target="../media/image196.png"/><Relationship Id="rId144" Type="http://schemas.openxmlformats.org/officeDocument/2006/relationships/image" Target="../media/image206.png"/><Relationship Id="rId90" Type="http://schemas.openxmlformats.org/officeDocument/2006/relationships/customXml" Target="../ink/ink166.xml"/><Relationship Id="rId165" Type="http://schemas.openxmlformats.org/officeDocument/2006/relationships/customXml" Target="../ink/ink204.xml"/><Relationship Id="rId186" Type="http://schemas.openxmlformats.org/officeDocument/2006/relationships/image" Target="../media/image227.png"/><Relationship Id="rId211" Type="http://schemas.openxmlformats.org/officeDocument/2006/relationships/customXml" Target="../ink/ink227.xml"/><Relationship Id="rId232" Type="http://schemas.openxmlformats.org/officeDocument/2006/relationships/image" Target="../media/image250.png"/><Relationship Id="rId253" Type="http://schemas.openxmlformats.org/officeDocument/2006/relationships/customXml" Target="../ink/ink248.xml"/><Relationship Id="rId274" Type="http://schemas.openxmlformats.org/officeDocument/2006/relationships/image" Target="../media/image271.png"/><Relationship Id="rId27" Type="http://schemas.openxmlformats.org/officeDocument/2006/relationships/image" Target="../media/image148.png"/><Relationship Id="rId48" Type="http://schemas.openxmlformats.org/officeDocument/2006/relationships/customXml" Target="../ink/ink145.xml"/><Relationship Id="rId69" Type="http://schemas.openxmlformats.org/officeDocument/2006/relationships/image" Target="../media/image169.png"/><Relationship Id="rId113" Type="http://schemas.openxmlformats.org/officeDocument/2006/relationships/image" Target="../media/image191.png"/><Relationship Id="rId134" Type="http://schemas.openxmlformats.org/officeDocument/2006/relationships/image" Target="../media/image201.png"/><Relationship Id="rId80" Type="http://schemas.openxmlformats.org/officeDocument/2006/relationships/customXml" Target="../ink/ink161.xml"/><Relationship Id="rId155" Type="http://schemas.openxmlformats.org/officeDocument/2006/relationships/customXml" Target="../ink/ink199.xml"/><Relationship Id="rId176" Type="http://schemas.openxmlformats.org/officeDocument/2006/relationships/image" Target="../media/image222.png"/><Relationship Id="rId197" Type="http://schemas.openxmlformats.org/officeDocument/2006/relationships/customXml" Target="../ink/ink220.xml"/><Relationship Id="rId201" Type="http://schemas.openxmlformats.org/officeDocument/2006/relationships/customXml" Target="../ink/ink222.xml"/><Relationship Id="rId222" Type="http://schemas.openxmlformats.org/officeDocument/2006/relationships/image" Target="../media/image245.png"/><Relationship Id="rId243" Type="http://schemas.openxmlformats.org/officeDocument/2006/relationships/customXml" Target="../ink/ink243.xml"/><Relationship Id="rId264" Type="http://schemas.openxmlformats.org/officeDocument/2006/relationships/image" Target="../media/image266.png"/><Relationship Id="rId17" Type="http://schemas.openxmlformats.org/officeDocument/2006/relationships/image" Target="../media/image143.png"/><Relationship Id="rId38" Type="http://schemas.openxmlformats.org/officeDocument/2006/relationships/customXml" Target="../ink/ink140.xml"/><Relationship Id="rId59" Type="http://schemas.openxmlformats.org/officeDocument/2006/relationships/image" Target="../media/image164.png"/><Relationship Id="rId103" Type="http://schemas.openxmlformats.org/officeDocument/2006/relationships/image" Target="../media/image186.png"/><Relationship Id="rId124" Type="http://schemas.openxmlformats.org/officeDocument/2006/relationships/customXml" Target="../ink/ink183.xml"/><Relationship Id="rId70" Type="http://schemas.openxmlformats.org/officeDocument/2006/relationships/customXml" Target="../ink/ink156.xml"/><Relationship Id="rId91" Type="http://schemas.openxmlformats.org/officeDocument/2006/relationships/image" Target="../media/image180.png"/><Relationship Id="rId145" Type="http://schemas.openxmlformats.org/officeDocument/2006/relationships/customXml" Target="../ink/ink194.xml"/><Relationship Id="rId166" Type="http://schemas.openxmlformats.org/officeDocument/2006/relationships/image" Target="../media/image217.png"/><Relationship Id="rId187" Type="http://schemas.openxmlformats.org/officeDocument/2006/relationships/customXml" Target="../ink/ink215.xml"/><Relationship Id="rId1" Type="http://schemas.openxmlformats.org/officeDocument/2006/relationships/slideLayout" Target="../slideLayouts/slideLayout21.xml"/><Relationship Id="rId212" Type="http://schemas.openxmlformats.org/officeDocument/2006/relationships/image" Target="../media/image240.png"/><Relationship Id="rId233" Type="http://schemas.openxmlformats.org/officeDocument/2006/relationships/customXml" Target="../ink/ink238.xml"/><Relationship Id="rId254" Type="http://schemas.openxmlformats.org/officeDocument/2006/relationships/image" Target="../media/image261.png"/><Relationship Id="rId28" Type="http://schemas.openxmlformats.org/officeDocument/2006/relationships/customXml" Target="../ink/ink135.xml"/><Relationship Id="rId49" Type="http://schemas.openxmlformats.org/officeDocument/2006/relationships/image" Target="../media/image159.png"/><Relationship Id="rId114" Type="http://schemas.openxmlformats.org/officeDocument/2006/relationships/customXml" Target="../ink/ink178.xml"/><Relationship Id="rId275" Type="http://schemas.openxmlformats.org/officeDocument/2006/relationships/customXml" Target="../ink/ink259.xml"/><Relationship Id="rId60" Type="http://schemas.openxmlformats.org/officeDocument/2006/relationships/customXml" Target="../ink/ink151.xml"/><Relationship Id="rId81" Type="http://schemas.openxmlformats.org/officeDocument/2006/relationships/image" Target="../media/image175.png"/><Relationship Id="rId135" Type="http://schemas.openxmlformats.org/officeDocument/2006/relationships/customXml" Target="../ink/ink189.xml"/><Relationship Id="rId156" Type="http://schemas.openxmlformats.org/officeDocument/2006/relationships/image" Target="../media/image212.png"/><Relationship Id="rId177" Type="http://schemas.openxmlformats.org/officeDocument/2006/relationships/customXml" Target="../ink/ink210.xml"/><Relationship Id="rId198" Type="http://schemas.openxmlformats.org/officeDocument/2006/relationships/image" Target="../media/image233.png"/><Relationship Id="rId202" Type="http://schemas.openxmlformats.org/officeDocument/2006/relationships/image" Target="../media/image235.png"/><Relationship Id="rId223" Type="http://schemas.openxmlformats.org/officeDocument/2006/relationships/customXml" Target="../ink/ink233.xml"/><Relationship Id="rId244" Type="http://schemas.openxmlformats.org/officeDocument/2006/relationships/image" Target="../media/image256.png"/><Relationship Id="rId18" Type="http://schemas.openxmlformats.org/officeDocument/2006/relationships/customXml" Target="../ink/ink130.xml"/><Relationship Id="rId39" Type="http://schemas.openxmlformats.org/officeDocument/2006/relationships/image" Target="../media/image154.png"/><Relationship Id="rId265" Type="http://schemas.openxmlformats.org/officeDocument/2006/relationships/customXml" Target="../ink/ink254.xml"/><Relationship Id="rId50" Type="http://schemas.openxmlformats.org/officeDocument/2006/relationships/customXml" Target="../ink/ink146.xml"/><Relationship Id="rId104" Type="http://schemas.openxmlformats.org/officeDocument/2006/relationships/customXml" Target="../ink/ink173.xml"/><Relationship Id="rId125" Type="http://schemas.openxmlformats.org/officeDocument/2006/relationships/image" Target="../media/image197.png"/><Relationship Id="rId146" Type="http://schemas.openxmlformats.org/officeDocument/2006/relationships/image" Target="../media/image207.png"/><Relationship Id="rId167" Type="http://schemas.openxmlformats.org/officeDocument/2006/relationships/customXml" Target="../ink/ink205.xml"/><Relationship Id="rId188" Type="http://schemas.openxmlformats.org/officeDocument/2006/relationships/image" Target="../media/image228.png"/><Relationship Id="rId71" Type="http://schemas.openxmlformats.org/officeDocument/2006/relationships/image" Target="../media/image170.png"/><Relationship Id="rId92" Type="http://schemas.openxmlformats.org/officeDocument/2006/relationships/customXml" Target="../ink/ink167.xml"/><Relationship Id="rId213" Type="http://schemas.openxmlformats.org/officeDocument/2006/relationships/customXml" Target="../ink/ink228.xml"/><Relationship Id="rId234" Type="http://schemas.openxmlformats.org/officeDocument/2006/relationships/image" Target="../media/image251.png"/><Relationship Id="rId2" Type="http://schemas.openxmlformats.org/officeDocument/2006/relationships/customXml" Target="../ink/ink122.xml"/><Relationship Id="rId29" Type="http://schemas.openxmlformats.org/officeDocument/2006/relationships/image" Target="../media/image149.png"/><Relationship Id="rId255" Type="http://schemas.openxmlformats.org/officeDocument/2006/relationships/customXml" Target="../ink/ink249.xml"/><Relationship Id="rId276" Type="http://schemas.openxmlformats.org/officeDocument/2006/relationships/image" Target="../media/image272.png"/><Relationship Id="rId40" Type="http://schemas.openxmlformats.org/officeDocument/2006/relationships/customXml" Target="../ink/ink141.xml"/><Relationship Id="rId115" Type="http://schemas.openxmlformats.org/officeDocument/2006/relationships/image" Target="../media/image192.png"/><Relationship Id="rId136" Type="http://schemas.openxmlformats.org/officeDocument/2006/relationships/image" Target="../media/image202.png"/><Relationship Id="rId157" Type="http://schemas.openxmlformats.org/officeDocument/2006/relationships/customXml" Target="../ink/ink200.xml"/><Relationship Id="rId178" Type="http://schemas.openxmlformats.org/officeDocument/2006/relationships/image" Target="../media/image223.png"/><Relationship Id="rId61" Type="http://schemas.openxmlformats.org/officeDocument/2006/relationships/image" Target="../media/image165.png"/><Relationship Id="rId82" Type="http://schemas.openxmlformats.org/officeDocument/2006/relationships/customXml" Target="../ink/ink162.xml"/><Relationship Id="rId199" Type="http://schemas.openxmlformats.org/officeDocument/2006/relationships/customXml" Target="../ink/ink221.xml"/><Relationship Id="rId203" Type="http://schemas.openxmlformats.org/officeDocument/2006/relationships/customXml" Target="../ink/ink223.xml"/><Relationship Id="rId19" Type="http://schemas.openxmlformats.org/officeDocument/2006/relationships/image" Target="../media/image144.png"/><Relationship Id="rId224" Type="http://schemas.openxmlformats.org/officeDocument/2006/relationships/image" Target="../media/image246.png"/><Relationship Id="rId245" Type="http://schemas.openxmlformats.org/officeDocument/2006/relationships/customXml" Target="../ink/ink244.xml"/><Relationship Id="rId266" Type="http://schemas.openxmlformats.org/officeDocument/2006/relationships/image" Target="../media/image267.png"/><Relationship Id="rId30" Type="http://schemas.openxmlformats.org/officeDocument/2006/relationships/customXml" Target="../ink/ink136.xml"/><Relationship Id="rId105" Type="http://schemas.openxmlformats.org/officeDocument/2006/relationships/image" Target="../media/image187.png"/><Relationship Id="rId126" Type="http://schemas.openxmlformats.org/officeDocument/2006/relationships/customXml" Target="../ink/ink184.xml"/><Relationship Id="rId147" Type="http://schemas.openxmlformats.org/officeDocument/2006/relationships/customXml" Target="../ink/ink195.xml"/><Relationship Id="rId168" Type="http://schemas.openxmlformats.org/officeDocument/2006/relationships/image" Target="../media/image218.png"/><Relationship Id="rId51" Type="http://schemas.openxmlformats.org/officeDocument/2006/relationships/image" Target="../media/image160.png"/><Relationship Id="rId72" Type="http://schemas.openxmlformats.org/officeDocument/2006/relationships/customXml" Target="../ink/ink157.xml"/><Relationship Id="rId93" Type="http://schemas.openxmlformats.org/officeDocument/2006/relationships/image" Target="../media/image181.png"/><Relationship Id="rId189" Type="http://schemas.openxmlformats.org/officeDocument/2006/relationships/customXml" Target="../ink/ink216.xml"/><Relationship Id="rId3" Type="http://schemas.openxmlformats.org/officeDocument/2006/relationships/image" Target="../media/image137.png"/><Relationship Id="rId214" Type="http://schemas.openxmlformats.org/officeDocument/2006/relationships/image" Target="../media/image241.png"/><Relationship Id="rId235" Type="http://schemas.openxmlformats.org/officeDocument/2006/relationships/customXml" Target="../ink/ink239.xml"/><Relationship Id="rId256" Type="http://schemas.openxmlformats.org/officeDocument/2006/relationships/image" Target="../media/image262.png"/><Relationship Id="rId277" Type="http://schemas.openxmlformats.org/officeDocument/2006/relationships/customXml" Target="../ink/ink260.xml"/><Relationship Id="rId116" Type="http://schemas.openxmlformats.org/officeDocument/2006/relationships/customXml" Target="../ink/ink179.xml"/><Relationship Id="rId137" Type="http://schemas.openxmlformats.org/officeDocument/2006/relationships/customXml" Target="../ink/ink190.xml"/><Relationship Id="rId158" Type="http://schemas.openxmlformats.org/officeDocument/2006/relationships/image" Target="../media/image213.png"/><Relationship Id="rId20" Type="http://schemas.openxmlformats.org/officeDocument/2006/relationships/customXml" Target="../ink/ink131.xml"/><Relationship Id="rId41" Type="http://schemas.openxmlformats.org/officeDocument/2006/relationships/image" Target="../media/image155.png"/><Relationship Id="rId62" Type="http://schemas.openxmlformats.org/officeDocument/2006/relationships/customXml" Target="../ink/ink152.xml"/><Relationship Id="rId83" Type="http://schemas.openxmlformats.org/officeDocument/2006/relationships/image" Target="../media/image176.png"/><Relationship Id="rId179" Type="http://schemas.openxmlformats.org/officeDocument/2006/relationships/customXml" Target="../ink/ink211.xml"/><Relationship Id="rId190" Type="http://schemas.openxmlformats.org/officeDocument/2006/relationships/image" Target="../media/image229.png"/><Relationship Id="rId204" Type="http://schemas.openxmlformats.org/officeDocument/2006/relationships/image" Target="../media/image236.png"/><Relationship Id="rId225" Type="http://schemas.openxmlformats.org/officeDocument/2006/relationships/customXml" Target="../ink/ink234.xml"/><Relationship Id="rId246" Type="http://schemas.openxmlformats.org/officeDocument/2006/relationships/image" Target="../media/image257.png"/><Relationship Id="rId267" Type="http://schemas.openxmlformats.org/officeDocument/2006/relationships/customXml" Target="../ink/ink255.xml"/><Relationship Id="rId106" Type="http://schemas.openxmlformats.org/officeDocument/2006/relationships/customXml" Target="../ink/ink174.xml"/><Relationship Id="rId127" Type="http://schemas.openxmlformats.org/officeDocument/2006/relationships/image" Target="../media/image198.png"/><Relationship Id="rId10" Type="http://schemas.openxmlformats.org/officeDocument/2006/relationships/customXml" Target="../ink/ink126.xml"/><Relationship Id="rId31" Type="http://schemas.openxmlformats.org/officeDocument/2006/relationships/image" Target="../media/image150.png"/><Relationship Id="rId52" Type="http://schemas.openxmlformats.org/officeDocument/2006/relationships/customXml" Target="../ink/ink147.xml"/><Relationship Id="rId73" Type="http://schemas.openxmlformats.org/officeDocument/2006/relationships/image" Target="../media/image171.png"/><Relationship Id="rId94" Type="http://schemas.openxmlformats.org/officeDocument/2006/relationships/customXml" Target="../ink/ink168.xml"/><Relationship Id="rId148" Type="http://schemas.openxmlformats.org/officeDocument/2006/relationships/image" Target="../media/image208.png"/><Relationship Id="rId169" Type="http://schemas.openxmlformats.org/officeDocument/2006/relationships/customXml" Target="../ink/ink206.xml"/><Relationship Id="rId4" Type="http://schemas.openxmlformats.org/officeDocument/2006/relationships/customXml" Target="../ink/ink123.xml"/><Relationship Id="rId180" Type="http://schemas.openxmlformats.org/officeDocument/2006/relationships/image" Target="../media/image224.png"/><Relationship Id="rId215" Type="http://schemas.openxmlformats.org/officeDocument/2006/relationships/customXml" Target="../ink/ink229.xml"/><Relationship Id="rId236" Type="http://schemas.openxmlformats.org/officeDocument/2006/relationships/image" Target="../media/image252.png"/><Relationship Id="rId257" Type="http://schemas.openxmlformats.org/officeDocument/2006/relationships/customXml" Target="../ink/ink250.xml"/><Relationship Id="rId278" Type="http://schemas.openxmlformats.org/officeDocument/2006/relationships/image" Target="../media/image273.png"/><Relationship Id="rId42" Type="http://schemas.openxmlformats.org/officeDocument/2006/relationships/customXml" Target="../ink/ink142.xml"/><Relationship Id="rId84" Type="http://schemas.openxmlformats.org/officeDocument/2006/relationships/customXml" Target="../ink/ink163.xml"/><Relationship Id="rId138" Type="http://schemas.openxmlformats.org/officeDocument/2006/relationships/image" Target="../media/image203.png"/><Relationship Id="rId191" Type="http://schemas.openxmlformats.org/officeDocument/2006/relationships/customXml" Target="../ink/ink217.xml"/><Relationship Id="rId205" Type="http://schemas.openxmlformats.org/officeDocument/2006/relationships/customXml" Target="../ink/ink224.xml"/><Relationship Id="rId247" Type="http://schemas.openxmlformats.org/officeDocument/2006/relationships/customXml" Target="../ink/ink245.xml"/><Relationship Id="rId107" Type="http://schemas.openxmlformats.org/officeDocument/2006/relationships/image" Target="../media/image188.png"/><Relationship Id="rId11" Type="http://schemas.openxmlformats.org/officeDocument/2006/relationships/image" Target="../media/image140.png"/><Relationship Id="rId53" Type="http://schemas.openxmlformats.org/officeDocument/2006/relationships/image" Target="../media/image161.png"/><Relationship Id="rId149" Type="http://schemas.openxmlformats.org/officeDocument/2006/relationships/customXml" Target="../ink/ink196.xml"/><Relationship Id="rId95" Type="http://schemas.openxmlformats.org/officeDocument/2006/relationships/image" Target="../media/image182.png"/><Relationship Id="rId160" Type="http://schemas.openxmlformats.org/officeDocument/2006/relationships/image" Target="../media/image214.png"/><Relationship Id="rId216" Type="http://schemas.openxmlformats.org/officeDocument/2006/relationships/image" Target="../media/image242.png"/><Relationship Id="rId258" Type="http://schemas.openxmlformats.org/officeDocument/2006/relationships/image" Target="../media/image26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6.png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89.png"/><Relationship Id="rId21" Type="http://schemas.openxmlformats.org/officeDocument/2006/relationships/customXml" Target="../ink/ink272.xml"/><Relationship Id="rId42" Type="http://schemas.openxmlformats.org/officeDocument/2006/relationships/image" Target="../media/image297.png"/><Relationship Id="rId47" Type="http://schemas.openxmlformats.org/officeDocument/2006/relationships/customXml" Target="../ink/ink285.xml"/><Relationship Id="rId63" Type="http://schemas.openxmlformats.org/officeDocument/2006/relationships/customXml" Target="../ink/ink293.xml"/><Relationship Id="rId68" Type="http://schemas.openxmlformats.org/officeDocument/2006/relationships/image" Target="../media/image310.png"/><Relationship Id="rId84" Type="http://schemas.openxmlformats.org/officeDocument/2006/relationships/image" Target="../media/image318.png"/><Relationship Id="rId89" Type="http://schemas.openxmlformats.org/officeDocument/2006/relationships/customXml" Target="../ink/ink306.xml"/><Relationship Id="rId16" Type="http://schemas.openxmlformats.org/officeDocument/2006/relationships/image" Target="../media/image284.png"/><Relationship Id="rId107" Type="http://schemas.openxmlformats.org/officeDocument/2006/relationships/customXml" Target="../ink/ink315.xml"/><Relationship Id="rId11" Type="http://schemas.openxmlformats.org/officeDocument/2006/relationships/customXml" Target="../ink/ink267.xml"/><Relationship Id="rId32" Type="http://schemas.openxmlformats.org/officeDocument/2006/relationships/image" Target="../media/image292.png"/><Relationship Id="rId37" Type="http://schemas.openxmlformats.org/officeDocument/2006/relationships/customXml" Target="../ink/ink280.xml"/><Relationship Id="rId53" Type="http://schemas.openxmlformats.org/officeDocument/2006/relationships/customXml" Target="../ink/ink288.xml"/><Relationship Id="rId58" Type="http://schemas.openxmlformats.org/officeDocument/2006/relationships/image" Target="../media/image305.png"/><Relationship Id="rId74" Type="http://schemas.openxmlformats.org/officeDocument/2006/relationships/image" Target="../media/image313.png"/><Relationship Id="rId79" Type="http://schemas.openxmlformats.org/officeDocument/2006/relationships/customXml" Target="../ink/ink301.xml"/><Relationship Id="rId102" Type="http://schemas.openxmlformats.org/officeDocument/2006/relationships/image" Target="../media/image327.png"/><Relationship Id="rId5" Type="http://schemas.openxmlformats.org/officeDocument/2006/relationships/customXml" Target="../ink/ink264.xml"/><Relationship Id="rId90" Type="http://schemas.openxmlformats.org/officeDocument/2006/relationships/image" Target="../media/image321.png"/><Relationship Id="rId95" Type="http://schemas.openxmlformats.org/officeDocument/2006/relationships/customXml" Target="../ink/ink309.xml"/><Relationship Id="rId22" Type="http://schemas.openxmlformats.org/officeDocument/2006/relationships/image" Target="../media/image287.png"/><Relationship Id="rId27" Type="http://schemas.openxmlformats.org/officeDocument/2006/relationships/customXml" Target="../ink/ink275.xml"/><Relationship Id="rId43" Type="http://schemas.openxmlformats.org/officeDocument/2006/relationships/customXml" Target="../ink/ink283.xml"/><Relationship Id="rId48" Type="http://schemas.openxmlformats.org/officeDocument/2006/relationships/image" Target="../media/image300.png"/><Relationship Id="rId64" Type="http://schemas.openxmlformats.org/officeDocument/2006/relationships/image" Target="../media/image308.png"/><Relationship Id="rId69" Type="http://schemas.openxmlformats.org/officeDocument/2006/relationships/customXml" Target="../ink/ink296.xml"/><Relationship Id="rId80" Type="http://schemas.openxmlformats.org/officeDocument/2006/relationships/image" Target="../media/image316.png"/><Relationship Id="rId85" Type="http://schemas.openxmlformats.org/officeDocument/2006/relationships/customXml" Target="../ink/ink304.xml"/><Relationship Id="rId12" Type="http://schemas.openxmlformats.org/officeDocument/2006/relationships/image" Target="../media/image282.png"/><Relationship Id="rId17" Type="http://schemas.openxmlformats.org/officeDocument/2006/relationships/customXml" Target="../ink/ink270.xml"/><Relationship Id="rId33" Type="http://schemas.openxmlformats.org/officeDocument/2006/relationships/customXml" Target="../ink/ink278.xml"/><Relationship Id="rId38" Type="http://schemas.openxmlformats.org/officeDocument/2006/relationships/image" Target="../media/image295.png"/><Relationship Id="rId59" Type="http://schemas.openxmlformats.org/officeDocument/2006/relationships/customXml" Target="../ink/ink291.xml"/><Relationship Id="rId103" Type="http://schemas.openxmlformats.org/officeDocument/2006/relationships/customXml" Target="../ink/ink313.xml"/><Relationship Id="rId108" Type="http://schemas.openxmlformats.org/officeDocument/2006/relationships/image" Target="../media/image330.png"/><Relationship Id="rId20" Type="http://schemas.openxmlformats.org/officeDocument/2006/relationships/image" Target="../media/image286.png"/><Relationship Id="rId41" Type="http://schemas.openxmlformats.org/officeDocument/2006/relationships/customXml" Target="../ink/ink282.xml"/><Relationship Id="rId54" Type="http://schemas.openxmlformats.org/officeDocument/2006/relationships/image" Target="../media/image303.png"/><Relationship Id="rId62" Type="http://schemas.openxmlformats.org/officeDocument/2006/relationships/image" Target="../media/image307.png"/><Relationship Id="rId70" Type="http://schemas.openxmlformats.org/officeDocument/2006/relationships/image" Target="../media/image311.png"/><Relationship Id="rId75" Type="http://schemas.openxmlformats.org/officeDocument/2006/relationships/customXml" Target="../ink/ink299.xml"/><Relationship Id="rId83" Type="http://schemas.openxmlformats.org/officeDocument/2006/relationships/customXml" Target="../ink/ink303.xml"/><Relationship Id="rId88" Type="http://schemas.openxmlformats.org/officeDocument/2006/relationships/image" Target="../media/image320.png"/><Relationship Id="rId91" Type="http://schemas.openxmlformats.org/officeDocument/2006/relationships/customXml" Target="../ink/ink307.xml"/><Relationship Id="rId96" Type="http://schemas.openxmlformats.org/officeDocument/2006/relationships/image" Target="../media/image324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79.png"/><Relationship Id="rId15" Type="http://schemas.openxmlformats.org/officeDocument/2006/relationships/customXml" Target="../ink/ink269.xml"/><Relationship Id="rId23" Type="http://schemas.openxmlformats.org/officeDocument/2006/relationships/customXml" Target="../ink/ink273.xml"/><Relationship Id="rId28" Type="http://schemas.openxmlformats.org/officeDocument/2006/relationships/image" Target="../media/image290.png"/><Relationship Id="rId36" Type="http://schemas.openxmlformats.org/officeDocument/2006/relationships/image" Target="../media/image294.png"/><Relationship Id="rId49" Type="http://schemas.openxmlformats.org/officeDocument/2006/relationships/customXml" Target="../ink/ink286.xml"/><Relationship Id="rId57" Type="http://schemas.openxmlformats.org/officeDocument/2006/relationships/customXml" Target="../ink/ink290.xml"/><Relationship Id="rId106" Type="http://schemas.openxmlformats.org/officeDocument/2006/relationships/image" Target="../media/image329.png"/><Relationship Id="rId10" Type="http://schemas.openxmlformats.org/officeDocument/2006/relationships/image" Target="../media/image281.png"/><Relationship Id="rId31" Type="http://schemas.openxmlformats.org/officeDocument/2006/relationships/customXml" Target="../ink/ink277.xml"/><Relationship Id="rId44" Type="http://schemas.openxmlformats.org/officeDocument/2006/relationships/image" Target="../media/image298.png"/><Relationship Id="rId52" Type="http://schemas.openxmlformats.org/officeDocument/2006/relationships/image" Target="../media/image302.png"/><Relationship Id="rId60" Type="http://schemas.openxmlformats.org/officeDocument/2006/relationships/image" Target="../media/image306.png"/><Relationship Id="rId65" Type="http://schemas.openxmlformats.org/officeDocument/2006/relationships/customXml" Target="../ink/ink294.xml"/><Relationship Id="rId73" Type="http://schemas.openxmlformats.org/officeDocument/2006/relationships/customXml" Target="../ink/ink298.xml"/><Relationship Id="rId78" Type="http://schemas.openxmlformats.org/officeDocument/2006/relationships/image" Target="../media/image315.png"/><Relationship Id="rId81" Type="http://schemas.openxmlformats.org/officeDocument/2006/relationships/customXml" Target="../ink/ink302.xml"/><Relationship Id="rId86" Type="http://schemas.openxmlformats.org/officeDocument/2006/relationships/image" Target="../media/image319.png"/><Relationship Id="rId94" Type="http://schemas.openxmlformats.org/officeDocument/2006/relationships/image" Target="../media/image323.png"/><Relationship Id="rId99" Type="http://schemas.openxmlformats.org/officeDocument/2006/relationships/customXml" Target="../ink/ink311.xml"/><Relationship Id="rId101" Type="http://schemas.openxmlformats.org/officeDocument/2006/relationships/customXml" Target="../ink/ink312.xml"/><Relationship Id="rId4" Type="http://schemas.openxmlformats.org/officeDocument/2006/relationships/image" Target="../media/image278.png"/><Relationship Id="rId9" Type="http://schemas.openxmlformats.org/officeDocument/2006/relationships/customXml" Target="../ink/ink266.xml"/><Relationship Id="rId13" Type="http://schemas.openxmlformats.org/officeDocument/2006/relationships/customXml" Target="../ink/ink268.xml"/><Relationship Id="rId18" Type="http://schemas.openxmlformats.org/officeDocument/2006/relationships/image" Target="../media/image285.png"/><Relationship Id="rId39" Type="http://schemas.openxmlformats.org/officeDocument/2006/relationships/customXml" Target="../ink/ink281.xml"/><Relationship Id="rId34" Type="http://schemas.openxmlformats.org/officeDocument/2006/relationships/image" Target="../media/image293.png"/><Relationship Id="rId50" Type="http://schemas.openxmlformats.org/officeDocument/2006/relationships/image" Target="../media/image301.png"/><Relationship Id="rId55" Type="http://schemas.openxmlformats.org/officeDocument/2006/relationships/customXml" Target="../ink/ink289.xml"/><Relationship Id="rId76" Type="http://schemas.openxmlformats.org/officeDocument/2006/relationships/image" Target="../media/image314.png"/><Relationship Id="rId97" Type="http://schemas.openxmlformats.org/officeDocument/2006/relationships/customXml" Target="../ink/ink310.xml"/><Relationship Id="rId104" Type="http://schemas.openxmlformats.org/officeDocument/2006/relationships/image" Target="../media/image328.png"/><Relationship Id="rId7" Type="http://schemas.openxmlformats.org/officeDocument/2006/relationships/customXml" Target="../ink/ink265.xml"/><Relationship Id="rId71" Type="http://schemas.openxmlformats.org/officeDocument/2006/relationships/customXml" Target="../ink/ink297.xml"/><Relationship Id="rId92" Type="http://schemas.openxmlformats.org/officeDocument/2006/relationships/image" Target="../media/image322.png"/><Relationship Id="rId2" Type="http://schemas.openxmlformats.org/officeDocument/2006/relationships/image" Target="../media/image277.png"/><Relationship Id="rId29" Type="http://schemas.openxmlformats.org/officeDocument/2006/relationships/customXml" Target="../ink/ink276.xml"/><Relationship Id="rId24" Type="http://schemas.openxmlformats.org/officeDocument/2006/relationships/image" Target="../media/image288.png"/><Relationship Id="rId40" Type="http://schemas.openxmlformats.org/officeDocument/2006/relationships/image" Target="../media/image296.png"/><Relationship Id="rId45" Type="http://schemas.openxmlformats.org/officeDocument/2006/relationships/customXml" Target="../ink/ink284.xml"/><Relationship Id="rId66" Type="http://schemas.openxmlformats.org/officeDocument/2006/relationships/image" Target="../media/image309.png"/><Relationship Id="rId87" Type="http://schemas.openxmlformats.org/officeDocument/2006/relationships/customXml" Target="../ink/ink305.xml"/><Relationship Id="rId61" Type="http://schemas.openxmlformats.org/officeDocument/2006/relationships/customXml" Target="../ink/ink292.xml"/><Relationship Id="rId82" Type="http://schemas.openxmlformats.org/officeDocument/2006/relationships/image" Target="../media/image317.png"/><Relationship Id="rId19" Type="http://schemas.openxmlformats.org/officeDocument/2006/relationships/customXml" Target="../ink/ink271.xml"/><Relationship Id="rId14" Type="http://schemas.openxmlformats.org/officeDocument/2006/relationships/image" Target="../media/image283.png"/><Relationship Id="rId30" Type="http://schemas.openxmlformats.org/officeDocument/2006/relationships/image" Target="../media/image291.png"/><Relationship Id="rId35" Type="http://schemas.openxmlformats.org/officeDocument/2006/relationships/customXml" Target="../ink/ink279.xml"/><Relationship Id="rId56" Type="http://schemas.openxmlformats.org/officeDocument/2006/relationships/image" Target="../media/image304.png"/><Relationship Id="rId77" Type="http://schemas.openxmlformats.org/officeDocument/2006/relationships/customXml" Target="../ink/ink300.xml"/><Relationship Id="rId100" Type="http://schemas.openxmlformats.org/officeDocument/2006/relationships/image" Target="../media/image326.png"/><Relationship Id="rId105" Type="http://schemas.openxmlformats.org/officeDocument/2006/relationships/customXml" Target="../ink/ink314.xml"/><Relationship Id="rId8" Type="http://schemas.openxmlformats.org/officeDocument/2006/relationships/image" Target="../media/image280.png"/><Relationship Id="rId51" Type="http://schemas.openxmlformats.org/officeDocument/2006/relationships/customXml" Target="../ink/ink287.xml"/><Relationship Id="rId72" Type="http://schemas.openxmlformats.org/officeDocument/2006/relationships/image" Target="../media/image312.png"/><Relationship Id="rId93" Type="http://schemas.openxmlformats.org/officeDocument/2006/relationships/customXml" Target="../ink/ink308.xml"/><Relationship Id="rId98" Type="http://schemas.openxmlformats.org/officeDocument/2006/relationships/image" Target="../media/image325.png"/><Relationship Id="rId3" Type="http://schemas.openxmlformats.org/officeDocument/2006/relationships/customXml" Target="../ink/ink263.xml"/><Relationship Id="rId25" Type="http://schemas.openxmlformats.org/officeDocument/2006/relationships/customXml" Target="../ink/ink274.xml"/><Relationship Id="rId46" Type="http://schemas.openxmlformats.org/officeDocument/2006/relationships/image" Target="../media/image299.png"/><Relationship Id="rId67" Type="http://schemas.openxmlformats.org/officeDocument/2006/relationships/customXml" Target="../ink/ink29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png"/><Relationship Id="rId3" Type="http://schemas.openxmlformats.org/officeDocument/2006/relationships/image" Target="../media/image333.png"/><Relationship Id="rId7" Type="http://schemas.openxmlformats.org/officeDocument/2006/relationships/customXml" Target="../ink/ink317.xml"/><Relationship Id="rId12" Type="http://schemas.openxmlformats.org/officeDocument/2006/relationships/image" Target="../media/image338.png"/><Relationship Id="rId2" Type="http://schemas.openxmlformats.org/officeDocument/2006/relationships/image" Target="../media/image332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335.png"/><Relationship Id="rId11" Type="http://schemas.openxmlformats.org/officeDocument/2006/relationships/customXml" Target="../ink/ink319.xml"/><Relationship Id="rId5" Type="http://schemas.openxmlformats.org/officeDocument/2006/relationships/customXml" Target="../ink/ink316.xml"/><Relationship Id="rId10" Type="http://schemas.openxmlformats.org/officeDocument/2006/relationships/image" Target="../media/image337.png"/><Relationship Id="rId4" Type="http://schemas.openxmlformats.org/officeDocument/2006/relationships/image" Target="../media/image334.png"/><Relationship Id="rId9" Type="http://schemas.openxmlformats.org/officeDocument/2006/relationships/customXml" Target="../ink/ink3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image" Target="../media/image339.png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341.png"/><Relationship Id="rId4" Type="http://schemas.openxmlformats.org/officeDocument/2006/relationships/customXml" Target="../ink/ink32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2.pn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3.png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33.xml"/><Relationship Id="rId21" Type="http://schemas.openxmlformats.org/officeDocument/2006/relationships/image" Target="../media/image353.png"/><Relationship Id="rId42" Type="http://schemas.openxmlformats.org/officeDocument/2006/relationships/customXml" Target="../ink/ink341.xml"/><Relationship Id="rId47" Type="http://schemas.openxmlformats.org/officeDocument/2006/relationships/customXml" Target="../ink/ink344.xml"/><Relationship Id="rId63" Type="http://schemas.openxmlformats.org/officeDocument/2006/relationships/customXml" Target="../ink/ink352.xml"/><Relationship Id="rId68" Type="http://schemas.openxmlformats.org/officeDocument/2006/relationships/image" Target="../media/image375.png"/><Relationship Id="rId7" Type="http://schemas.openxmlformats.org/officeDocument/2006/relationships/image" Target="../media/image346.png"/><Relationship Id="rId71" Type="http://schemas.openxmlformats.org/officeDocument/2006/relationships/customXml" Target="../ink/ink356.xml"/><Relationship Id="rId2" Type="http://schemas.openxmlformats.org/officeDocument/2006/relationships/customXml" Target="../ink/ink321.xml"/><Relationship Id="rId16" Type="http://schemas.openxmlformats.org/officeDocument/2006/relationships/customXml" Target="../ink/ink328.xml"/><Relationship Id="rId29" Type="http://schemas.openxmlformats.org/officeDocument/2006/relationships/image" Target="../media/image357.png"/><Relationship Id="rId11" Type="http://schemas.openxmlformats.org/officeDocument/2006/relationships/image" Target="../media/image348.png"/><Relationship Id="rId24" Type="http://schemas.openxmlformats.org/officeDocument/2006/relationships/customXml" Target="../ink/ink332.xml"/><Relationship Id="rId32" Type="http://schemas.openxmlformats.org/officeDocument/2006/relationships/customXml" Target="../ink/ink336.xml"/><Relationship Id="rId37" Type="http://schemas.openxmlformats.org/officeDocument/2006/relationships/image" Target="../media/image360.png"/><Relationship Id="rId40" Type="http://schemas.openxmlformats.org/officeDocument/2006/relationships/customXml" Target="../ink/ink340.xml"/><Relationship Id="rId45" Type="http://schemas.openxmlformats.org/officeDocument/2006/relationships/image" Target="../media/image364.png"/><Relationship Id="rId53" Type="http://schemas.openxmlformats.org/officeDocument/2006/relationships/customXml" Target="../ink/ink347.xml"/><Relationship Id="rId58" Type="http://schemas.openxmlformats.org/officeDocument/2006/relationships/image" Target="../media/image370.png"/><Relationship Id="rId66" Type="http://schemas.openxmlformats.org/officeDocument/2006/relationships/image" Target="../media/image374.png"/><Relationship Id="rId5" Type="http://schemas.openxmlformats.org/officeDocument/2006/relationships/image" Target="../media/image345.png"/><Relationship Id="rId61" Type="http://schemas.openxmlformats.org/officeDocument/2006/relationships/customXml" Target="../ink/ink351.xml"/><Relationship Id="rId19" Type="http://schemas.openxmlformats.org/officeDocument/2006/relationships/image" Target="../media/image352.png"/><Relationship Id="rId14" Type="http://schemas.openxmlformats.org/officeDocument/2006/relationships/customXml" Target="../ink/ink327.xml"/><Relationship Id="rId22" Type="http://schemas.openxmlformats.org/officeDocument/2006/relationships/customXml" Target="../ink/ink331.xml"/><Relationship Id="rId27" Type="http://schemas.openxmlformats.org/officeDocument/2006/relationships/image" Target="../media/image356.png"/><Relationship Id="rId30" Type="http://schemas.openxmlformats.org/officeDocument/2006/relationships/customXml" Target="../ink/ink335.xml"/><Relationship Id="rId35" Type="http://schemas.openxmlformats.org/officeDocument/2006/relationships/image" Target="../media/image359.png"/><Relationship Id="rId43" Type="http://schemas.openxmlformats.org/officeDocument/2006/relationships/image" Target="../media/image363.png"/><Relationship Id="rId48" Type="http://schemas.openxmlformats.org/officeDocument/2006/relationships/image" Target="../media/image365.png"/><Relationship Id="rId56" Type="http://schemas.openxmlformats.org/officeDocument/2006/relationships/image" Target="../media/image369.png"/><Relationship Id="rId64" Type="http://schemas.openxmlformats.org/officeDocument/2006/relationships/image" Target="../media/image373.png"/><Relationship Id="rId69" Type="http://schemas.openxmlformats.org/officeDocument/2006/relationships/customXml" Target="../ink/ink355.xml"/><Relationship Id="rId8" Type="http://schemas.openxmlformats.org/officeDocument/2006/relationships/customXml" Target="../ink/ink324.xml"/><Relationship Id="rId51" Type="http://schemas.openxmlformats.org/officeDocument/2006/relationships/customXml" Target="../ink/ink346.xml"/><Relationship Id="rId72" Type="http://schemas.openxmlformats.org/officeDocument/2006/relationships/image" Target="../media/image377.png"/><Relationship Id="rId3" Type="http://schemas.openxmlformats.org/officeDocument/2006/relationships/image" Target="../media/image344.png"/><Relationship Id="rId12" Type="http://schemas.openxmlformats.org/officeDocument/2006/relationships/customXml" Target="../ink/ink326.xml"/><Relationship Id="rId17" Type="http://schemas.openxmlformats.org/officeDocument/2006/relationships/image" Target="../media/image351.png"/><Relationship Id="rId25" Type="http://schemas.openxmlformats.org/officeDocument/2006/relationships/image" Target="../media/image355.png"/><Relationship Id="rId33" Type="http://schemas.openxmlformats.org/officeDocument/2006/relationships/image" Target="../media/image16.png"/><Relationship Id="rId38" Type="http://schemas.openxmlformats.org/officeDocument/2006/relationships/customXml" Target="../ink/ink339.xml"/><Relationship Id="rId46" Type="http://schemas.openxmlformats.org/officeDocument/2006/relationships/customXml" Target="../ink/ink343.xml"/><Relationship Id="rId59" Type="http://schemas.openxmlformats.org/officeDocument/2006/relationships/customXml" Target="../ink/ink350.xml"/><Relationship Id="rId67" Type="http://schemas.openxmlformats.org/officeDocument/2006/relationships/customXml" Target="../ink/ink354.xml"/><Relationship Id="rId20" Type="http://schemas.openxmlformats.org/officeDocument/2006/relationships/customXml" Target="../ink/ink330.xml"/><Relationship Id="rId41" Type="http://schemas.openxmlformats.org/officeDocument/2006/relationships/image" Target="../media/image362.png"/><Relationship Id="rId54" Type="http://schemas.openxmlformats.org/officeDocument/2006/relationships/image" Target="../media/image368.png"/><Relationship Id="rId62" Type="http://schemas.openxmlformats.org/officeDocument/2006/relationships/image" Target="../media/image372.png"/><Relationship Id="rId70" Type="http://schemas.openxmlformats.org/officeDocument/2006/relationships/image" Target="../media/image376.png"/><Relationship Id="rId1" Type="http://schemas.openxmlformats.org/officeDocument/2006/relationships/slideLayout" Target="../slideLayouts/slideLayout21.xml"/><Relationship Id="rId6" Type="http://schemas.openxmlformats.org/officeDocument/2006/relationships/customXml" Target="../ink/ink323.xml"/><Relationship Id="rId15" Type="http://schemas.openxmlformats.org/officeDocument/2006/relationships/image" Target="../media/image350.png"/><Relationship Id="rId23" Type="http://schemas.openxmlformats.org/officeDocument/2006/relationships/image" Target="../media/image354.png"/><Relationship Id="rId28" Type="http://schemas.openxmlformats.org/officeDocument/2006/relationships/customXml" Target="../ink/ink334.xml"/><Relationship Id="rId36" Type="http://schemas.openxmlformats.org/officeDocument/2006/relationships/customXml" Target="../ink/ink338.xml"/><Relationship Id="rId49" Type="http://schemas.openxmlformats.org/officeDocument/2006/relationships/customXml" Target="../ink/ink345.xml"/><Relationship Id="rId57" Type="http://schemas.openxmlformats.org/officeDocument/2006/relationships/customXml" Target="../ink/ink349.xml"/><Relationship Id="rId10" Type="http://schemas.openxmlformats.org/officeDocument/2006/relationships/customXml" Target="../ink/ink325.xml"/><Relationship Id="rId31" Type="http://schemas.openxmlformats.org/officeDocument/2006/relationships/image" Target="../media/image358.png"/><Relationship Id="rId44" Type="http://schemas.openxmlformats.org/officeDocument/2006/relationships/customXml" Target="../ink/ink342.xml"/><Relationship Id="rId52" Type="http://schemas.openxmlformats.org/officeDocument/2006/relationships/image" Target="../media/image367.png"/><Relationship Id="rId60" Type="http://schemas.openxmlformats.org/officeDocument/2006/relationships/image" Target="../media/image371.png"/><Relationship Id="rId65" Type="http://schemas.openxmlformats.org/officeDocument/2006/relationships/customXml" Target="../ink/ink353.xml"/><Relationship Id="rId4" Type="http://schemas.openxmlformats.org/officeDocument/2006/relationships/customXml" Target="../ink/ink322.xml"/><Relationship Id="rId9" Type="http://schemas.openxmlformats.org/officeDocument/2006/relationships/image" Target="../media/image347.png"/><Relationship Id="rId13" Type="http://schemas.openxmlformats.org/officeDocument/2006/relationships/image" Target="../media/image349.png"/><Relationship Id="rId18" Type="http://schemas.openxmlformats.org/officeDocument/2006/relationships/customXml" Target="../ink/ink329.xml"/><Relationship Id="rId39" Type="http://schemas.openxmlformats.org/officeDocument/2006/relationships/image" Target="../media/image361.png"/><Relationship Id="rId34" Type="http://schemas.openxmlformats.org/officeDocument/2006/relationships/customXml" Target="../ink/ink337.xml"/><Relationship Id="rId50" Type="http://schemas.openxmlformats.org/officeDocument/2006/relationships/image" Target="../media/image366.png"/><Relationship Id="rId55" Type="http://schemas.openxmlformats.org/officeDocument/2006/relationships/customXml" Target="../ink/ink34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BtmsIy0j_dY&amp;t=5s" TargetMode="Externa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/>
          <p:cNvSpPr>
            <a:spLocks noGrp="1"/>
          </p:cNvSpPr>
          <p:nvPr>
            <p:ph type="title"/>
          </p:nvPr>
        </p:nvSpPr>
        <p:spPr>
          <a:xfrm>
            <a:off x="2362200" y="3352800"/>
            <a:ext cx="6400800" cy="1524000"/>
          </a:xfrm>
        </p:spPr>
        <p:txBody>
          <a:bodyPr/>
          <a:lstStyle/>
          <a:p>
            <a:pPr algn="ctr" fontAlgn="auto">
              <a:spcAft>
                <a:spcPts val="0"/>
              </a:spcAft>
              <a:defRPr/>
            </a:pPr>
            <a:r>
              <a:rPr lang="en-US" dirty="0">
                <a:solidFill>
                  <a:srgbClr val="FFFF66"/>
                </a:solidFill>
                <a:latin typeface="+mn-lt"/>
              </a:rPr>
              <a:t>Natural Language Processing</a:t>
            </a:r>
            <a:br>
              <a:rPr lang="en-US" dirty="0">
                <a:solidFill>
                  <a:srgbClr val="FFFF66"/>
                </a:solidFill>
                <a:latin typeface="+mn-lt"/>
              </a:rPr>
            </a:br>
            <a:endParaRPr lang="en-US" dirty="0">
              <a:solidFill>
                <a:srgbClr val="FFFF66"/>
              </a:solidFill>
              <a:latin typeface="+mn-lt"/>
            </a:endParaRPr>
          </a:p>
        </p:txBody>
      </p:sp>
      <p:sp>
        <p:nvSpPr>
          <p:cNvPr id="5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2209800" y="4495800"/>
            <a:ext cx="4648200" cy="12192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marL="365760" indent="-256032" algn="r" fontAlgn="auto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Pct val="68000"/>
              <a:buNone/>
              <a:defRPr/>
            </a:pPr>
            <a:r>
              <a:rPr lang="en-US" sz="2800" dirty="0">
                <a:solidFill>
                  <a:schemeClr val="bg1"/>
                </a:solidFill>
                <a:latin typeface="+mn-lt"/>
                <a:cs typeface="Courier New" pitchFamily="49" charset="0"/>
              </a:rPr>
              <a:t>Introduction to LLM </a:t>
            </a:r>
          </a:p>
          <a:p>
            <a:pPr marL="365760" indent="-256032" algn="r" fontAlgn="auto">
              <a:lnSpc>
                <a:spcPct val="100000"/>
              </a:lnSpc>
              <a:spcAft>
                <a:spcPts val="0"/>
              </a:spcAft>
              <a:buClr>
                <a:schemeClr val="accent1"/>
              </a:buClr>
              <a:buSzPct val="68000"/>
              <a:buNone/>
              <a:defRPr/>
            </a:pPr>
            <a:r>
              <a:rPr lang="en-US" sz="2800" dirty="0">
                <a:solidFill>
                  <a:schemeClr val="bg1"/>
                </a:solidFill>
                <a:latin typeface="+mn-lt"/>
                <a:cs typeface="Courier New" pitchFamily="49" charset="0"/>
              </a:rPr>
              <a:t>Prompt engineering </a:t>
            </a:r>
          </a:p>
        </p:txBody>
      </p:sp>
    </p:spTree>
    <p:extLst>
      <p:ext uri="{BB962C8B-B14F-4D97-AF65-F5344CB8AC3E}">
        <p14:creationId xmlns:p14="http://schemas.microsoft.com/office/powerpoint/2010/main" val="51051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1295400"/>
            <a:ext cx="8229600" cy="4525963"/>
          </a:xfrm>
        </p:spPr>
        <p:txBody>
          <a:bodyPr/>
          <a:lstStyle/>
          <a:p>
            <a:pPr marL="400050" lvl="1" indent="0">
              <a:buNone/>
            </a:pPr>
            <a:endParaRPr lang="en-US" dirty="0">
              <a:effectLst/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Introduction to LLM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/>
              <a:t>Prompt engineering 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en-US" dirty="0" err="1"/>
              <a:t>Generaive</a:t>
            </a:r>
            <a:r>
              <a:rPr lang="en-US" dirty="0"/>
              <a:t> AI</a:t>
            </a:r>
            <a:endParaRPr lang="en-IN" dirty="0"/>
          </a:p>
          <a:p>
            <a:pPr lvl="0">
              <a:buFont typeface="Arial" panose="020B0604020202020204" pitchFamily="34" charset="0"/>
              <a:buChar char="•"/>
            </a:pPr>
            <a:r>
              <a:rPr lang="en-IN" dirty="0"/>
              <a:t>Large language model (LLM) enhancement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Session Content</a:t>
            </a:r>
          </a:p>
        </p:txBody>
      </p:sp>
    </p:spTree>
    <p:extLst>
      <p:ext uri="{BB962C8B-B14F-4D97-AF65-F5344CB8AC3E}">
        <p14:creationId xmlns:p14="http://schemas.microsoft.com/office/powerpoint/2010/main" val="743592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666" t="24803" r="5000" b="26285"/>
          <a:stretch/>
        </p:blipFill>
        <p:spPr>
          <a:xfrm>
            <a:off x="1257300" y="2457451"/>
            <a:ext cx="6400800" cy="1885951"/>
          </a:xfrm>
          <a:prstGeom prst="rect">
            <a:avLst/>
          </a:prstGeom>
        </p:spPr>
      </p:pic>
      <p:sp>
        <p:nvSpPr>
          <p:cNvPr id="3" name="object 5"/>
          <p:cNvSpPr txBox="1">
            <a:spLocks/>
          </p:cNvSpPr>
          <p:nvPr/>
        </p:nvSpPr>
        <p:spPr>
          <a:xfrm>
            <a:off x="538843" y="501239"/>
            <a:ext cx="5113973" cy="396904"/>
          </a:xfrm>
          <a:prstGeom prst="rect">
            <a:avLst/>
          </a:prstGeom>
        </p:spPr>
        <p:txBody>
          <a:bodyPr vert="horz" wrap="square" lIns="0" tIns="24765" rIns="0" bIns="0" rtlCol="0" anchor="ctr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78102" marR="3810" indent="-69054">
              <a:lnSpc>
                <a:spcPts val="2850"/>
              </a:lnSpc>
              <a:spcBef>
                <a:spcPts val="195"/>
              </a:spcBef>
            </a:pPr>
            <a:r>
              <a:rPr lang="en-US" sz="3000" spc="-4" dirty="0"/>
              <a:t>Large Language Models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80367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/>
          <p:cNvSpPr txBox="1">
            <a:spLocks/>
          </p:cNvSpPr>
          <p:nvPr/>
        </p:nvSpPr>
        <p:spPr>
          <a:xfrm>
            <a:off x="533400" y="501239"/>
            <a:ext cx="5113973" cy="396904"/>
          </a:xfrm>
          <a:prstGeom prst="rect">
            <a:avLst/>
          </a:prstGeom>
        </p:spPr>
        <p:txBody>
          <a:bodyPr vert="horz" wrap="square" lIns="0" tIns="24765" rIns="0" bIns="0" rtlCol="0" anchor="ctr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78102" marR="3810" indent="-69054">
              <a:lnSpc>
                <a:spcPts val="2850"/>
              </a:lnSpc>
              <a:spcBef>
                <a:spcPts val="195"/>
              </a:spcBef>
            </a:pPr>
            <a:r>
              <a:rPr lang="en-US" sz="3000" spc="-4" dirty="0"/>
              <a:t>Large Language Models</a:t>
            </a:r>
            <a:endParaRPr lang="en-US" sz="3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0834" t="33696" r="22500" b="36660"/>
          <a:stretch/>
        </p:blipFill>
        <p:spPr>
          <a:xfrm>
            <a:off x="1714501" y="2686050"/>
            <a:ext cx="5246366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501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5833" t="26285" r="54167" b="20356"/>
          <a:stretch/>
        </p:blipFill>
        <p:spPr>
          <a:xfrm>
            <a:off x="2400300" y="2343151"/>
            <a:ext cx="4000500" cy="3000375"/>
          </a:xfrm>
          <a:prstGeom prst="rect">
            <a:avLst/>
          </a:prstGeom>
        </p:spPr>
      </p:pic>
      <p:sp>
        <p:nvSpPr>
          <p:cNvPr id="3" name="object 5"/>
          <p:cNvSpPr txBox="1">
            <a:spLocks/>
          </p:cNvSpPr>
          <p:nvPr/>
        </p:nvSpPr>
        <p:spPr>
          <a:xfrm>
            <a:off x="609600" y="501239"/>
            <a:ext cx="5113973" cy="396904"/>
          </a:xfrm>
          <a:prstGeom prst="rect">
            <a:avLst/>
          </a:prstGeom>
        </p:spPr>
        <p:txBody>
          <a:bodyPr vert="horz" wrap="square" lIns="0" tIns="24765" rIns="0" bIns="0" rtlCol="0" anchor="ctr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78102" marR="3810" indent="-69054">
              <a:lnSpc>
                <a:spcPts val="2850"/>
              </a:lnSpc>
              <a:spcBef>
                <a:spcPts val="195"/>
              </a:spcBef>
            </a:pPr>
            <a:r>
              <a:rPr lang="en-US" sz="3000" spc="-4" dirty="0"/>
              <a:t>Large Language Models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903310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930"/>
          <a:stretch/>
        </p:blipFill>
        <p:spPr>
          <a:xfrm>
            <a:off x="1143000" y="2217138"/>
            <a:ext cx="6858000" cy="3497862"/>
          </a:xfrm>
          <a:prstGeom prst="rect">
            <a:avLst/>
          </a:prstGeom>
        </p:spPr>
      </p:pic>
      <p:sp>
        <p:nvSpPr>
          <p:cNvPr id="3" name="object 5"/>
          <p:cNvSpPr txBox="1">
            <a:spLocks/>
          </p:cNvSpPr>
          <p:nvPr/>
        </p:nvSpPr>
        <p:spPr>
          <a:xfrm>
            <a:off x="533400" y="794636"/>
            <a:ext cx="5757861" cy="396904"/>
          </a:xfrm>
          <a:prstGeom prst="rect">
            <a:avLst/>
          </a:prstGeom>
        </p:spPr>
        <p:txBody>
          <a:bodyPr vert="horz" wrap="square" lIns="0" tIns="24765" rIns="0" bIns="0" rtlCol="0" anchor="ctr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78102" marR="3810" indent="-69054">
              <a:lnSpc>
                <a:spcPts val="2850"/>
              </a:lnSpc>
              <a:spcBef>
                <a:spcPts val="195"/>
              </a:spcBef>
            </a:pPr>
            <a:r>
              <a:rPr lang="en-US" sz="3000" spc="-4" dirty="0"/>
              <a:t>Large Language Models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59785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8333" t="21838" r="10834" b="17391"/>
          <a:stretch/>
        </p:blipFill>
        <p:spPr>
          <a:xfrm>
            <a:off x="838200" y="2356213"/>
            <a:ext cx="7543800" cy="3130187"/>
          </a:xfrm>
          <a:prstGeom prst="rect">
            <a:avLst/>
          </a:prstGeom>
        </p:spPr>
      </p:pic>
      <p:sp>
        <p:nvSpPr>
          <p:cNvPr id="3" name="object 5"/>
          <p:cNvSpPr txBox="1">
            <a:spLocks/>
          </p:cNvSpPr>
          <p:nvPr/>
        </p:nvSpPr>
        <p:spPr>
          <a:xfrm>
            <a:off x="152400" y="152400"/>
            <a:ext cx="5113973" cy="768800"/>
          </a:xfrm>
          <a:prstGeom prst="rect">
            <a:avLst/>
          </a:prstGeom>
        </p:spPr>
        <p:txBody>
          <a:bodyPr vert="horz" wrap="square" lIns="0" tIns="24765" rIns="0" bIns="0" rtlCol="0" anchor="ctr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78102" marR="3810" indent="-69054">
              <a:lnSpc>
                <a:spcPts val="2850"/>
              </a:lnSpc>
              <a:spcBef>
                <a:spcPts val="195"/>
              </a:spcBef>
            </a:pPr>
            <a:r>
              <a:rPr lang="en-US" sz="3000" spc="-4" dirty="0"/>
              <a:t>Benefits of using Large Language Models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707479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1C0C28-6C4F-DF66-ADC2-1B21ACF8ED51}"/>
              </a:ext>
            </a:extLst>
          </p:cNvPr>
          <p:cNvSpPr txBox="1"/>
          <p:nvPr/>
        </p:nvSpPr>
        <p:spPr>
          <a:xfrm>
            <a:off x="990600" y="1803962"/>
            <a:ext cx="69342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Traditional ML:</a:t>
            </a:r>
            <a:br>
              <a:rPr lang="en-IN" b="1" dirty="0"/>
            </a:br>
            <a:r>
              <a:rPr lang="en-IN" b="1" dirty="0"/>
              <a:t>- Need ML knowledge</a:t>
            </a:r>
            <a:br>
              <a:rPr lang="en-IN" b="1" dirty="0"/>
            </a:br>
            <a:r>
              <a:rPr lang="en-IN" b="1" dirty="0"/>
              <a:t>- Collect training data</a:t>
            </a:r>
            <a:br>
              <a:rPr lang="en-IN" b="1" dirty="0"/>
            </a:br>
            <a:r>
              <a:rPr lang="en-IN" b="1" dirty="0"/>
              <a:t>- Choose and train model</a:t>
            </a:r>
            <a:br>
              <a:rPr lang="en-IN" b="1" dirty="0"/>
            </a:br>
            <a:r>
              <a:rPr lang="en-IN" b="1" dirty="0"/>
              <a:t>- More time + GPU/hardware</a:t>
            </a:r>
            <a:br>
              <a:rPr lang="en-IN" b="1" dirty="0"/>
            </a:br>
            <a:r>
              <a:rPr lang="en-IN" b="1" dirty="0"/>
              <a:t>- Minimize loss function</a:t>
            </a:r>
            <a:br>
              <a:rPr lang="en-IN" b="1" dirty="0"/>
            </a:br>
            <a:br>
              <a:rPr lang="en-IN" b="1" dirty="0"/>
            </a:br>
            <a:r>
              <a:rPr lang="en-IN" b="1" dirty="0"/>
              <a:t>LLM Development:</a:t>
            </a:r>
            <a:br>
              <a:rPr lang="en-IN" b="1" dirty="0"/>
            </a:br>
            <a:r>
              <a:rPr lang="en-IN" b="1" dirty="0"/>
              <a:t>- Use pre-trained model/API</a:t>
            </a:r>
            <a:br>
              <a:rPr lang="en-IN" b="1" dirty="0"/>
            </a:br>
            <a:r>
              <a:rPr lang="en-IN" b="1" dirty="0"/>
              <a:t>- No training from scratch</a:t>
            </a:r>
            <a:br>
              <a:rPr lang="en-IN" b="1" dirty="0"/>
            </a:br>
            <a:r>
              <a:rPr lang="en-IN" b="1" dirty="0"/>
              <a:t>- No large dataset needed</a:t>
            </a:r>
            <a:br>
              <a:rPr lang="en-IN" b="1" dirty="0"/>
            </a:br>
            <a:r>
              <a:rPr lang="en-IN" b="1" dirty="0"/>
              <a:t>- Focus on prompt writing</a:t>
            </a:r>
            <a:br>
              <a:rPr lang="en-IN" b="1" dirty="0"/>
            </a:b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71883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457451"/>
            <a:ext cx="6457950" cy="2708173"/>
          </a:xfrm>
          <a:prstGeom prst="rect">
            <a:avLst/>
          </a:prstGeom>
        </p:spPr>
      </p:pic>
      <p:sp>
        <p:nvSpPr>
          <p:cNvPr id="3" name="object 5"/>
          <p:cNvSpPr txBox="1">
            <a:spLocks/>
          </p:cNvSpPr>
          <p:nvPr/>
        </p:nvSpPr>
        <p:spPr>
          <a:xfrm>
            <a:off x="533400" y="576219"/>
            <a:ext cx="5113973" cy="396904"/>
          </a:xfrm>
          <a:prstGeom prst="rect">
            <a:avLst/>
          </a:prstGeom>
        </p:spPr>
        <p:txBody>
          <a:bodyPr vert="horz" wrap="square" lIns="0" tIns="24765" rIns="0" bIns="0" rtlCol="0" anchor="ctr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78102" marR="3810" indent="-69054">
              <a:lnSpc>
                <a:spcPts val="2850"/>
              </a:lnSpc>
              <a:spcBef>
                <a:spcPts val="195"/>
              </a:spcBef>
            </a:pPr>
            <a:r>
              <a:rPr lang="en-US" sz="3000" spc="-4" dirty="0"/>
              <a:t>LLM Use Cases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5304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28600" y="0"/>
            <a:ext cx="6287616" cy="1124744"/>
          </a:xfrm>
        </p:spPr>
        <p:txBody>
          <a:bodyPr/>
          <a:lstStyle/>
          <a:p>
            <a:pPr marL="0" indent="0"/>
            <a:r>
              <a:rPr lang="en-US" sz="3600" b="1" dirty="0"/>
              <a:t>What is prompt engineering</a:t>
            </a:r>
            <a:endParaRPr lang="en-IN" sz="3600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5536" y="4085451"/>
            <a:ext cx="8443664" cy="239155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solidFill>
                  <a:srgbClr val="0C13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prompt engineering?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Prompt engineering </a:t>
            </a:r>
            <a:r>
              <a:rPr lang="en-US" sz="240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refers to the practice of crafting prompts or input text to LLMs in a way that optimizes their performance and output. It involves carefully selecting and formulating input text to elicit the desired response from the LLM.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3061" y="1407794"/>
            <a:ext cx="759931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C13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is a prompt?</a:t>
            </a:r>
          </a:p>
          <a:p>
            <a:r>
              <a:rPr lang="en-US" sz="2400" dirty="0">
                <a:solidFill>
                  <a:srgbClr val="3741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prompt refers to the input or query provided to the AI model to generate a response. It can be a sentence, a question, or a combination of multiple sentences. The prompt sets the context and guides the model in understanding the desired task or the information it needs to generate its response.</a:t>
            </a:r>
          </a:p>
        </p:txBody>
      </p:sp>
    </p:spTree>
    <p:extLst>
      <p:ext uri="{BB962C8B-B14F-4D97-AF65-F5344CB8AC3E}">
        <p14:creationId xmlns:p14="http://schemas.microsoft.com/office/powerpoint/2010/main" val="2691360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1" y="2343150"/>
            <a:ext cx="6519565" cy="2800350"/>
          </a:xfrm>
          <a:prstGeom prst="rect">
            <a:avLst/>
          </a:prstGeom>
        </p:spPr>
      </p:pic>
      <p:sp>
        <p:nvSpPr>
          <p:cNvPr id="3" name="object 5"/>
          <p:cNvSpPr txBox="1">
            <a:spLocks/>
          </p:cNvSpPr>
          <p:nvPr/>
        </p:nvSpPr>
        <p:spPr>
          <a:xfrm>
            <a:off x="457200" y="501239"/>
            <a:ext cx="5113973" cy="396904"/>
          </a:xfrm>
          <a:prstGeom prst="rect">
            <a:avLst/>
          </a:prstGeom>
        </p:spPr>
        <p:txBody>
          <a:bodyPr vert="horz" wrap="square" lIns="0" tIns="24765" rIns="0" bIns="0" rtlCol="0" anchor="ctr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78102" marR="3810" indent="-69054">
              <a:lnSpc>
                <a:spcPts val="2850"/>
              </a:lnSpc>
              <a:spcBef>
                <a:spcPts val="195"/>
              </a:spcBef>
            </a:pPr>
            <a:r>
              <a:rPr lang="en-US" sz="3000" spc="-4" dirty="0"/>
              <a:t>Prompts and Completions</a:t>
            </a:r>
            <a:endParaRPr lang="en-US" sz="300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03231C0-50BC-7192-DB13-45B2086ABC21}"/>
              </a:ext>
            </a:extLst>
          </p:cNvPr>
          <p:cNvGrpSpPr/>
          <p:nvPr/>
        </p:nvGrpSpPr>
        <p:grpSpPr>
          <a:xfrm>
            <a:off x="1437922" y="1042737"/>
            <a:ext cx="610200" cy="268560"/>
            <a:chOff x="1437922" y="1042737"/>
            <a:chExt cx="610200" cy="26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48D9595-372B-7BB6-9AE1-EE5FF2BEECD5}"/>
                    </a:ext>
                  </a:extLst>
                </p14:cNvPr>
                <p14:cNvContentPartPr/>
                <p14:nvPr/>
              </p14:nvContentPartPr>
              <p14:xfrm>
                <a:off x="1437922" y="1042737"/>
                <a:ext cx="194400" cy="257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48D9595-372B-7BB6-9AE1-EE5FF2BEECD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33602" y="1038417"/>
                  <a:ext cx="2030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A407318-DD32-4E1E-DBAE-17381D80358D}"/>
                    </a:ext>
                  </a:extLst>
                </p14:cNvPr>
                <p14:cNvContentPartPr/>
                <p14:nvPr/>
              </p14:nvContentPartPr>
              <p14:xfrm>
                <a:off x="1641682" y="1219497"/>
                <a:ext cx="171360" cy="90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A407318-DD32-4E1E-DBAE-17381D80358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637362" y="1215177"/>
                  <a:ext cx="1800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9EC2263-3C5C-028C-0AB0-EC921E388E6B}"/>
                    </a:ext>
                  </a:extLst>
                </p14:cNvPr>
                <p14:cNvContentPartPr/>
                <p14:nvPr/>
              </p14:nvContentPartPr>
              <p14:xfrm>
                <a:off x="1802602" y="1223457"/>
                <a:ext cx="360" cy="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9EC2263-3C5C-028C-0AB0-EC921E388E6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798282" y="121913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C9F3C82-3720-DA2D-010F-608910628522}"/>
                    </a:ext>
                  </a:extLst>
                </p14:cNvPr>
                <p14:cNvContentPartPr/>
                <p14:nvPr/>
              </p14:nvContentPartPr>
              <p14:xfrm>
                <a:off x="1802602" y="1180977"/>
                <a:ext cx="196560" cy="130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C9F3C82-3720-DA2D-010F-60891062852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798282" y="1176657"/>
                  <a:ext cx="2052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2F15FDA-6AA3-F16F-FE77-82C18CB56787}"/>
                    </a:ext>
                  </a:extLst>
                </p14:cNvPr>
                <p14:cNvContentPartPr/>
                <p14:nvPr/>
              </p14:nvContentPartPr>
              <p14:xfrm>
                <a:off x="2045602" y="1198257"/>
                <a:ext cx="2520" cy="982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2F15FDA-6AA3-F16F-FE77-82C18CB5678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41282" y="1193937"/>
                  <a:ext cx="11160" cy="10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82F7B25-621E-10CB-6050-86027ECF74B7}"/>
                  </a:ext>
                </a:extLst>
              </p14:cNvPr>
              <p14:cNvContentPartPr/>
              <p14:nvPr/>
            </p14:nvContentPartPr>
            <p14:xfrm>
              <a:off x="2443402" y="1141737"/>
              <a:ext cx="206640" cy="1497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82F7B25-621E-10CB-6050-86027ECF74B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439082" y="1137417"/>
                <a:ext cx="21528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1817484-F50A-264D-AA42-8188DBA5F663}"/>
                  </a:ext>
                </a:extLst>
              </p14:cNvPr>
              <p14:cNvContentPartPr/>
              <p14:nvPr/>
            </p14:nvContentPartPr>
            <p14:xfrm>
              <a:off x="2458522" y="1049217"/>
              <a:ext cx="136440" cy="79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1817484-F50A-264D-AA42-8188DBA5F66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454202" y="1044897"/>
                <a:ext cx="145080" cy="1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F024445D-83A2-1FFC-12D3-278D1043823E}"/>
              </a:ext>
            </a:extLst>
          </p:cNvPr>
          <p:cNvGrpSpPr/>
          <p:nvPr/>
        </p:nvGrpSpPr>
        <p:grpSpPr>
          <a:xfrm>
            <a:off x="2892322" y="1070817"/>
            <a:ext cx="1117080" cy="255600"/>
            <a:chOff x="2892322" y="1070817"/>
            <a:chExt cx="1117080" cy="25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714FD22-E9C0-7655-24FE-834A0644E7A0}"/>
                    </a:ext>
                  </a:extLst>
                </p14:cNvPr>
                <p14:cNvContentPartPr/>
                <p14:nvPr/>
              </p14:nvContentPartPr>
              <p14:xfrm>
                <a:off x="2892322" y="1201857"/>
                <a:ext cx="148680" cy="1245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714FD22-E9C0-7655-24FE-834A0644E7A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888002" y="1197537"/>
                  <a:ext cx="1573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D82BBA8-9B61-2AEB-F37F-3BFAF0DB44F1}"/>
                    </a:ext>
                  </a:extLst>
                </p14:cNvPr>
                <p14:cNvContentPartPr/>
                <p14:nvPr/>
              </p14:nvContentPartPr>
              <p14:xfrm>
                <a:off x="3164482" y="1070817"/>
                <a:ext cx="365760" cy="219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D82BBA8-9B61-2AEB-F37F-3BFAF0DB44F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60162" y="1066497"/>
                  <a:ext cx="3744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8B17F62-0FF5-8AF5-0335-5E7A6F3B2CFB}"/>
                    </a:ext>
                  </a:extLst>
                </p14:cNvPr>
                <p14:cNvContentPartPr/>
                <p14:nvPr/>
              </p14:nvContentPartPr>
              <p14:xfrm>
                <a:off x="3582082" y="1189617"/>
                <a:ext cx="149760" cy="957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8B17F62-0FF5-8AF5-0335-5E7A6F3B2CF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577762" y="1185297"/>
                  <a:ext cx="1584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16681E5-C31A-9E2B-84B1-490F19C41F21}"/>
                    </a:ext>
                  </a:extLst>
                </p14:cNvPr>
                <p14:cNvContentPartPr/>
                <p14:nvPr/>
              </p14:nvContentPartPr>
              <p14:xfrm>
                <a:off x="3809602" y="1111497"/>
                <a:ext cx="199800" cy="186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16681E5-C31A-9E2B-84B1-490F19C41F2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805282" y="1107177"/>
                  <a:ext cx="208440" cy="19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9B14F43-D942-73E7-369C-BE106F3F6449}"/>
                  </a:ext>
                </a:extLst>
              </p14:cNvPr>
              <p14:cNvContentPartPr/>
              <p14:nvPr/>
            </p14:nvContentPartPr>
            <p14:xfrm>
              <a:off x="4258522" y="1330377"/>
              <a:ext cx="39600" cy="198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9B14F43-D942-73E7-369C-BE106F3F6449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254202" y="1326057"/>
                <a:ext cx="4824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34297B8D-2043-370D-0BC5-8A6F7EB22834}"/>
              </a:ext>
            </a:extLst>
          </p:cNvPr>
          <p:cNvGrpSpPr/>
          <p:nvPr/>
        </p:nvGrpSpPr>
        <p:grpSpPr>
          <a:xfrm>
            <a:off x="4490722" y="1138497"/>
            <a:ext cx="515880" cy="276480"/>
            <a:chOff x="4490722" y="1138497"/>
            <a:chExt cx="515880" cy="27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5E487C2-97C0-ED7A-DA3B-B0A055D00CBE}"/>
                    </a:ext>
                  </a:extLst>
                </p14:cNvPr>
                <p14:cNvContentPartPr/>
                <p14:nvPr/>
              </p14:nvContentPartPr>
              <p14:xfrm>
                <a:off x="4490722" y="1176657"/>
                <a:ext cx="21600" cy="238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5E487C2-97C0-ED7A-DA3B-B0A055D00CB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86402" y="1172337"/>
                  <a:ext cx="302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EE0381C-9A57-49E1-A939-342888B0EC9E}"/>
                    </a:ext>
                  </a:extLst>
                </p14:cNvPr>
                <p14:cNvContentPartPr/>
                <p14:nvPr/>
              </p14:nvContentPartPr>
              <p14:xfrm>
                <a:off x="4635802" y="1138497"/>
                <a:ext cx="26640" cy="2520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EE0381C-9A57-49E1-A939-342888B0EC9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631482" y="1134177"/>
                  <a:ext cx="352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CA9DC20-3CEA-FD74-390B-A10D11EE2FC8}"/>
                    </a:ext>
                  </a:extLst>
                </p14:cNvPr>
                <p14:cNvContentPartPr/>
                <p14:nvPr/>
              </p14:nvContentPartPr>
              <p14:xfrm>
                <a:off x="4600882" y="1264857"/>
                <a:ext cx="189000" cy="12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CA9DC20-3CEA-FD74-390B-A10D11EE2FC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596562" y="1260537"/>
                  <a:ext cx="1976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93E49BB-4CF4-9E46-2584-3F03FE6C2BFA}"/>
                    </a:ext>
                  </a:extLst>
                </p14:cNvPr>
                <p14:cNvContentPartPr/>
                <p14:nvPr/>
              </p14:nvContentPartPr>
              <p14:xfrm>
                <a:off x="4807882" y="1210137"/>
                <a:ext cx="198720" cy="1350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93E49BB-4CF4-9E46-2584-3F03FE6C2BF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803562" y="1205817"/>
                  <a:ext cx="20736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D12AA0A-1B74-6E98-D48D-EC707B04A035}"/>
              </a:ext>
            </a:extLst>
          </p:cNvPr>
          <p:cNvGrpSpPr/>
          <p:nvPr/>
        </p:nvGrpSpPr>
        <p:grpSpPr>
          <a:xfrm>
            <a:off x="5233402" y="1108977"/>
            <a:ext cx="862920" cy="170280"/>
            <a:chOff x="5233402" y="1108977"/>
            <a:chExt cx="862920" cy="170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34AD8FF-9C1E-38D8-E4EC-660595E09244}"/>
                    </a:ext>
                  </a:extLst>
                </p14:cNvPr>
                <p14:cNvContentPartPr/>
                <p14:nvPr/>
              </p14:nvContentPartPr>
              <p14:xfrm>
                <a:off x="5233402" y="1148577"/>
                <a:ext cx="280800" cy="117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34AD8FF-9C1E-38D8-E4EC-660595E09244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229082" y="1144257"/>
                  <a:ext cx="2894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54A45DE5-15E3-39AB-2FFC-7CA3E5D87625}"/>
                    </a:ext>
                  </a:extLst>
                </p14:cNvPr>
                <p14:cNvContentPartPr/>
                <p14:nvPr/>
              </p14:nvContentPartPr>
              <p14:xfrm>
                <a:off x="5519602" y="1116537"/>
                <a:ext cx="309600" cy="162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54A45DE5-15E3-39AB-2FFC-7CA3E5D8762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515282" y="1112217"/>
                  <a:ext cx="3182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C3134B6-99A4-0B63-4F48-EA0B06E3ACAA}"/>
                    </a:ext>
                  </a:extLst>
                </p14:cNvPr>
                <p14:cNvContentPartPr/>
                <p14:nvPr/>
              </p14:nvContentPartPr>
              <p14:xfrm>
                <a:off x="5846122" y="1108977"/>
                <a:ext cx="17640" cy="105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C3134B6-99A4-0B63-4F48-EA0B06E3ACA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841802" y="1104657"/>
                  <a:ext cx="262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09A4134-0B1E-3FF6-72A4-157EE40F683B}"/>
                    </a:ext>
                  </a:extLst>
                </p14:cNvPr>
                <p14:cNvContentPartPr/>
                <p14:nvPr/>
              </p14:nvContentPartPr>
              <p14:xfrm>
                <a:off x="5890762" y="1134177"/>
                <a:ext cx="205560" cy="99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09A4134-0B1E-3FF6-72A4-157EE40F683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886442" y="1129857"/>
                  <a:ext cx="21420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A4BCCC2-2C32-0FFD-2932-A286A0C1608B}"/>
              </a:ext>
            </a:extLst>
          </p:cNvPr>
          <p:cNvGrpSpPr/>
          <p:nvPr/>
        </p:nvGrpSpPr>
        <p:grpSpPr>
          <a:xfrm>
            <a:off x="6423562" y="1049217"/>
            <a:ext cx="1201320" cy="198000"/>
            <a:chOff x="6423562" y="1049217"/>
            <a:chExt cx="1201320" cy="19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C6BCA40-174B-1C74-CFDA-5E239628A7F4}"/>
                    </a:ext>
                  </a:extLst>
                </p14:cNvPr>
                <p14:cNvContentPartPr/>
                <p14:nvPr/>
              </p14:nvContentPartPr>
              <p14:xfrm>
                <a:off x="6423562" y="1172697"/>
                <a:ext cx="150840" cy="74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C6BCA40-174B-1C74-CFDA-5E239628A7F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419242" y="1168377"/>
                  <a:ext cx="1594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6A5F7FF-8A77-A9A2-278F-DA61ED88F1D1}"/>
                    </a:ext>
                  </a:extLst>
                </p14:cNvPr>
                <p14:cNvContentPartPr/>
                <p14:nvPr/>
              </p14:nvContentPartPr>
              <p14:xfrm>
                <a:off x="6669802" y="1102497"/>
                <a:ext cx="13320" cy="1116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6A5F7FF-8A77-A9A2-278F-DA61ED88F1D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665482" y="1098177"/>
                  <a:ext cx="219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26E514D-5D2F-A81B-6A9A-925C0A5E4912}"/>
                    </a:ext>
                  </a:extLst>
                </p14:cNvPr>
                <p14:cNvContentPartPr/>
                <p14:nvPr/>
              </p14:nvContentPartPr>
              <p14:xfrm>
                <a:off x="6683122" y="1136337"/>
                <a:ext cx="117000" cy="133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26E514D-5D2F-A81B-6A9A-925C0A5E491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678802" y="1132017"/>
                  <a:ext cx="1256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3A77143-A001-B159-303C-7DB3120A1C1D}"/>
                    </a:ext>
                  </a:extLst>
                </p14:cNvPr>
                <p14:cNvContentPartPr/>
                <p14:nvPr/>
              </p14:nvContentPartPr>
              <p14:xfrm>
                <a:off x="6971842" y="1093857"/>
                <a:ext cx="13320" cy="1159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3A77143-A001-B159-303C-7DB3120A1C1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967522" y="1089537"/>
                  <a:ext cx="219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C348722-8F2F-4D7E-3511-30D587803AD9}"/>
                    </a:ext>
                  </a:extLst>
                </p14:cNvPr>
                <p14:cNvContentPartPr/>
                <p14:nvPr/>
              </p14:nvContentPartPr>
              <p14:xfrm>
                <a:off x="7047082" y="1049217"/>
                <a:ext cx="41760" cy="112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C348722-8F2F-4D7E-3511-30D587803AD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042762" y="1044897"/>
                  <a:ext cx="504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E2470DE-335F-4F11-1463-4F7B3A5949A8}"/>
                    </a:ext>
                  </a:extLst>
                </p14:cNvPr>
                <p14:cNvContentPartPr/>
                <p14:nvPr/>
              </p14:nvContentPartPr>
              <p14:xfrm>
                <a:off x="7035202" y="1083057"/>
                <a:ext cx="589680" cy="72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E2470DE-335F-4F11-1463-4F7B3A5949A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030882" y="1078737"/>
                  <a:ext cx="59832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57D76D9-E659-5630-4999-A0F61F439F65}"/>
              </a:ext>
            </a:extLst>
          </p:cNvPr>
          <p:cNvGrpSpPr/>
          <p:nvPr/>
        </p:nvGrpSpPr>
        <p:grpSpPr>
          <a:xfrm>
            <a:off x="4243042" y="1588497"/>
            <a:ext cx="594720" cy="246600"/>
            <a:chOff x="4243042" y="1588497"/>
            <a:chExt cx="594720" cy="24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601CD4E-C108-9250-A1C4-0B86B749AEE9}"/>
                    </a:ext>
                  </a:extLst>
                </p14:cNvPr>
                <p14:cNvContentPartPr/>
                <p14:nvPr/>
              </p14:nvContentPartPr>
              <p14:xfrm>
                <a:off x="4243042" y="1601457"/>
                <a:ext cx="82440" cy="1612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601CD4E-C108-9250-A1C4-0B86B749AEE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238722" y="1597137"/>
                  <a:ext cx="9108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9C11CB6-6C00-DC54-8491-B7B64276137E}"/>
                    </a:ext>
                  </a:extLst>
                </p14:cNvPr>
                <p14:cNvContentPartPr/>
                <p14:nvPr/>
              </p14:nvContentPartPr>
              <p14:xfrm>
                <a:off x="4379482" y="1588497"/>
                <a:ext cx="61200" cy="1627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9C11CB6-6C00-DC54-8491-B7B64276137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375162" y="1584177"/>
                  <a:ext cx="6984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E987414-1FE3-A7AC-0181-14F234F7B877}"/>
                    </a:ext>
                  </a:extLst>
                </p14:cNvPr>
                <p14:cNvContentPartPr/>
                <p14:nvPr/>
              </p14:nvContentPartPr>
              <p14:xfrm>
                <a:off x="4358962" y="1657257"/>
                <a:ext cx="352440" cy="91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E987414-1FE3-A7AC-0181-14F234F7B87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354642" y="1652937"/>
                  <a:ext cx="36108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1C1916D-40E8-DC3E-7F1A-D3C6CE4915AF}"/>
                    </a:ext>
                  </a:extLst>
                </p14:cNvPr>
                <p14:cNvContentPartPr/>
                <p14:nvPr/>
              </p14:nvContentPartPr>
              <p14:xfrm>
                <a:off x="4602322" y="1677777"/>
                <a:ext cx="235440" cy="1573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1C1916D-40E8-DC3E-7F1A-D3C6CE4915A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598002" y="1673457"/>
                  <a:ext cx="24408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8ADB668-27FD-9781-0B36-6CA0EEA9FF8F}"/>
              </a:ext>
            </a:extLst>
          </p:cNvPr>
          <p:cNvGrpSpPr/>
          <p:nvPr/>
        </p:nvGrpSpPr>
        <p:grpSpPr>
          <a:xfrm>
            <a:off x="5148802" y="1643937"/>
            <a:ext cx="751680" cy="198000"/>
            <a:chOff x="5148802" y="1643937"/>
            <a:chExt cx="751680" cy="19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2A78166-F20E-D32B-9092-8F7E4DCA0025}"/>
                    </a:ext>
                  </a:extLst>
                </p14:cNvPr>
                <p14:cNvContentPartPr/>
                <p14:nvPr/>
              </p14:nvContentPartPr>
              <p14:xfrm>
                <a:off x="5148802" y="1643937"/>
                <a:ext cx="87480" cy="168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2A78166-F20E-D32B-9092-8F7E4DCA002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144482" y="1639617"/>
                  <a:ext cx="9612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3F01593-854F-7415-B919-784F6ABFBA7D}"/>
                    </a:ext>
                  </a:extLst>
                </p14:cNvPr>
                <p14:cNvContentPartPr/>
                <p14:nvPr/>
              </p14:nvContentPartPr>
              <p14:xfrm>
                <a:off x="5292082" y="1744377"/>
                <a:ext cx="121680" cy="738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3F01593-854F-7415-B919-784F6ABFBA7D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287762" y="1740057"/>
                  <a:ext cx="1303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53996B4-288A-B4D7-CDE9-9A2152D9F93F}"/>
                    </a:ext>
                  </a:extLst>
                </p14:cNvPr>
                <p14:cNvContentPartPr/>
                <p14:nvPr/>
              </p14:nvContentPartPr>
              <p14:xfrm>
                <a:off x="5476762" y="1698297"/>
                <a:ext cx="156240" cy="1249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53996B4-288A-B4D7-CDE9-9A2152D9F93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472442" y="1693977"/>
                  <a:ext cx="1648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83403F8-3FC1-642C-B800-3783ACCD6FCB}"/>
                    </a:ext>
                  </a:extLst>
                </p14:cNvPr>
                <p14:cNvContentPartPr/>
                <p14:nvPr/>
              </p14:nvContentPartPr>
              <p14:xfrm>
                <a:off x="5625082" y="1722777"/>
                <a:ext cx="275400" cy="119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83403F8-3FC1-642C-B800-3783ACCD6FC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620762" y="1718457"/>
                  <a:ext cx="28404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FFE4FC0-C8C9-FD59-44DE-3B534447A4BD}"/>
              </a:ext>
            </a:extLst>
          </p:cNvPr>
          <p:cNvGrpSpPr/>
          <p:nvPr/>
        </p:nvGrpSpPr>
        <p:grpSpPr>
          <a:xfrm>
            <a:off x="6359482" y="1474017"/>
            <a:ext cx="1100880" cy="341640"/>
            <a:chOff x="6359482" y="1474017"/>
            <a:chExt cx="1100880" cy="34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DE5C136-339F-9E6A-F260-E536EED241F8}"/>
                    </a:ext>
                  </a:extLst>
                </p14:cNvPr>
                <p14:cNvContentPartPr/>
                <p14:nvPr/>
              </p14:nvContentPartPr>
              <p14:xfrm>
                <a:off x="6359482" y="1517577"/>
                <a:ext cx="124560" cy="223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DE5C136-339F-9E6A-F260-E536EED241F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355162" y="1513257"/>
                  <a:ext cx="13320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BDFED97-1E5F-CE35-5187-ED2F64A42333}"/>
                    </a:ext>
                  </a:extLst>
                </p14:cNvPr>
                <p14:cNvContentPartPr/>
                <p14:nvPr/>
              </p14:nvContentPartPr>
              <p14:xfrm>
                <a:off x="6606442" y="1588137"/>
                <a:ext cx="133560" cy="1011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BDFED97-1E5F-CE35-5187-ED2F64A4233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602122" y="1583817"/>
                  <a:ext cx="14220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08CDDC8-3D82-BC1F-7A9D-4B2085ADFB91}"/>
                    </a:ext>
                  </a:extLst>
                </p14:cNvPr>
                <p14:cNvContentPartPr/>
                <p14:nvPr/>
              </p14:nvContentPartPr>
              <p14:xfrm>
                <a:off x="6827482" y="1474017"/>
                <a:ext cx="42120" cy="196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08CDDC8-3D82-BC1F-7A9D-4B2085ADFB9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823162" y="1469697"/>
                  <a:ext cx="507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B297140-1B7D-9195-3EE6-C6FFDE1A119B}"/>
                    </a:ext>
                  </a:extLst>
                </p14:cNvPr>
                <p14:cNvContentPartPr/>
                <p14:nvPr/>
              </p14:nvContentPartPr>
              <p14:xfrm>
                <a:off x="6905242" y="1538457"/>
                <a:ext cx="209880" cy="277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B297140-1B7D-9195-3EE6-C6FFDE1A119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900922" y="1534137"/>
                  <a:ext cx="218520" cy="28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0613EFF-2C76-EAD3-9A7E-CC31FC6B2A8D}"/>
                    </a:ext>
                  </a:extLst>
                </p14:cNvPr>
                <p14:cNvContentPartPr/>
                <p14:nvPr/>
              </p14:nvContentPartPr>
              <p14:xfrm>
                <a:off x="7138522" y="1508937"/>
                <a:ext cx="41760" cy="1051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0613EFF-2C76-EAD3-9A7E-CC31FC6B2A8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134202" y="1504617"/>
                  <a:ext cx="504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54D804A-15CA-E664-ABDB-CE86C9516435}"/>
                    </a:ext>
                  </a:extLst>
                </p14:cNvPr>
                <p14:cNvContentPartPr/>
                <p14:nvPr/>
              </p14:nvContentPartPr>
              <p14:xfrm>
                <a:off x="7269202" y="1521177"/>
                <a:ext cx="191160" cy="1911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54D804A-15CA-E664-ABDB-CE86C9516435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264882" y="1516857"/>
                  <a:ext cx="199800" cy="19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EC55DB8E-0B97-29C9-B5A3-523F8A2A1B7E}"/>
              </a:ext>
            </a:extLst>
          </p:cNvPr>
          <p:cNvGrpSpPr/>
          <p:nvPr/>
        </p:nvGrpSpPr>
        <p:grpSpPr>
          <a:xfrm>
            <a:off x="7709122" y="1345137"/>
            <a:ext cx="891000" cy="346320"/>
            <a:chOff x="7709122" y="1345137"/>
            <a:chExt cx="891000" cy="34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ED9A492-1514-5F97-D81A-3AC329938439}"/>
                    </a:ext>
                  </a:extLst>
                </p14:cNvPr>
                <p14:cNvContentPartPr/>
                <p14:nvPr/>
              </p14:nvContentPartPr>
              <p14:xfrm>
                <a:off x="7709122" y="1456017"/>
                <a:ext cx="170640" cy="2354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6ED9A492-1514-5F97-D81A-3AC329938439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704802" y="1451697"/>
                  <a:ext cx="1792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19AB7AC-E99E-9057-1152-AF6AC0503053}"/>
                    </a:ext>
                  </a:extLst>
                </p14:cNvPr>
                <p14:cNvContentPartPr/>
                <p14:nvPr/>
              </p14:nvContentPartPr>
              <p14:xfrm>
                <a:off x="7883722" y="1474017"/>
                <a:ext cx="47160" cy="601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19AB7AC-E99E-9057-1152-AF6AC0503053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879402" y="1469697"/>
                  <a:ext cx="5580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2C7B30A-09ED-5DCB-2C66-AAB8592A0BA7}"/>
                    </a:ext>
                  </a:extLst>
                </p14:cNvPr>
                <p14:cNvContentPartPr/>
                <p14:nvPr/>
              </p14:nvContentPartPr>
              <p14:xfrm>
                <a:off x="8067322" y="1345137"/>
                <a:ext cx="500040" cy="1882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2C7B30A-09ED-5DCB-2C66-AAB8592A0BA7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063002" y="1340817"/>
                  <a:ext cx="50868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6CDCFC9-4187-F508-950B-82E0321DB17C}"/>
                    </a:ext>
                  </a:extLst>
                </p14:cNvPr>
                <p14:cNvContentPartPr/>
                <p14:nvPr/>
              </p14:nvContentPartPr>
              <p14:xfrm>
                <a:off x="8410042" y="1359537"/>
                <a:ext cx="190080" cy="601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6CDCFC9-4187-F508-950B-82E0321DB17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405722" y="1355217"/>
                  <a:ext cx="19872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1D69F678-08A4-5ADF-050A-F02178DA8C15}"/>
              </a:ext>
            </a:extLst>
          </p:cNvPr>
          <p:cNvGrpSpPr/>
          <p:nvPr/>
        </p:nvGrpSpPr>
        <p:grpSpPr>
          <a:xfrm>
            <a:off x="1869562" y="2075577"/>
            <a:ext cx="1162440" cy="286200"/>
            <a:chOff x="1869562" y="2075577"/>
            <a:chExt cx="1162440" cy="28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015F13B-844E-0014-13B8-F171619CE692}"/>
                    </a:ext>
                  </a:extLst>
                </p14:cNvPr>
                <p14:cNvContentPartPr/>
                <p14:nvPr/>
              </p14:nvContentPartPr>
              <p14:xfrm>
                <a:off x="1869562" y="2075577"/>
                <a:ext cx="811800" cy="2862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015F13B-844E-0014-13B8-F171619CE69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865242" y="2071257"/>
                  <a:ext cx="82044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FFDB676-FA59-00B5-86FF-EF04D6FF9B61}"/>
                    </a:ext>
                  </a:extLst>
                </p14:cNvPr>
                <p14:cNvContentPartPr/>
                <p14:nvPr/>
              </p14:nvContentPartPr>
              <p14:xfrm>
                <a:off x="2709082" y="2244417"/>
                <a:ext cx="100440" cy="864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FFDB676-FA59-00B5-86FF-EF04D6FF9B61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704762" y="2240097"/>
                  <a:ext cx="1090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7A50E1F-B675-FA88-256D-DE8FD14F6A5D}"/>
                    </a:ext>
                  </a:extLst>
                </p14:cNvPr>
                <p14:cNvContentPartPr/>
                <p14:nvPr/>
              </p14:nvContentPartPr>
              <p14:xfrm>
                <a:off x="2715202" y="2177817"/>
                <a:ext cx="157680" cy="1594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7A50E1F-B675-FA88-256D-DE8FD14F6A5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710882" y="2173497"/>
                  <a:ext cx="16632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AB8A056-E199-DBA1-CA3D-7BC7DD700340}"/>
                    </a:ext>
                  </a:extLst>
                </p14:cNvPr>
                <p14:cNvContentPartPr/>
                <p14:nvPr/>
              </p14:nvContentPartPr>
              <p14:xfrm>
                <a:off x="2811682" y="2212737"/>
                <a:ext cx="220320" cy="943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AB8A056-E199-DBA1-CA3D-7BC7DD700340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807362" y="2208417"/>
                  <a:ext cx="22896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9B1A1D6-EB53-9454-EB22-173D9871C590}"/>
              </a:ext>
            </a:extLst>
          </p:cNvPr>
          <p:cNvGrpSpPr/>
          <p:nvPr/>
        </p:nvGrpSpPr>
        <p:grpSpPr>
          <a:xfrm>
            <a:off x="3286882" y="2118777"/>
            <a:ext cx="613440" cy="247680"/>
            <a:chOff x="3286882" y="2118777"/>
            <a:chExt cx="613440" cy="24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37777AC-7094-7A0C-597C-937BE9589BE8}"/>
                    </a:ext>
                  </a:extLst>
                </p14:cNvPr>
                <p14:cNvContentPartPr/>
                <p14:nvPr/>
              </p14:nvContentPartPr>
              <p14:xfrm>
                <a:off x="3286882" y="2118777"/>
                <a:ext cx="368640" cy="247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37777AC-7094-7A0C-597C-937BE9589BE8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282562" y="2114457"/>
                  <a:ext cx="3772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D04899F-F248-F433-07EC-09AFB61D2A81}"/>
                    </a:ext>
                  </a:extLst>
                </p14:cNvPr>
                <p14:cNvContentPartPr/>
                <p14:nvPr/>
              </p14:nvContentPartPr>
              <p14:xfrm>
                <a:off x="3639682" y="2192937"/>
                <a:ext cx="260640" cy="1105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D04899F-F248-F433-07EC-09AFB61D2A8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635362" y="2188617"/>
                  <a:ext cx="269280" cy="11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92E15A7-1A78-C6BB-2A83-61F8DAB51128}"/>
              </a:ext>
            </a:extLst>
          </p:cNvPr>
          <p:cNvGrpSpPr/>
          <p:nvPr/>
        </p:nvGrpSpPr>
        <p:grpSpPr>
          <a:xfrm>
            <a:off x="4193362" y="2092857"/>
            <a:ext cx="1028160" cy="228240"/>
            <a:chOff x="4193362" y="2092857"/>
            <a:chExt cx="1028160" cy="22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5CD665D-BBB4-6116-7A05-A547D0F77C46}"/>
                    </a:ext>
                  </a:extLst>
                </p14:cNvPr>
                <p14:cNvContentPartPr/>
                <p14:nvPr/>
              </p14:nvContentPartPr>
              <p14:xfrm>
                <a:off x="4193362" y="2115537"/>
                <a:ext cx="213840" cy="205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5CD665D-BBB4-6116-7A05-A547D0F77C4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189042" y="2111217"/>
                  <a:ext cx="2224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2C0B04B-40C5-B425-A16A-1667794D8E66}"/>
                    </a:ext>
                  </a:extLst>
                </p14:cNvPr>
                <p14:cNvContentPartPr/>
                <p14:nvPr/>
              </p14:nvContentPartPr>
              <p14:xfrm>
                <a:off x="4402522" y="2205177"/>
                <a:ext cx="134280" cy="680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2C0B04B-40C5-B425-A16A-1667794D8E6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398202" y="2200857"/>
                  <a:ext cx="1429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7257119-2C9D-564F-4F9B-8520BD30448A}"/>
                    </a:ext>
                  </a:extLst>
                </p14:cNvPr>
                <p14:cNvContentPartPr/>
                <p14:nvPr/>
              </p14:nvContentPartPr>
              <p14:xfrm>
                <a:off x="4654162" y="2155137"/>
                <a:ext cx="256320" cy="1119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7257119-2C9D-564F-4F9B-8520BD30448A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649842" y="2150817"/>
                  <a:ext cx="2649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527E9F9-4957-47A9-8946-B6182E913CD7}"/>
                    </a:ext>
                  </a:extLst>
                </p14:cNvPr>
                <p14:cNvContentPartPr/>
                <p14:nvPr/>
              </p14:nvContentPartPr>
              <p14:xfrm>
                <a:off x="4896442" y="2092857"/>
                <a:ext cx="325080" cy="1411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527E9F9-4957-47A9-8946-B6182E913CD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4892122" y="2088537"/>
                  <a:ext cx="333720" cy="14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D0106609-6A15-17AA-B77D-39BD761BFCAC}"/>
                  </a:ext>
                </a:extLst>
              </p14:cNvPr>
              <p14:cNvContentPartPr/>
              <p14:nvPr/>
            </p14:nvContentPartPr>
            <p14:xfrm>
              <a:off x="1881082" y="1407777"/>
              <a:ext cx="234360" cy="7560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D0106609-6A15-17AA-B77D-39BD761BFCAC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1876762" y="1403457"/>
                <a:ext cx="24300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FF42798-D6DF-53C9-7F28-5220EB634BFC}"/>
                  </a:ext>
                </a:extLst>
              </p14:cNvPr>
              <p14:cNvContentPartPr/>
              <p14:nvPr/>
            </p14:nvContentPartPr>
            <p14:xfrm>
              <a:off x="5460562" y="1990977"/>
              <a:ext cx="159480" cy="35820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FF42798-D6DF-53C9-7F28-5220EB634BFC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5456242" y="1986657"/>
                <a:ext cx="168120" cy="36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D19C272A-4A12-28FD-3D6C-EE194E2E26FC}"/>
              </a:ext>
            </a:extLst>
          </p:cNvPr>
          <p:cNvGrpSpPr/>
          <p:nvPr/>
        </p:nvGrpSpPr>
        <p:grpSpPr>
          <a:xfrm>
            <a:off x="4266442" y="4616457"/>
            <a:ext cx="1370880" cy="1017000"/>
            <a:chOff x="4266442" y="4616457"/>
            <a:chExt cx="1370880" cy="101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B9185BE-0F84-BF7C-2AF1-CECFC64A1617}"/>
                    </a:ext>
                  </a:extLst>
                </p14:cNvPr>
                <p14:cNvContentPartPr/>
                <p14:nvPr/>
              </p14:nvContentPartPr>
              <p14:xfrm>
                <a:off x="4655242" y="5050257"/>
                <a:ext cx="528120" cy="2311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B9185BE-0F84-BF7C-2AF1-CECFC64A161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4650922" y="5045937"/>
                  <a:ext cx="53676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5255936-1521-5434-27BB-496E3694E96C}"/>
                    </a:ext>
                  </a:extLst>
                </p14:cNvPr>
                <p14:cNvContentPartPr/>
                <p14:nvPr/>
              </p14:nvContentPartPr>
              <p14:xfrm>
                <a:off x="4266442" y="4616457"/>
                <a:ext cx="1370880" cy="1017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5255936-1521-5434-27BB-496E3694E96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262122" y="4612137"/>
                  <a:ext cx="1379520" cy="10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304CEDDD-F2BE-12BA-4F67-6AAEF1934679}"/>
              </a:ext>
            </a:extLst>
          </p:cNvPr>
          <p:cNvGrpSpPr/>
          <p:nvPr/>
        </p:nvGrpSpPr>
        <p:grpSpPr>
          <a:xfrm>
            <a:off x="6773482" y="4577937"/>
            <a:ext cx="1135800" cy="1152000"/>
            <a:chOff x="6773482" y="4577937"/>
            <a:chExt cx="1135800" cy="115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AF1C8DA-719D-841B-129D-1523E1C605F9}"/>
                    </a:ext>
                  </a:extLst>
                </p14:cNvPr>
                <p14:cNvContentPartPr/>
                <p14:nvPr/>
              </p14:nvContentPartPr>
              <p14:xfrm>
                <a:off x="6795082" y="4811217"/>
                <a:ext cx="90720" cy="379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AF1C8DA-719D-841B-129D-1523E1C605F9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790762" y="4806897"/>
                  <a:ext cx="9936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8D5E6FC-A2F2-BD88-F839-912DB130F04A}"/>
                    </a:ext>
                  </a:extLst>
                </p14:cNvPr>
                <p14:cNvContentPartPr/>
                <p14:nvPr/>
              </p14:nvContentPartPr>
              <p14:xfrm>
                <a:off x="6773482" y="4577937"/>
                <a:ext cx="1135800" cy="79704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8D5E6FC-A2F2-BD88-F839-912DB130F04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769162" y="4573617"/>
                  <a:ext cx="1144440" cy="80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B8D54CA-A23F-1FA5-DE96-4662F1F1AC2D}"/>
                    </a:ext>
                  </a:extLst>
                </p14:cNvPr>
                <p14:cNvContentPartPr/>
                <p14:nvPr/>
              </p14:nvContentPartPr>
              <p14:xfrm>
                <a:off x="7216282" y="4843617"/>
                <a:ext cx="47880" cy="1699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B8D54CA-A23F-1FA5-DE96-4662F1F1AC2D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211962" y="4839297"/>
                  <a:ext cx="565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1E1863B-87D7-2F44-2601-D836C8EACDF8}"/>
                    </a:ext>
                  </a:extLst>
                </p14:cNvPr>
                <p14:cNvContentPartPr/>
                <p14:nvPr/>
              </p14:nvContentPartPr>
              <p14:xfrm>
                <a:off x="7311682" y="4835337"/>
                <a:ext cx="425160" cy="199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1E1863B-87D7-2F44-2601-D836C8EACDF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307362" y="4831017"/>
                  <a:ext cx="43380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156EF86B-C37F-7E07-1805-DD2973AD695B}"/>
                    </a:ext>
                  </a:extLst>
                </p14:cNvPr>
                <p14:cNvContentPartPr/>
                <p14:nvPr/>
              </p14:nvContentPartPr>
              <p14:xfrm>
                <a:off x="6895162" y="5482977"/>
                <a:ext cx="271800" cy="2149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156EF86B-C37F-7E07-1805-DD2973AD695B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6890842" y="5478657"/>
                  <a:ext cx="2804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17D817D-953B-AC22-1CAF-5438D8AEC601}"/>
                    </a:ext>
                  </a:extLst>
                </p14:cNvPr>
                <p14:cNvContentPartPr/>
                <p14:nvPr/>
              </p14:nvContentPartPr>
              <p14:xfrm>
                <a:off x="7133842" y="5522577"/>
                <a:ext cx="192600" cy="15408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17D817D-953B-AC22-1CAF-5438D8AEC601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129522" y="5518257"/>
                  <a:ext cx="20124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1A2D7D2-7590-7A83-EA24-EB97BB135A34}"/>
                    </a:ext>
                  </a:extLst>
                </p14:cNvPr>
                <p14:cNvContentPartPr/>
                <p14:nvPr/>
              </p14:nvContentPartPr>
              <p14:xfrm>
                <a:off x="6917122" y="5676297"/>
                <a:ext cx="232560" cy="536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1A2D7D2-7590-7A83-EA24-EB97BB135A3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912802" y="5671977"/>
                  <a:ext cx="24120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F44E49F-A13E-F8F7-AF75-DC08D7FF58D3}"/>
                    </a:ext>
                  </a:extLst>
                </p14:cNvPr>
                <p14:cNvContentPartPr/>
                <p14:nvPr/>
              </p14:nvContentPartPr>
              <p14:xfrm>
                <a:off x="7303042" y="5317017"/>
                <a:ext cx="99360" cy="1170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F44E49F-A13E-F8F7-AF75-DC08D7FF58D3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298722" y="5312697"/>
                  <a:ext cx="108000" cy="12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D73298C6-695E-FB61-FFCC-CFFD45603564}"/>
                  </a:ext>
                </a:extLst>
              </p14:cNvPr>
              <p14:cNvContentPartPr/>
              <p14:nvPr/>
            </p14:nvContentPartPr>
            <p14:xfrm>
              <a:off x="1264402" y="5216937"/>
              <a:ext cx="628920" cy="27108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D73298C6-695E-FB61-FFCC-CFFD45603564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1260082" y="5212617"/>
                <a:ext cx="637560" cy="27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72432DEC-66F6-938B-6A6D-034DD68C796E}"/>
                  </a:ext>
                </a:extLst>
              </p14:cNvPr>
              <p14:cNvContentPartPr/>
              <p14:nvPr/>
            </p14:nvContentPartPr>
            <p14:xfrm>
              <a:off x="2182402" y="5506377"/>
              <a:ext cx="406440" cy="11448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72432DEC-66F6-938B-6A6D-034DD68C796E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2178082" y="5502057"/>
                <a:ext cx="415080" cy="12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Group 104">
            <a:extLst>
              <a:ext uri="{FF2B5EF4-FFF2-40B4-BE49-F238E27FC236}">
                <a16:creationId xmlns:a16="http://schemas.microsoft.com/office/drawing/2014/main" id="{F2B067CC-18FF-50B9-E3E0-1F241B1FF714}"/>
              </a:ext>
            </a:extLst>
          </p:cNvPr>
          <p:cNvGrpSpPr/>
          <p:nvPr/>
        </p:nvGrpSpPr>
        <p:grpSpPr>
          <a:xfrm>
            <a:off x="1239202" y="5888697"/>
            <a:ext cx="3252960" cy="534600"/>
            <a:chOff x="1239202" y="5888697"/>
            <a:chExt cx="3252960" cy="53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88DAA19D-90AA-1267-8072-9277FBE90C36}"/>
                    </a:ext>
                  </a:extLst>
                </p14:cNvPr>
                <p14:cNvContentPartPr/>
                <p14:nvPr/>
              </p14:nvContentPartPr>
              <p14:xfrm>
                <a:off x="1239202" y="5888697"/>
                <a:ext cx="255240" cy="2710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88DAA19D-90AA-1267-8072-9277FBE90C36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234882" y="5884377"/>
                  <a:ext cx="2638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D60F883-63D8-9F72-5535-67C1761257DD}"/>
                    </a:ext>
                  </a:extLst>
                </p14:cNvPr>
                <p14:cNvContentPartPr/>
                <p14:nvPr/>
              </p14:nvContentPartPr>
              <p14:xfrm>
                <a:off x="1521442" y="6060057"/>
                <a:ext cx="64080" cy="1105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D60F883-63D8-9F72-5535-67C1761257D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517122" y="6055737"/>
                  <a:ext cx="727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3CBFC28-95BA-8435-0859-692A392F0984}"/>
                    </a:ext>
                  </a:extLst>
                </p14:cNvPr>
                <p14:cNvContentPartPr/>
                <p14:nvPr/>
              </p14:nvContentPartPr>
              <p14:xfrm>
                <a:off x="1544482" y="6060057"/>
                <a:ext cx="287280" cy="2264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3CBFC28-95BA-8435-0859-692A392F098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540162" y="6055737"/>
                  <a:ext cx="2959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BE77CCDD-7CEC-96FE-CD25-BF50688CF413}"/>
                    </a:ext>
                  </a:extLst>
                </p14:cNvPr>
                <p14:cNvContentPartPr/>
                <p14:nvPr/>
              </p14:nvContentPartPr>
              <p14:xfrm>
                <a:off x="1968202" y="5985897"/>
                <a:ext cx="62640" cy="1778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BE77CCDD-7CEC-96FE-CD25-BF50688CF413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963882" y="5981577"/>
                  <a:ext cx="712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A9022CC-04E1-5FA4-31AF-58D10B290336}"/>
                    </a:ext>
                  </a:extLst>
                </p14:cNvPr>
                <p14:cNvContentPartPr/>
                <p14:nvPr/>
              </p14:nvContentPartPr>
              <p14:xfrm>
                <a:off x="2004202" y="6092457"/>
                <a:ext cx="464760" cy="964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A9022CC-04E1-5FA4-31AF-58D10B29033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999882" y="6088137"/>
                  <a:ext cx="4734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A8D6D80-CAED-F14D-A401-145C66AB5306}"/>
                    </a:ext>
                  </a:extLst>
                </p14:cNvPr>
                <p14:cNvContentPartPr/>
                <p14:nvPr/>
              </p14:nvContentPartPr>
              <p14:xfrm>
                <a:off x="2345482" y="5985897"/>
                <a:ext cx="57960" cy="298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A8D6D80-CAED-F14D-A401-145C66AB530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341162" y="5981577"/>
                  <a:ext cx="666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AF54938-8240-166A-C375-CD037C5EFB08}"/>
                    </a:ext>
                  </a:extLst>
                </p14:cNvPr>
                <p14:cNvContentPartPr/>
                <p14:nvPr/>
              </p14:nvContentPartPr>
              <p14:xfrm>
                <a:off x="2805202" y="6015417"/>
                <a:ext cx="320400" cy="1825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AF54938-8240-166A-C375-CD037C5EFB0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800882" y="6011097"/>
                  <a:ext cx="3290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57167B3F-47EE-9A90-56E8-DE6A7A9C6EB4}"/>
                    </a:ext>
                  </a:extLst>
                </p14:cNvPr>
                <p14:cNvContentPartPr/>
                <p14:nvPr/>
              </p14:nvContentPartPr>
              <p14:xfrm>
                <a:off x="3132082" y="6054657"/>
                <a:ext cx="173880" cy="1018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57167B3F-47EE-9A90-56E8-DE6A7A9C6EB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127762" y="6050337"/>
                  <a:ext cx="1825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CB08F43-5863-C6DD-7EBE-579C02420538}"/>
                    </a:ext>
                  </a:extLst>
                </p14:cNvPr>
                <p14:cNvContentPartPr/>
                <p14:nvPr/>
              </p14:nvContentPartPr>
              <p14:xfrm>
                <a:off x="3350962" y="6044577"/>
                <a:ext cx="317520" cy="1965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CB08F43-5863-C6DD-7EBE-579C0242053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346642" y="6040257"/>
                  <a:ext cx="3261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594FF09-8D9F-9FB0-6041-0A4090004FB0}"/>
                    </a:ext>
                  </a:extLst>
                </p14:cNvPr>
                <p14:cNvContentPartPr/>
                <p14:nvPr/>
              </p14:nvContentPartPr>
              <p14:xfrm>
                <a:off x="3719962" y="6037017"/>
                <a:ext cx="80280" cy="1173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594FF09-8D9F-9FB0-6041-0A4090004FB0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715642" y="6032697"/>
                  <a:ext cx="8892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E67940C1-B004-7D51-FC30-71B58B2A1DD3}"/>
                    </a:ext>
                  </a:extLst>
                </p14:cNvPr>
                <p14:cNvContentPartPr/>
                <p14:nvPr/>
              </p14:nvContentPartPr>
              <p14:xfrm>
                <a:off x="3653362" y="5921457"/>
                <a:ext cx="813960" cy="2631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E67940C1-B004-7D51-FC30-71B58B2A1DD3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3649042" y="5917137"/>
                  <a:ext cx="8226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C5DDFC6-0E4D-6826-08E3-2A2A9B1D43D3}"/>
                    </a:ext>
                  </a:extLst>
                </p14:cNvPr>
                <p14:cNvContentPartPr/>
                <p14:nvPr/>
              </p14:nvContentPartPr>
              <p14:xfrm>
                <a:off x="4489642" y="5993457"/>
                <a:ext cx="2520" cy="122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C5DDFC6-0E4D-6826-08E3-2A2A9B1D43D3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485322" y="5989137"/>
                  <a:ext cx="11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982B813-465D-2E13-824F-0352094D9C68}"/>
                    </a:ext>
                  </a:extLst>
                </p14:cNvPr>
                <p14:cNvContentPartPr/>
                <p14:nvPr/>
              </p14:nvContentPartPr>
              <p14:xfrm>
                <a:off x="2920762" y="6345537"/>
                <a:ext cx="234720" cy="777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982B813-465D-2E13-824F-0352094D9C6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916442" y="6341217"/>
                  <a:ext cx="243360" cy="86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19919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256" y="1752600"/>
            <a:ext cx="7968343" cy="3886200"/>
          </a:xfrm>
          <a:prstGeom prst="rect">
            <a:avLst/>
          </a:prstGeom>
        </p:spPr>
      </p:pic>
      <p:sp>
        <p:nvSpPr>
          <p:cNvPr id="3" name="object 5"/>
          <p:cNvSpPr txBox="1">
            <a:spLocks/>
          </p:cNvSpPr>
          <p:nvPr/>
        </p:nvSpPr>
        <p:spPr>
          <a:xfrm>
            <a:off x="609600" y="712773"/>
            <a:ext cx="7277100" cy="396904"/>
          </a:xfrm>
          <a:prstGeom prst="rect">
            <a:avLst/>
          </a:prstGeom>
        </p:spPr>
        <p:txBody>
          <a:bodyPr vert="horz" wrap="square" lIns="0" tIns="24765" rIns="0" bIns="0" rtlCol="0" anchor="ctr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78102" marR="3810" indent="-69054">
              <a:lnSpc>
                <a:spcPts val="2850"/>
              </a:lnSpc>
              <a:spcBef>
                <a:spcPts val="195"/>
              </a:spcBef>
            </a:pPr>
            <a:r>
              <a:rPr lang="en-US" sz="3000" spc="-4" dirty="0"/>
              <a:t>Prompting and Prompt Engineering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036816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57400"/>
            <a:ext cx="8785804" cy="1816895"/>
          </a:xfrm>
          <a:prstGeom prst="rect">
            <a:avLst/>
          </a:prstGeom>
        </p:spPr>
      </p:pic>
      <p:sp>
        <p:nvSpPr>
          <p:cNvPr id="3" name="object 5"/>
          <p:cNvSpPr txBox="1">
            <a:spLocks/>
          </p:cNvSpPr>
          <p:nvPr/>
        </p:nvSpPr>
        <p:spPr>
          <a:xfrm>
            <a:off x="334191" y="334615"/>
            <a:ext cx="4229100" cy="794448"/>
          </a:xfrm>
          <a:prstGeom prst="rect">
            <a:avLst/>
          </a:prstGeom>
        </p:spPr>
        <p:txBody>
          <a:bodyPr vert="horz" wrap="square" lIns="0" tIns="24765" rIns="0" bIns="0" rtlCol="0" anchor="ctr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78102" marR="3810" indent="-69054">
              <a:lnSpc>
                <a:spcPts val="2850"/>
              </a:lnSpc>
              <a:spcBef>
                <a:spcPts val="195"/>
              </a:spcBef>
            </a:pPr>
            <a:r>
              <a:rPr lang="en-US" sz="3000" spc="-4" dirty="0"/>
              <a:t>In context learning and </a:t>
            </a:r>
          </a:p>
          <a:p>
            <a:pPr marL="78102" marR="3810" indent="-69054">
              <a:lnSpc>
                <a:spcPts val="2850"/>
              </a:lnSpc>
              <a:spcBef>
                <a:spcPts val="195"/>
              </a:spcBef>
            </a:pPr>
            <a:r>
              <a:rPr lang="en-US" sz="3000" spc="-4" dirty="0"/>
              <a:t>zero shot inference</a:t>
            </a:r>
            <a:endParaRPr lang="en-US" sz="30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A0B9975-1065-6CC8-E056-261ED44107AC}"/>
              </a:ext>
            </a:extLst>
          </p:cNvPr>
          <p:cNvGrpSpPr/>
          <p:nvPr/>
        </p:nvGrpSpPr>
        <p:grpSpPr>
          <a:xfrm>
            <a:off x="4249522" y="989097"/>
            <a:ext cx="2232360" cy="302760"/>
            <a:chOff x="4249522" y="989097"/>
            <a:chExt cx="2232360" cy="302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3E12876-83F4-FCF9-82CA-22B4EDA86D6D}"/>
                    </a:ext>
                  </a:extLst>
                </p14:cNvPr>
                <p14:cNvContentPartPr/>
                <p14:nvPr/>
              </p14:nvContentPartPr>
              <p14:xfrm>
                <a:off x="4249522" y="1019337"/>
                <a:ext cx="308880" cy="2469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3E12876-83F4-FCF9-82CA-22B4EDA86D6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245202" y="1015017"/>
                  <a:ext cx="3175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F3C4C73-5759-54D8-1013-3ABA7E9F4736}"/>
                    </a:ext>
                  </a:extLst>
                </p14:cNvPr>
                <p14:cNvContentPartPr/>
                <p14:nvPr/>
              </p14:nvContentPartPr>
              <p14:xfrm>
                <a:off x="4708162" y="1136337"/>
                <a:ext cx="199080" cy="138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F3C4C73-5759-54D8-1013-3ABA7E9F473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703842" y="1132017"/>
                  <a:ext cx="2077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AABB0FF-BF66-6E7C-F544-8474F2909E87}"/>
                    </a:ext>
                  </a:extLst>
                </p14:cNvPr>
                <p14:cNvContentPartPr/>
                <p14:nvPr/>
              </p14:nvContentPartPr>
              <p14:xfrm>
                <a:off x="4935322" y="1102497"/>
                <a:ext cx="379440" cy="1605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AABB0FF-BF66-6E7C-F544-8474F2909E8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931002" y="1098177"/>
                  <a:ext cx="38808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9833EAA-FEF5-0082-8253-401CB326DCC3}"/>
                    </a:ext>
                  </a:extLst>
                </p14:cNvPr>
                <p14:cNvContentPartPr/>
                <p14:nvPr/>
              </p14:nvContentPartPr>
              <p14:xfrm>
                <a:off x="5612842" y="1055697"/>
                <a:ext cx="240120" cy="236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9833EAA-FEF5-0082-8253-401CB326DCC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608522" y="1051377"/>
                  <a:ext cx="24876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4585AB7-3ED7-300D-782A-2606CAD30990}"/>
                    </a:ext>
                  </a:extLst>
                </p14:cNvPr>
                <p14:cNvContentPartPr/>
                <p14:nvPr/>
              </p14:nvContentPartPr>
              <p14:xfrm>
                <a:off x="5900482" y="1070817"/>
                <a:ext cx="195120" cy="157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4585AB7-3ED7-300D-782A-2606CAD3099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896162" y="1066497"/>
                  <a:ext cx="2037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3467944-DD60-AB9D-E578-9DE3C1BBAF08}"/>
                    </a:ext>
                  </a:extLst>
                </p14:cNvPr>
                <p14:cNvContentPartPr/>
                <p14:nvPr/>
              </p14:nvContentPartPr>
              <p14:xfrm>
                <a:off x="5586922" y="989097"/>
                <a:ext cx="601560" cy="272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3467944-DD60-AB9D-E578-9DE3C1BBAF0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582602" y="984777"/>
                  <a:ext cx="6102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3355F14-3985-E73D-B965-3DF03E5B89E7}"/>
                    </a:ext>
                  </a:extLst>
                </p14:cNvPr>
                <p14:cNvContentPartPr/>
                <p14:nvPr/>
              </p14:nvContentPartPr>
              <p14:xfrm>
                <a:off x="6213322" y="1096017"/>
                <a:ext cx="268560" cy="1123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3355F14-3985-E73D-B965-3DF03E5B89E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209002" y="1091697"/>
                  <a:ext cx="277200" cy="12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BE45418-81A3-9BC3-59F7-7543EDC3ACF7}"/>
                  </a:ext>
                </a:extLst>
              </p14:cNvPr>
              <p14:cNvContentPartPr/>
              <p14:nvPr/>
            </p14:nvContentPartPr>
            <p14:xfrm>
              <a:off x="4397482" y="1496697"/>
              <a:ext cx="189360" cy="15660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BE45418-81A3-9BC3-59F7-7543EDC3ACF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393162" y="1492377"/>
                <a:ext cx="19800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CEE1CCE-8FC5-62B3-BB3A-07255C761B9D}"/>
                  </a:ext>
                </a:extLst>
              </p14:cNvPr>
              <p14:cNvContentPartPr/>
              <p14:nvPr/>
            </p14:nvContentPartPr>
            <p14:xfrm>
              <a:off x="4746682" y="1510017"/>
              <a:ext cx="603000" cy="1782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CEE1CCE-8FC5-62B3-BB3A-07255C761B9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742362" y="1505697"/>
                <a:ext cx="611640" cy="18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9EA0E1B5-23C9-3879-6E22-1B2A20AAC7B6}"/>
              </a:ext>
            </a:extLst>
          </p:cNvPr>
          <p:cNvGrpSpPr/>
          <p:nvPr/>
        </p:nvGrpSpPr>
        <p:grpSpPr>
          <a:xfrm>
            <a:off x="5638042" y="1526217"/>
            <a:ext cx="856800" cy="231480"/>
            <a:chOff x="5638042" y="1526217"/>
            <a:chExt cx="856800" cy="23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77BF06B-1245-1D0F-19FA-94362B1E8446}"/>
                    </a:ext>
                  </a:extLst>
                </p14:cNvPr>
                <p14:cNvContentPartPr/>
                <p14:nvPr/>
              </p14:nvContentPartPr>
              <p14:xfrm>
                <a:off x="5638042" y="1526217"/>
                <a:ext cx="38520" cy="148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77BF06B-1245-1D0F-19FA-94362B1E844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633722" y="1521897"/>
                  <a:ext cx="4716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4E5D139-6A60-45EC-51CA-A82B88ED276C}"/>
                    </a:ext>
                  </a:extLst>
                </p14:cNvPr>
                <p14:cNvContentPartPr/>
                <p14:nvPr/>
              </p14:nvContentPartPr>
              <p14:xfrm>
                <a:off x="5668642" y="1567617"/>
                <a:ext cx="193320" cy="17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4E5D139-6A60-45EC-51CA-A82B88ED276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664322" y="1563297"/>
                  <a:ext cx="2019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7A58A89-EF45-4DC3-745A-70811CFE9027}"/>
                    </a:ext>
                  </a:extLst>
                </p14:cNvPr>
                <p14:cNvContentPartPr/>
                <p14:nvPr/>
              </p14:nvContentPartPr>
              <p14:xfrm>
                <a:off x="6142402" y="1678857"/>
                <a:ext cx="219240" cy="5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7A58A89-EF45-4DC3-745A-70811CFE902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138082" y="1674537"/>
                  <a:ext cx="22788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A958ABA-5AFE-04BD-0E1A-5B3642DB72C0}"/>
                    </a:ext>
                  </a:extLst>
                </p14:cNvPr>
                <p14:cNvContentPartPr/>
                <p14:nvPr/>
              </p14:nvContentPartPr>
              <p14:xfrm>
                <a:off x="6361642" y="1635297"/>
                <a:ext cx="133200" cy="122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A958ABA-5AFE-04BD-0E1A-5B3642DB72C0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357322" y="1630977"/>
                  <a:ext cx="141840" cy="1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2804A1B-A384-39FB-C1F7-1E4AFED821D4}"/>
              </a:ext>
            </a:extLst>
          </p:cNvPr>
          <p:cNvGrpSpPr/>
          <p:nvPr/>
        </p:nvGrpSpPr>
        <p:grpSpPr>
          <a:xfrm>
            <a:off x="4577122" y="1957497"/>
            <a:ext cx="3059280" cy="373320"/>
            <a:chOff x="4577122" y="1957497"/>
            <a:chExt cx="3059280" cy="373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6BB3709-1752-F828-7ED9-8B5BCAB5BB9A}"/>
                    </a:ext>
                  </a:extLst>
                </p14:cNvPr>
                <p14:cNvContentPartPr/>
                <p14:nvPr/>
              </p14:nvContentPartPr>
              <p14:xfrm>
                <a:off x="4577122" y="1957497"/>
                <a:ext cx="946800" cy="239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6BB3709-1752-F828-7ED9-8B5BCAB5BB9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572802" y="1953177"/>
                  <a:ext cx="9554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C7CDB8D-246A-DD5E-6FA9-F6BC8F3B7699}"/>
                    </a:ext>
                  </a:extLst>
                </p14:cNvPr>
                <p14:cNvContentPartPr/>
                <p14:nvPr/>
              </p14:nvContentPartPr>
              <p14:xfrm>
                <a:off x="5729482" y="2011497"/>
                <a:ext cx="332640" cy="319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C7CDB8D-246A-DD5E-6FA9-F6BC8F3B769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725162" y="2007177"/>
                  <a:ext cx="34128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DA4212D-33D6-96DB-17D9-4D7D202ABF38}"/>
                    </a:ext>
                  </a:extLst>
                </p14:cNvPr>
                <p14:cNvContentPartPr/>
                <p14:nvPr/>
              </p14:nvContentPartPr>
              <p14:xfrm>
                <a:off x="6253642" y="2029857"/>
                <a:ext cx="60480" cy="185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DA4212D-33D6-96DB-17D9-4D7D202ABF38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249322" y="2025537"/>
                  <a:ext cx="691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C1BD832-8E81-BC70-36B4-4B21C967A4E2}"/>
                    </a:ext>
                  </a:extLst>
                </p14:cNvPr>
                <p14:cNvContentPartPr/>
                <p14:nvPr/>
              </p14:nvContentPartPr>
              <p14:xfrm>
                <a:off x="6400882" y="2015457"/>
                <a:ext cx="278280" cy="145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C1BD832-8E81-BC70-36B4-4B21C967A4E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396562" y="2011137"/>
                  <a:ext cx="2869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E6B64DB-7337-E602-BB86-4A7210587B38}"/>
                    </a:ext>
                  </a:extLst>
                </p14:cNvPr>
                <p14:cNvContentPartPr/>
                <p14:nvPr/>
              </p14:nvContentPartPr>
              <p14:xfrm>
                <a:off x="6751522" y="2065857"/>
                <a:ext cx="278280" cy="77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E6B64DB-7337-E602-BB86-4A7210587B38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747202" y="2061537"/>
                  <a:ext cx="2869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0C99DFE-339A-9DA5-7B5D-EDEB5A5CFD49}"/>
                    </a:ext>
                  </a:extLst>
                </p14:cNvPr>
                <p14:cNvContentPartPr/>
                <p14:nvPr/>
              </p14:nvContentPartPr>
              <p14:xfrm>
                <a:off x="6055282" y="2052537"/>
                <a:ext cx="258480" cy="46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0C99DFE-339A-9DA5-7B5D-EDEB5A5CFD4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6050962" y="2048217"/>
                  <a:ext cx="267120" cy="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DDD6093-58EC-6027-640F-7BDA5EB19AA4}"/>
                    </a:ext>
                  </a:extLst>
                </p14:cNvPr>
                <p14:cNvContentPartPr/>
                <p14:nvPr/>
              </p14:nvContentPartPr>
              <p14:xfrm>
                <a:off x="6997402" y="1984137"/>
                <a:ext cx="639000" cy="3207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DDD6093-58EC-6027-640F-7BDA5EB19AA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993082" y="1979817"/>
                  <a:ext cx="647640" cy="32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7DA17A4-5566-E8BA-6366-AEE364118C56}"/>
                  </a:ext>
                </a:extLst>
              </p14:cNvPr>
              <p14:cNvContentPartPr/>
              <p14:nvPr/>
            </p14:nvContentPartPr>
            <p14:xfrm>
              <a:off x="4867282" y="2453937"/>
              <a:ext cx="615240" cy="15192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7DA17A4-5566-E8BA-6366-AEE364118C56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862962" y="2449617"/>
                <a:ext cx="62388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8951DEE-A996-3F63-A09C-EF594745497F}"/>
                  </a:ext>
                </a:extLst>
              </p14:cNvPr>
              <p14:cNvContentPartPr/>
              <p14:nvPr/>
            </p14:nvContentPartPr>
            <p14:xfrm>
              <a:off x="1630522" y="3289137"/>
              <a:ext cx="41760" cy="536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8951DEE-A996-3F63-A09C-EF594745497F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626202" y="3284817"/>
                <a:ext cx="5040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40BD443F-8174-31BE-3D84-017F701E8031}"/>
                  </a:ext>
                </a:extLst>
              </p14:cNvPr>
              <p14:cNvContentPartPr/>
              <p14:nvPr/>
            </p14:nvContentPartPr>
            <p14:xfrm>
              <a:off x="7348402" y="3405777"/>
              <a:ext cx="226800" cy="799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40BD443F-8174-31BE-3D84-017F701E803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344082" y="3401457"/>
                <a:ext cx="23544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00009F80-2B80-0551-DA6F-BFEBB47C4DBE}"/>
                  </a:ext>
                </a:extLst>
              </p14:cNvPr>
              <p14:cNvContentPartPr/>
              <p14:nvPr/>
            </p14:nvContentPartPr>
            <p14:xfrm>
              <a:off x="7066522" y="3662817"/>
              <a:ext cx="177840" cy="4716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00009F80-2B80-0551-DA6F-BFEBB47C4DBE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7062202" y="3658497"/>
                <a:ext cx="186480" cy="5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0D735FD2-DBC0-C905-6160-CDBD6473CF61}"/>
              </a:ext>
            </a:extLst>
          </p:cNvPr>
          <p:cNvGrpSpPr/>
          <p:nvPr/>
        </p:nvGrpSpPr>
        <p:grpSpPr>
          <a:xfrm>
            <a:off x="576802" y="1096737"/>
            <a:ext cx="1160640" cy="187920"/>
            <a:chOff x="576802" y="1096737"/>
            <a:chExt cx="1160640" cy="18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0C4AAEF-731D-1092-525D-7E143D3134C3}"/>
                    </a:ext>
                  </a:extLst>
                </p14:cNvPr>
                <p14:cNvContentPartPr/>
                <p14:nvPr/>
              </p14:nvContentPartPr>
              <p14:xfrm>
                <a:off x="576802" y="1096737"/>
                <a:ext cx="1160640" cy="1879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0C4AAEF-731D-1092-525D-7E143D3134C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72482" y="1092417"/>
                  <a:ext cx="11692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2F8949A-2AF4-07A7-998B-B5A2D837F662}"/>
                    </a:ext>
                  </a:extLst>
                </p14:cNvPr>
                <p14:cNvContentPartPr/>
                <p14:nvPr/>
              </p14:nvContentPartPr>
              <p14:xfrm>
                <a:off x="1662202" y="1128777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2F8949A-2AF4-07A7-998B-B5A2D837F66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657882" y="112445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E37E246-3418-A8B9-099B-1EB3A7593990}"/>
              </a:ext>
            </a:extLst>
          </p:cNvPr>
          <p:cNvGrpSpPr/>
          <p:nvPr/>
        </p:nvGrpSpPr>
        <p:grpSpPr>
          <a:xfrm>
            <a:off x="155602" y="2482377"/>
            <a:ext cx="2616120" cy="1066320"/>
            <a:chOff x="155602" y="2482377"/>
            <a:chExt cx="2616120" cy="106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FDAC2D3-6049-9A28-0DF6-0AC839A6C38B}"/>
                    </a:ext>
                  </a:extLst>
                </p14:cNvPr>
                <p14:cNvContentPartPr/>
                <p14:nvPr/>
              </p14:nvContentPartPr>
              <p14:xfrm>
                <a:off x="1462762" y="3250977"/>
                <a:ext cx="124920" cy="2084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FDAC2D3-6049-9A28-0DF6-0AC839A6C38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458442" y="3246657"/>
                  <a:ext cx="1335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9CCA9F5-059D-357B-0D95-45B8D6C92375}"/>
                    </a:ext>
                  </a:extLst>
                </p14:cNvPr>
                <p14:cNvContentPartPr/>
                <p14:nvPr/>
              </p14:nvContentPartPr>
              <p14:xfrm>
                <a:off x="1575082" y="3528897"/>
                <a:ext cx="16560" cy="198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9CCA9F5-059D-357B-0D95-45B8D6C9237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570762" y="3524577"/>
                  <a:ext cx="252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FA79BD6-EA60-C6E7-680F-0667BF1FCAEF}"/>
                    </a:ext>
                  </a:extLst>
                </p14:cNvPr>
                <p14:cNvContentPartPr/>
                <p14:nvPr/>
              </p14:nvContentPartPr>
              <p14:xfrm>
                <a:off x="155602" y="2482377"/>
                <a:ext cx="2616120" cy="8740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FA79BD6-EA60-C6E7-680F-0667BF1FCAE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51282" y="2478057"/>
                  <a:ext cx="2624760" cy="88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D3FEE60-5E51-B255-0ADD-5D277C3908BA}"/>
                    </a:ext>
                  </a:extLst>
                </p14:cNvPr>
                <p14:cNvContentPartPr/>
                <p14:nvPr/>
              </p14:nvContentPartPr>
              <p14:xfrm>
                <a:off x="1484362" y="3256377"/>
                <a:ext cx="121320" cy="213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D3FEE60-5E51-B255-0ADD-5D277C3908B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480042" y="3252057"/>
                  <a:ext cx="1299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5ECAD8D-D77A-D4C0-863C-ED63CDD48AB7}"/>
                    </a:ext>
                  </a:extLst>
                </p14:cNvPr>
                <p14:cNvContentPartPr/>
                <p14:nvPr/>
              </p14:nvContentPartPr>
              <p14:xfrm>
                <a:off x="1550962" y="3529977"/>
                <a:ext cx="9000" cy="100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5ECAD8D-D77A-D4C0-863C-ED63CDD48AB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546642" y="3525657"/>
                  <a:ext cx="1764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7232A72-69E1-ABB6-7E63-B67ABEA30E72}"/>
              </a:ext>
            </a:extLst>
          </p:cNvPr>
          <p:cNvGrpSpPr/>
          <p:nvPr/>
        </p:nvGrpSpPr>
        <p:grpSpPr>
          <a:xfrm>
            <a:off x="2999242" y="4520697"/>
            <a:ext cx="1347840" cy="842400"/>
            <a:chOff x="2999242" y="4520697"/>
            <a:chExt cx="1347840" cy="84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1061190-85EF-99A4-E1C2-B4EAB64C1EC1}"/>
                    </a:ext>
                  </a:extLst>
                </p14:cNvPr>
                <p14:cNvContentPartPr/>
                <p14:nvPr/>
              </p14:nvContentPartPr>
              <p14:xfrm>
                <a:off x="3184282" y="4713297"/>
                <a:ext cx="35280" cy="506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1061190-85EF-99A4-E1C2-B4EAB64C1EC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179962" y="4708977"/>
                  <a:ext cx="4392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9CAC55A-BC3F-CEF0-BDD9-0FC5F92291E4}"/>
                    </a:ext>
                  </a:extLst>
                </p14:cNvPr>
                <p14:cNvContentPartPr/>
                <p14:nvPr/>
              </p14:nvContentPartPr>
              <p14:xfrm>
                <a:off x="2999242" y="4520697"/>
                <a:ext cx="1347840" cy="842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9CAC55A-BC3F-CEF0-BDD9-0FC5F92291E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994922" y="4516377"/>
                  <a:ext cx="1356480" cy="85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F14BCB4-CA99-7925-AE21-223B07619630}"/>
              </a:ext>
            </a:extLst>
          </p:cNvPr>
          <p:cNvGrpSpPr/>
          <p:nvPr/>
        </p:nvGrpSpPr>
        <p:grpSpPr>
          <a:xfrm>
            <a:off x="3324682" y="4066017"/>
            <a:ext cx="584640" cy="239400"/>
            <a:chOff x="3324682" y="4066017"/>
            <a:chExt cx="584640" cy="239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3083774-3465-9A05-CD30-268B74F27340}"/>
                    </a:ext>
                  </a:extLst>
                </p14:cNvPr>
                <p14:cNvContentPartPr/>
                <p14:nvPr/>
              </p14:nvContentPartPr>
              <p14:xfrm>
                <a:off x="3324682" y="4066017"/>
                <a:ext cx="233640" cy="2394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3083774-3465-9A05-CD30-268B74F2734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320362" y="4061697"/>
                  <a:ext cx="2422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E55974D-7729-235E-E29A-2BA802F50308}"/>
                    </a:ext>
                  </a:extLst>
                </p14:cNvPr>
                <p14:cNvContentPartPr/>
                <p14:nvPr/>
              </p14:nvContentPartPr>
              <p14:xfrm>
                <a:off x="3613762" y="4141257"/>
                <a:ext cx="125640" cy="101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E55974D-7729-235E-E29A-2BA802F5030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609442" y="4136937"/>
                  <a:ext cx="1342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51A1613-8E58-3E38-B56A-84810F117036}"/>
                    </a:ext>
                  </a:extLst>
                </p14:cNvPr>
                <p14:cNvContentPartPr/>
                <p14:nvPr/>
              </p14:nvContentPartPr>
              <p14:xfrm>
                <a:off x="3709522" y="4066737"/>
                <a:ext cx="199800" cy="208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51A1613-8E58-3E38-B56A-84810F11703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705202" y="4062417"/>
                  <a:ext cx="208440" cy="217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88578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981200"/>
            <a:ext cx="7315200" cy="3733800"/>
          </a:xfrm>
          <a:prstGeom prst="rect">
            <a:avLst/>
          </a:prstGeom>
        </p:spPr>
      </p:pic>
      <p:sp>
        <p:nvSpPr>
          <p:cNvPr id="3" name="object 5"/>
          <p:cNvSpPr txBox="1">
            <a:spLocks/>
          </p:cNvSpPr>
          <p:nvPr/>
        </p:nvSpPr>
        <p:spPr>
          <a:xfrm>
            <a:off x="292068" y="203437"/>
            <a:ext cx="4229100" cy="794448"/>
          </a:xfrm>
          <a:prstGeom prst="rect">
            <a:avLst/>
          </a:prstGeom>
        </p:spPr>
        <p:txBody>
          <a:bodyPr vert="horz" wrap="square" lIns="0" tIns="24765" rIns="0" bIns="0" rtlCol="0" anchor="ctr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78102" marR="3810" indent="-69054">
              <a:lnSpc>
                <a:spcPts val="2850"/>
              </a:lnSpc>
              <a:spcBef>
                <a:spcPts val="195"/>
              </a:spcBef>
            </a:pPr>
            <a:r>
              <a:rPr lang="en-US" sz="3000" spc="-4" dirty="0"/>
              <a:t>In context learning and </a:t>
            </a:r>
          </a:p>
          <a:p>
            <a:pPr marL="78102" marR="3810" indent="-69054">
              <a:lnSpc>
                <a:spcPts val="2850"/>
              </a:lnSpc>
              <a:spcBef>
                <a:spcPts val="195"/>
              </a:spcBef>
            </a:pPr>
            <a:r>
              <a:rPr lang="en-US" sz="3000" spc="-4" dirty="0"/>
              <a:t>Few shot inference</a:t>
            </a:r>
            <a:endParaRPr lang="en-US" sz="3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69DF49B-5AB5-C472-9731-63A49A182CDD}"/>
                  </a:ext>
                </a:extLst>
              </p14:cNvPr>
              <p14:cNvContentPartPr/>
              <p14:nvPr/>
            </p14:nvContentPartPr>
            <p14:xfrm>
              <a:off x="2607562" y="3170697"/>
              <a:ext cx="263160" cy="33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69DF49B-5AB5-C472-9731-63A49A182C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03242" y="3166377"/>
                <a:ext cx="27180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13D75A6-20A4-0A91-C354-31A9E86531DC}"/>
                  </a:ext>
                </a:extLst>
              </p14:cNvPr>
              <p14:cNvContentPartPr/>
              <p14:nvPr/>
            </p14:nvContentPartPr>
            <p14:xfrm>
              <a:off x="2490202" y="4393617"/>
              <a:ext cx="267480" cy="22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13D75A6-20A4-0A91-C354-31A9E86531D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485882" y="4389297"/>
                <a:ext cx="27612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9CD4E17-02F2-42D0-F381-731B5D31F647}"/>
                  </a:ext>
                </a:extLst>
              </p14:cNvPr>
              <p14:cNvContentPartPr/>
              <p14:nvPr/>
            </p14:nvContentPartPr>
            <p14:xfrm>
              <a:off x="2421802" y="2831577"/>
              <a:ext cx="39600" cy="51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9CD4E17-02F2-42D0-F381-731B5D31F64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417482" y="2827257"/>
                <a:ext cx="4824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90B6283-9C56-1EA4-623E-B8C933004F84}"/>
                  </a:ext>
                </a:extLst>
              </p14:cNvPr>
              <p14:cNvContentPartPr/>
              <p14:nvPr/>
            </p14:nvContentPartPr>
            <p14:xfrm>
              <a:off x="7310602" y="5376777"/>
              <a:ext cx="225360" cy="75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90B6283-9C56-1EA4-623E-B8C933004F8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06282" y="5372457"/>
                <a:ext cx="234000" cy="8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828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Chain-of-Thought (CoT)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Chain-of-Thought prompting encourages the model to break a complex problem into intermediate reasoning steps.</a:t>
            </a:r>
          </a:p>
          <a:p>
            <a:r>
              <a:t>It helps improve performance on tasks involving logic, mathematics, and multi-step reasoning.</a:t>
            </a:r>
          </a:p>
          <a:p>
            <a:r>
              <a:t>Example: 'Solve the problem step by step and explain your reasoning.'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59FD2-87EF-5912-4045-CD050378F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A24BC-F4B9-C6DE-7A47-5F126F3A0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65B064C-05F3-8450-04F2-A960BFE2AA1C}"/>
              </a:ext>
            </a:extLst>
          </p:cNvPr>
          <p:cNvGrpSpPr/>
          <p:nvPr/>
        </p:nvGrpSpPr>
        <p:grpSpPr>
          <a:xfrm>
            <a:off x="964882" y="1930857"/>
            <a:ext cx="2793240" cy="545760"/>
            <a:chOff x="964882" y="1930857"/>
            <a:chExt cx="2793240" cy="54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E7BCB15-50AD-074D-2CB4-ACF6808A2FEF}"/>
                    </a:ext>
                  </a:extLst>
                </p14:cNvPr>
                <p14:cNvContentPartPr/>
                <p14:nvPr/>
              </p14:nvContentPartPr>
              <p14:xfrm>
                <a:off x="964882" y="1997097"/>
                <a:ext cx="198720" cy="321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E7BCB15-50AD-074D-2CB4-ACF6808A2FE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60562" y="1992777"/>
                  <a:ext cx="20736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440C54A-47D4-97D5-D3A7-DB814C6DA6B8}"/>
                    </a:ext>
                  </a:extLst>
                </p14:cNvPr>
                <p14:cNvContentPartPr/>
                <p14:nvPr/>
              </p14:nvContentPartPr>
              <p14:xfrm>
                <a:off x="1023562" y="2118057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440C54A-47D4-97D5-D3A7-DB814C6DA6B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19242" y="211373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30CAE03-7A73-082C-AF59-B0E7ECED7CC2}"/>
                    </a:ext>
                  </a:extLst>
                </p14:cNvPr>
                <p14:cNvContentPartPr/>
                <p14:nvPr/>
              </p14:nvContentPartPr>
              <p14:xfrm>
                <a:off x="995482" y="2092857"/>
                <a:ext cx="239040" cy="46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30CAE03-7A73-082C-AF59-B0E7ECED7CC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91162" y="2088537"/>
                  <a:ext cx="2476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00D82A-D641-ACB5-A538-92604E262ADF}"/>
                    </a:ext>
                  </a:extLst>
                </p14:cNvPr>
                <p14:cNvContentPartPr/>
                <p14:nvPr/>
              </p14:nvContentPartPr>
              <p14:xfrm>
                <a:off x="1485442" y="2047857"/>
                <a:ext cx="216720" cy="259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00D82A-D641-ACB5-A538-92604E262AD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81122" y="2043537"/>
                  <a:ext cx="2253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F72643A-9A11-03B8-689F-5DFC5F667459}"/>
                    </a:ext>
                  </a:extLst>
                </p14:cNvPr>
                <p14:cNvContentPartPr/>
                <p14:nvPr/>
              </p14:nvContentPartPr>
              <p14:xfrm>
                <a:off x="1822042" y="2021937"/>
                <a:ext cx="174960" cy="272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F72643A-9A11-03B8-689F-5DFC5F66745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17722" y="2017617"/>
                  <a:ext cx="18360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9C6E8FD-CC32-979D-7E0E-A9EE2E78A273}"/>
                    </a:ext>
                  </a:extLst>
                </p14:cNvPr>
                <p14:cNvContentPartPr/>
                <p14:nvPr/>
              </p14:nvContentPartPr>
              <p14:xfrm>
                <a:off x="2087002" y="2072337"/>
                <a:ext cx="124920" cy="167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9C6E8FD-CC32-979D-7E0E-A9EE2E78A27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82682" y="2068017"/>
                  <a:ext cx="13356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B4FDB76-61D7-8BE6-D47D-7EE6B14E624D}"/>
                    </a:ext>
                  </a:extLst>
                </p14:cNvPr>
                <p14:cNvContentPartPr/>
                <p14:nvPr/>
              </p14:nvContentPartPr>
              <p14:xfrm>
                <a:off x="2269162" y="2059737"/>
                <a:ext cx="257400" cy="4168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B4FDB76-61D7-8BE6-D47D-7EE6B14E624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64842" y="2055417"/>
                  <a:ext cx="26604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79E8053-0D21-7D71-7C6D-183B145FE3BF}"/>
                    </a:ext>
                  </a:extLst>
                </p14:cNvPr>
                <p14:cNvContentPartPr/>
                <p14:nvPr/>
              </p14:nvContentPartPr>
              <p14:xfrm>
                <a:off x="2745082" y="2044257"/>
                <a:ext cx="138960" cy="223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79E8053-0D21-7D71-7C6D-183B145FE3B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40762" y="2039937"/>
                  <a:ext cx="1476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4C81F33-2D83-17AE-7832-9D1A2BDF4BF3}"/>
                    </a:ext>
                  </a:extLst>
                </p14:cNvPr>
                <p14:cNvContentPartPr/>
                <p14:nvPr/>
              </p14:nvContentPartPr>
              <p14:xfrm>
                <a:off x="2962162" y="1930857"/>
                <a:ext cx="795960" cy="327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4C81F33-2D83-17AE-7832-9D1A2BDF4BF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57842" y="1926537"/>
                  <a:ext cx="804600" cy="33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9DA2C8A-9999-8798-2E94-17547373647D}"/>
              </a:ext>
            </a:extLst>
          </p:cNvPr>
          <p:cNvGrpSpPr/>
          <p:nvPr/>
        </p:nvGrpSpPr>
        <p:grpSpPr>
          <a:xfrm>
            <a:off x="4229722" y="1826097"/>
            <a:ext cx="2964960" cy="498960"/>
            <a:chOff x="4229722" y="1826097"/>
            <a:chExt cx="2964960" cy="49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471CBCF-523D-BE60-370C-B3E0BA116BC7}"/>
                    </a:ext>
                  </a:extLst>
                </p14:cNvPr>
                <p14:cNvContentPartPr/>
                <p14:nvPr/>
              </p14:nvContentPartPr>
              <p14:xfrm>
                <a:off x="4229722" y="2034897"/>
                <a:ext cx="274680" cy="182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471CBCF-523D-BE60-370C-B3E0BA116BC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25402" y="2030577"/>
                  <a:ext cx="2833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2932E90-3E0E-C662-405F-9ABFBB60C8EF}"/>
                    </a:ext>
                  </a:extLst>
                </p14:cNvPr>
                <p14:cNvContentPartPr/>
                <p14:nvPr/>
              </p14:nvContentPartPr>
              <p14:xfrm>
                <a:off x="4711762" y="2014377"/>
                <a:ext cx="223920" cy="3106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2932E90-3E0E-C662-405F-9ABFBB60C8E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07442" y="2010057"/>
                  <a:ext cx="2325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D742C18-3D39-D632-3A03-F96CF5624A15}"/>
                    </a:ext>
                  </a:extLst>
                </p14:cNvPr>
                <p14:cNvContentPartPr/>
                <p14:nvPr/>
              </p14:nvContentPartPr>
              <p14:xfrm>
                <a:off x="5037562" y="2015457"/>
                <a:ext cx="422280" cy="141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D742C18-3D39-D632-3A03-F96CF5624A1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033242" y="2011137"/>
                  <a:ext cx="4309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AC99B9E-673E-33F5-6782-172B28990591}"/>
                    </a:ext>
                  </a:extLst>
                </p14:cNvPr>
                <p14:cNvContentPartPr/>
                <p14:nvPr/>
              </p14:nvContentPartPr>
              <p14:xfrm>
                <a:off x="5795002" y="1826097"/>
                <a:ext cx="185760" cy="3261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AC99B9E-673E-33F5-6782-172B2899059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790682" y="1821777"/>
                  <a:ext cx="19440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5652EF6-A36A-F87D-AD5F-ECC80AB0A1FC}"/>
                    </a:ext>
                  </a:extLst>
                </p14:cNvPr>
                <p14:cNvContentPartPr/>
                <p14:nvPr/>
              </p14:nvContentPartPr>
              <p14:xfrm>
                <a:off x="5858002" y="1972977"/>
                <a:ext cx="614880" cy="171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5652EF6-A36A-F87D-AD5F-ECC80AB0A1F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853682" y="1968657"/>
                  <a:ext cx="6235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3AE8CA7-E00C-84A2-173B-BB58FB23CBFB}"/>
                    </a:ext>
                  </a:extLst>
                </p14:cNvPr>
                <p14:cNvContentPartPr/>
                <p14:nvPr/>
              </p14:nvContentPartPr>
              <p14:xfrm>
                <a:off x="6812002" y="1849857"/>
                <a:ext cx="382680" cy="249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3AE8CA7-E00C-84A2-173B-BB58FB23CBF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807682" y="1845537"/>
                  <a:ext cx="391320" cy="25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F41D567-6B46-C379-9827-1151EA9A4BD7}"/>
              </a:ext>
            </a:extLst>
          </p:cNvPr>
          <p:cNvGrpSpPr/>
          <p:nvPr/>
        </p:nvGrpSpPr>
        <p:grpSpPr>
          <a:xfrm>
            <a:off x="7595002" y="1712697"/>
            <a:ext cx="1083600" cy="273960"/>
            <a:chOff x="7595002" y="1712697"/>
            <a:chExt cx="1083600" cy="27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80DE4AC-25BB-840A-ABAA-764A6978CA1B}"/>
                    </a:ext>
                  </a:extLst>
                </p14:cNvPr>
                <p14:cNvContentPartPr/>
                <p14:nvPr/>
              </p14:nvContentPartPr>
              <p14:xfrm>
                <a:off x="7595002" y="1964337"/>
                <a:ext cx="12240" cy="22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80DE4AC-25BB-840A-ABAA-764A6978CA1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90682" y="1960017"/>
                  <a:ext cx="208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FC79EBAB-208C-8583-08F7-30CB4384DBD4}"/>
                    </a:ext>
                  </a:extLst>
                </p14:cNvPr>
                <p14:cNvContentPartPr/>
                <p14:nvPr/>
              </p14:nvContentPartPr>
              <p14:xfrm>
                <a:off x="7895242" y="1740777"/>
                <a:ext cx="640440" cy="243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FC79EBAB-208C-8583-08F7-30CB4384DBD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890922" y="1736457"/>
                  <a:ext cx="6490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743E9E2-FFAE-5347-8797-E7C92E61E890}"/>
                    </a:ext>
                  </a:extLst>
                </p14:cNvPr>
                <p14:cNvContentPartPr/>
                <p14:nvPr/>
              </p14:nvContentPartPr>
              <p14:xfrm>
                <a:off x="8551522" y="1863177"/>
                <a:ext cx="11160" cy="68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743E9E2-FFAE-5347-8797-E7C92E61E89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547202" y="1858857"/>
                  <a:ext cx="198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006DC4D-5052-7AC4-E869-9AFF8C765987}"/>
                    </a:ext>
                  </a:extLst>
                </p14:cNvPr>
                <p14:cNvContentPartPr/>
                <p14:nvPr/>
              </p14:nvContentPartPr>
              <p14:xfrm>
                <a:off x="8603002" y="1712697"/>
                <a:ext cx="75600" cy="22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006DC4D-5052-7AC4-E869-9AFF8C76598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598682" y="1708377"/>
                  <a:ext cx="8424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16BC3C5-68DC-09F9-7E11-E60B5140965B}"/>
              </a:ext>
            </a:extLst>
          </p:cNvPr>
          <p:cNvGrpSpPr/>
          <p:nvPr/>
        </p:nvGrpSpPr>
        <p:grpSpPr>
          <a:xfrm>
            <a:off x="1004122" y="2569137"/>
            <a:ext cx="967320" cy="485280"/>
            <a:chOff x="1004122" y="2569137"/>
            <a:chExt cx="967320" cy="48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1CE5282-B7A3-B8BA-FCE7-386DFF081B30}"/>
                    </a:ext>
                  </a:extLst>
                </p14:cNvPr>
                <p14:cNvContentPartPr/>
                <p14:nvPr/>
              </p14:nvContentPartPr>
              <p14:xfrm>
                <a:off x="1004122" y="2569137"/>
                <a:ext cx="232560" cy="2826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1CE5282-B7A3-B8BA-FCE7-386DFF081B3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99802" y="2564817"/>
                  <a:ext cx="24120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CD799C1-65DF-961D-E208-AE57E0A28AFA}"/>
                    </a:ext>
                  </a:extLst>
                </p14:cNvPr>
                <p14:cNvContentPartPr/>
                <p14:nvPr/>
              </p14:nvContentPartPr>
              <p14:xfrm>
                <a:off x="1307962" y="2700537"/>
                <a:ext cx="663480" cy="353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CD799C1-65DF-961D-E208-AE57E0A28AF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303642" y="2696217"/>
                  <a:ext cx="672120" cy="36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9E950D0-D981-ED70-354E-2ABD165E157C}"/>
              </a:ext>
            </a:extLst>
          </p:cNvPr>
          <p:cNvGrpSpPr/>
          <p:nvPr/>
        </p:nvGrpSpPr>
        <p:grpSpPr>
          <a:xfrm>
            <a:off x="2431522" y="2690817"/>
            <a:ext cx="1405440" cy="243360"/>
            <a:chOff x="2431522" y="2690817"/>
            <a:chExt cx="1405440" cy="24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0D848EA-96D5-0F73-1CB7-61BF6655A31C}"/>
                    </a:ext>
                  </a:extLst>
                </p14:cNvPr>
                <p14:cNvContentPartPr/>
                <p14:nvPr/>
              </p14:nvContentPartPr>
              <p14:xfrm>
                <a:off x="2431522" y="2713137"/>
                <a:ext cx="172080" cy="221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0D848EA-96D5-0F73-1CB7-61BF6655A31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427202" y="2708817"/>
                  <a:ext cx="1807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4405C8F-B500-4886-D977-1EDA43F27036}"/>
                    </a:ext>
                  </a:extLst>
                </p14:cNvPr>
                <p14:cNvContentPartPr/>
                <p14:nvPr/>
              </p14:nvContentPartPr>
              <p14:xfrm>
                <a:off x="2908162" y="2698377"/>
                <a:ext cx="197280" cy="2217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4405C8F-B500-4886-D977-1EDA43F2703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903842" y="2694057"/>
                  <a:ext cx="2059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76F282F-A81C-FEB1-1CDE-2F659ABB5510}"/>
                    </a:ext>
                  </a:extLst>
                </p14:cNvPr>
                <p14:cNvContentPartPr/>
                <p14:nvPr/>
              </p14:nvContentPartPr>
              <p14:xfrm>
                <a:off x="3186802" y="2690817"/>
                <a:ext cx="650160" cy="1029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76F282F-A81C-FEB1-1CDE-2F659ABB551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182482" y="2686497"/>
                  <a:ext cx="658800" cy="11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CE08534-B627-55E4-8606-9B76296C9277}"/>
              </a:ext>
            </a:extLst>
          </p:cNvPr>
          <p:cNvGrpSpPr/>
          <p:nvPr/>
        </p:nvGrpSpPr>
        <p:grpSpPr>
          <a:xfrm>
            <a:off x="4387402" y="2488497"/>
            <a:ext cx="870840" cy="343440"/>
            <a:chOff x="4387402" y="2488497"/>
            <a:chExt cx="870840" cy="34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DBE8812-7EF4-F880-BFAC-494D43A8F240}"/>
                    </a:ext>
                  </a:extLst>
                </p14:cNvPr>
                <p14:cNvContentPartPr/>
                <p14:nvPr/>
              </p14:nvContentPartPr>
              <p14:xfrm>
                <a:off x="4387402" y="2668137"/>
                <a:ext cx="587520" cy="163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DBE8812-7EF4-F880-BFAC-494D43A8F24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383082" y="2663817"/>
                  <a:ext cx="5961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91B1AE6-B5FC-54B9-0F8E-F2A8D753DC49}"/>
                    </a:ext>
                  </a:extLst>
                </p14:cNvPr>
                <p14:cNvContentPartPr/>
                <p14:nvPr/>
              </p14:nvContentPartPr>
              <p14:xfrm>
                <a:off x="5045842" y="2488497"/>
                <a:ext cx="212400" cy="2959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91B1AE6-B5FC-54B9-0F8E-F2A8D753DC4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041522" y="2484177"/>
                  <a:ext cx="221040" cy="30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72DBC20-F740-B675-9B38-DEB81996D0B2}"/>
              </a:ext>
            </a:extLst>
          </p:cNvPr>
          <p:cNvGrpSpPr/>
          <p:nvPr/>
        </p:nvGrpSpPr>
        <p:grpSpPr>
          <a:xfrm>
            <a:off x="5775922" y="2556537"/>
            <a:ext cx="958680" cy="295920"/>
            <a:chOff x="5775922" y="2556537"/>
            <a:chExt cx="958680" cy="29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85DB80B-EC66-B9F2-A25B-8B2EE4E926B5}"/>
                    </a:ext>
                  </a:extLst>
                </p14:cNvPr>
                <p14:cNvContentPartPr/>
                <p14:nvPr/>
              </p14:nvContentPartPr>
              <p14:xfrm>
                <a:off x="5775922" y="2556537"/>
                <a:ext cx="168840" cy="2959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85DB80B-EC66-B9F2-A25B-8B2EE4E926B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71602" y="2552217"/>
                  <a:ext cx="17748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FD28C33-323C-C41E-E30D-2BE3164F1390}"/>
                    </a:ext>
                  </a:extLst>
                </p14:cNvPr>
                <p14:cNvContentPartPr/>
                <p14:nvPr/>
              </p14:nvContentPartPr>
              <p14:xfrm>
                <a:off x="6102082" y="2599737"/>
                <a:ext cx="7920" cy="1386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FD28C33-323C-C41E-E30D-2BE3164F139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097762" y="2595417"/>
                  <a:ext cx="165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F3D1BBF-873D-ACC8-2293-ED31D59A6BD7}"/>
                    </a:ext>
                  </a:extLst>
                </p14:cNvPr>
                <p14:cNvContentPartPr/>
                <p14:nvPr/>
              </p14:nvContentPartPr>
              <p14:xfrm>
                <a:off x="6246082" y="2601897"/>
                <a:ext cx="156240" cy="1263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F3D1BBF-873D-ACC8-2293-ED31D59A6BD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41762" y="2597577"/>
                  <a:ext cx="1648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A096C7D-EECC-D259-3C0B-4700A5F8B5A7}"/>
                    </a:ext>
                  </a:extLst>
                </p14:cNvPr>
                <p14:cNvContentPartPr/>
                <p14:nvPr/>
              </p14:nvContentPartPr>
              <p14:xfrm>
                <a:off x="6404122" y="2587497"/>
                <a:ext cx="330480" cy="121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A096C7D-EECC-D259-3C0B-4700A5F8B5A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399802" y="2583177"/>
                  <a:ext cx="339120" cy="13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1F192D3-AA0B-3BDC-153B-0A4B998BDDEC}"/>
              </a:ext>
            </a:extLst>
          </p:cNvPr>
          <p:cNvGrpSpPr/>
          <p:nvPr/>
        </p:nvGrpSpPr>
        <p:grpSpPr>
          <a:xfrm>
            <a:off x="7139602" y="2471937"/>
            <a:ext cx="831600" cy="247680"/>
            <a:chOff x="7139602" y="2471937"/>
            <a:chExt cx="831600" cy="24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1DAB270-671E-1BD6-55A8-065DFDA25B63}"/>
                    </a:ext>
                  </a:extLst>
                </p14:cNvPr>
                <p14:cNvContentPartPr/>
                <p14:nvPr/>
              </p14:nvContentPartPr>
              <p14:xfrm>
                <a:off x="7139602" y="2513337"/>
                <a:ext cx="465480" cy="206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1DAB270-671E-1BD6-55A8-065DFDA25B6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135282" y="2509017"/>
                  <a:ext cx="4741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526A688-F042-AD17-536E-CDE85DE96D19}"/>
                    </a:ext>
                  </a:extLst>
                </p14:cNvPr>
                <p14:cNvContentPartPr/>
                <p14:nvPr/>
              </p14:nvContentPartPr>
              <p14:xfrm>
                <a:off x="7631722" y="2571297"/>
                <a:ext cx="102960" cy="80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526A688-F042-AD17-536E-CDE85DE96D1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627402" y="2566977"/>
                  <a:ext cx="1116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6C4DB44-78A1-32E5-FA5D-0BC96C9E8142}"/>
                    </a:ext>
                  </a:extLst>
                </p14:cNvPr>
                <p14:cNvContentPartPr/>
                <p14:nvPr/>
              </p14:nvContentPartPr>
              <p14:xfrm>
                <a:off x="7785802" y="2471937"/>
                <a:ext cx="185400" cy="1965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6C4DB44-78A1-32E5-FA5D-0BC96C9E814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781482" y="2467617"/>
                  <a:ext cx="19404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B54EADA-6E5C-20F4-D282-100229B5F76B}"/>
              </a:ext>
            </a:extLst>
          </p:cNvPr>
          <p:cNvGrpSpPr/>
          <p:nvPr/>
        </p:nvGrpSpPr>
        <p:grpSpPr>
          <a:xfrm>
            <a:off x="945082" y="3204897"/>
            <a:ext cx="3599280" cy="486000"/>
            <a:chOff x="945082" y="3204897"/>
            <a:chExt cx="3599280" cy="48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01DAD88-8748-D1D9-B251-281EB71A2731}"/>
                    </a:ext>
                  </a:extLst>
                </p14:cNvPr>
                <p14:cNvContentPartPr/>
                <p14:nvPr/>
              </p14:nvContentPartPr>
              <p14:xfrm>
                <a:off x="945082" y="3456897"/>
                <a:ext cx="53640" cy="234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01DAD88-8748-D1D9-B251-281EB71A273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40762" y="3452577"/>
                  <a:ext cx="6228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CB5AEB8-D5BE-08A7-BFCE-599027126B23}"/>
                    </a:ext>
                  </a:extLst>
                </p14:cNvPr>
                <p14:cNvContentPartPr/>
                <p14:nvPr/>
              </p14:nvContentPartPr>
              <p14:xfrm>
                <a:off x="1118602" y="3400377"/>
                <a:ext cx="47160" cy="189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CB5AEB8-D5BE-08A7-BFCE-599027126B2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14282" y="3396057"/>
                  <a:ext cx="558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DCF8B6D-50D4-C78F-CA9A-C9538C8F37F2}"/>
                    </a:ext>
                  </a:extLst>
                </p14:cNvPr>
                <p14:cNvContentPartPr/>
                <p14:nvPr/>
              </p14:nvContentPartPr>
              <p14:xfrm>
                <a:off x="1031482" y="3518097"/>
                <a:ext cx="198720" cy="374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DCF8B6D-50D4-C78F-CA9A-C9538C8F37F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27162" y="3513777"/>
                  <a:ext cx="2073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8CA0F3E-4084-A958-EBD0-928216A1F427}"/>
                    </a:ext>
                  </a:extLst>
                </p14:cNvPr>
                <p14:cNvContentPartPr/>
                <p14:nvPr/>
              </p14:nvContentPartPr>
              <p14:xfrm>
                <a:off x="1299322" y="3482457"/>
                <a:ext cx="137520" cy="120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8CA0F3E-4084-A958-EBD0-928216A1F42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295002" y="3478137"/>
                  <a:ext cx="1461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0D8CD4D-37B6-F888-8922-5093FBBAD680}"/>
                    </a:ext>
                  </a:extLst>
                </p14:cNvPr>
                <p14:cNvContentPartPr/>
                <p14:nvPr/>
              </p14:nvContentPartPr>
              <p14:xfrm>
                <a:off x="1535842" y="3468777"/>
                <a:ext cx="366480" cy="144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0D8CD4D-37B6-F888-8922-5093FBBAD68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531522" y="3464457"/>
                  <a:ext cx="3751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2F883D2-E32D-C89C-0814-BD489D166C67}"/>
                    </a:ext>
                  </a:extLst>
                </p14:cNvPr>
                <p14:cNvContentPartPr/>
                <p14:nvPr/>
              </p14:nvContentPartPr>
              <p14:xfrm>
                <a:off x="2183842" y="3377337"/>
                <a:ext cx="984600" cy="2138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2F883D2-E32D-C89C-0814-BD489D166C6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179522" y="3373017"/>
                  <a:ext cx="99324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D231DA9-FA94-7082-7700-4FC9E91B88BB}"/>
                    </a:ext>
                  </a:extLst>
                </p14:cNvPr>
                <p14:cNvContentPartPr/>
                <p14:nvPr/>
              </p14:nvContentPartPr>
              <p14:xfrm>
                <a:off x="3395602" y="3204897"/>
                <a:ext cx="1148760" cy="2786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D231DA9-FA94-7082-7700-4FC9E91B88B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391282" y="3200577"/>
                  <a:ext cx="1157400" cy="287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48C6484-1BFC-0FA3-0606-B966033ABF4F}"/>
                  </a:ext>
                </a:extLst>
              </p14:cNvPr>
              <p14:cNvContentPartPr/>
              <p14:nvPr/>
            </p14:nvContentPartPr>
            <p14:xfrm>
              <a:off x="5165722" y="3046857"/>
              <a:ext cx="1035360" cy="2178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48C6484-1BFC-0FA3-0606-B966033ABF4F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161402" y="3042537"/>
                <a:ext cx="1044000" cy="22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3542E15E-9720-9131-58F7-AE98B081ABD9}"/>
              </a:ext>
            </a:extLst>
          </p:cNvPr>
          <p:cNvGrpSpPr/>
          <p:nvPr/>
        </p:nvGrpSpPr>
        <p:grpSpPr>
          <a:xfrm>
            <a:off x="6777802" y="2978817"/>
            <a:ext cx="1760040" cy="330480"/>
            <a:chOff x="6777802" y="2978817"/>
            <a:chExt cx="1760040" cy="33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581C24F-80D5-E67D-36CD-D9D32271A80D}"/>
                    </a:ext>
                  </a:extLst>
                </p14:cNvPr>
                <p14:cNvContentPartPr/>
                <p14:nvPr/>
              </p14:nvContentPartPr>
              <p14:xfrm>
                <a:off x="6777802" y="3110577"/>
                <a:ext cx="468720" cy="198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581C24F-80D5-E67D-36CD-D9D32271A80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773482" y="3106257"/>
                  <a:ext cx="47736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67FAEB1-92DE-D527-25FD-1A6D1906488E}"/>
                    </a:ext>
                  </a:extLst>
                </p14:cNvPr>
                <p14:cNvContentPartPr/>
                <p14:nvPr/>
              </p14:nvContentPartPr>
              <p14:xfrm>
                <a:off x="7491322" y="2978817"/>
                <a:ext cx="1046520" cy="3294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67FAEB1-92DE-D527-25FD-1A6D1906488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487002" y="2974497"/>
                  <a:ext cx="1055160" cy="33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39A8FDAB-8CB1-4984-FCF2-79BDE8B3E3AA}"/>
              </a:ext>
            </a:extLst>
          </p:cNvPr>
          <p:cNvGrpSpPr/>
          <p:nvPr/>
        </p:nvGrpSpPr>
        <p:grpSpPr>
          <a:xfrm>
            <a:off x="5912722" y="3656337"/>
            <a:ext cx="351360" cy="345600"/>
            <a:chOff x="5912722" y="3656337"/>
            <a:chExt cx="351360" cy="34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D1F8955-9C42-DBA7-5237-A7ADD29C2A05}"/>
                    </a:ext>
                  </a:extLst>
                </p14:cNvPr>
                <p14:cNvContentPartPr/>
                <p14:nvPr/>
              </p14:nvContentPartPr>
              <p14:xfrm>
                <a:off x="5963842" y="3730497"/>
                <a:ext cx="61560" cy="168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D1F8955-9C42-DBA7-5237-A7ADD29C2A0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959522" y="3726177"/>
                  <a:ext cx="702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8ED5955-31AB-2507-7409-15934B93CFDF}"/>
                    </a:ext>
                  </a:extLst>
                </p14:cNvPr>
                <p14:cNvContentPartPr/>
                <p14:nvPr/>
              </p14:nvContentPartPr>
              <p14:xfrm>
                <a:off x="5912722" y="3656337"/>
                <a:ext cx="351360" cy="3456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8ED5955-31AB-2507-7409-15934B93CFD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908402" y="3652017"/>
                  <a:ext cx="360000" cy="35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88500CC-AE84-86CC-81E7-B9CB76E30A55}"/>
              </a:ext>
            </a:extLst>
          </p:cNvPr>
          <p:cNvGrpSpPr/>
          <p:nvPr/>
        </p:nvGrpSpPr>
        <p:grpSpPr>
          <a:xfrm>
            <a:off x="6755842" y="3511617"/>
            <a:ext cx="2347560" cy="867240"/>
            <a:chOff x="6755842" y="3511617"/>
            <a:chExt cx="2347560" cy="86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8AD7E9F-3BCB-4902-6D8A-89F6F357834C}"/>
                    </a:ext>
                  </a:extLst>
                </p14:cNvPr>
                <p14:cNvContentPartPr/>
                <p14:nvPr/>
              </p14:nvContentPartPr>
              <p14:xfrm>
                <a:off x="6755842" y="3694497"/>
                <a:ext cx="264240" cy="38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8AD7E9F-3BCB-4902-6D8A-89F6F357834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751522" y="3690177"/>
                  <a:ext cx="27288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7E4FD42-68C8-13D6-189C-6BA2215153F9}"/>
                    </a:ext>
                  </a:extLst>
                </p14:cNvPr>
                <p14:cNvContentPartPr/>
                <p14:nvPr/>
              </p14:nvContentPartPr>
              <p14:xfrm>
                <a:off x="6913882" y="3722937"/>
                <a:ext cx="40680" cy="1965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7E4FD42-68C8-13D6-189C-6BA2215153F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909562" y="3718617"/>
                  <a:ext cx="493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186B3E3-621B-0F10-DB51-29185C497CE0}"/>
                    </a:ext>
                  </a:extLst>
                </p14:cNvPr>
                <p14:cNvContentPartPr/>
                <p14:nvPr/>
              </p14:nvContentPartPr>
              <p14:xfrm>
                <a:off x="7100002" y="3644457"/>
                <a:ext cx="385200" cy="265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186B3E3-621B-0F10-DB51-29185C497CE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095682" y="3640137"/>
                  <a:ext cx="39384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2842FB0-AA0F-65AB-CF11-3822711F83FD}"/>
                    </a:ext>
                  </a:extLst>
                </p14:cNvPr>
                <p14:cNvContentPartPr/>
                <p14:nvPr/>
              </p14:nvContentPartPr>
              <p14:xfrm>
                <a:off x="7658002" y="3655617"/>
                <a:ext cx="381960" cy="275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2842FB0-AA0F-65AB-CF11-3822711F83F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653682" y="3651297"/>
                  <a:ext cx="39060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7EA7014-0F4D-6F61-2662-BB274E609475}"/>
                    </a:ext>
                  </a:extLst>
                </p14:cNvPr>
                <p14:cNvContentPartPr/>
                <p14:nvPr/>
              </p14:nvContentPartPr>
              <p14:xfrm>
                <a:off x="8177842" y="3629337"/>
                <a:ext cx="240120" cy="137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7EA7014-0F4D-6F61-2662-BB274E60947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173522" y="3625017"/>
                  <a:ext cx="2487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0A28E82-851F-6F26-BEC0-F6D6B400229D}"/>
                    </a:ext>
                  </a:extLst>
                </p14:cNvPr>
                <p14:cNvContentPartPr/>
                <p14:nvPr/>
              </p14:nvContentPartPr>
              <p14:xfrm>
                <a:off x="8499322" y="3511617"/>
                <a:ext cx="391680" cy="3679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0A28E82-851F-6F26-BEC0-F6D6B400229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495002" y="3507297"/>
                  <a:ext cx="40032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E08C4EE-5144-112A-2BBF-5EF2C2216018}"/>
                    </a:ext>
                  </a:extLst>
                </p14:cNvPr>
                <p14:cNvContentPartPr/>
                <p14:nvPr/>
              </p14:nvContentPartPr>
              <p14:xfrm>
                <a:off x="8978842" y="3568137"/>
                <a:ext cx="124560" cy="406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E08C4EE-5144-112A-2BBF-5EF2C221601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974522" y="3563817"/>
                  <a:ext cx="1332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B24118B-EC8F-6D67-3916-9E45A0BD1B88}"/>
                    </a:ext>
                  </a:extLst>
                </p14:cNvPr>
                <p14:cNvContentPartPr/>
                <p14:nvPr/>
              </p14:nvContentPartPr>
              <p14:xfrm>
                <a:off x="7452082" y="4142697"/>
                <a:ext cx="169560" cy="2361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B24118B-EC8F-6D67-3916-9E45A0BD1B8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447762" y="4138377"/>
                  <a:ext cx="17820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3ED13DB-42D6-8C58-95C4-F34FF8F7038D}"/>
                    </a:ext>
                  </a:extLst>
                </p14:cNvPr>
                <p14:cNvContentPartPr/>
                <p14:nvPr/>
              </p14:nvContentPartPr>
              <p14:xfrm>
                <a:off x="7699402" y="4151697"/>
                <a:ext cx="356400" cy="1098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3ED13DB-42D6-8C58-95C4-F34FF8F7038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695082" y="4147377"/>
                  <a:ext cx="3650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5F9C735-EC52-22B7-F2FA-F301FD832EC6}"/>
                    </a:ext>
                  </a:extLst>
                </p14:cNvPr>
                <p14:cNvContentPartPr/>
                <p14:nvPr/>
              </p14:nvContentPartPr>
              <p14:xfrm>
                <a:off x="8328322" y="4085817"/>
                <a:ext cx="203040" cy="1846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5F9C735-EC52-22B7-F2FA-F301FD832EC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24002" y="4081497"/>
                  <a:ext cx="2116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FA8DA75-0051-0EFA-4D15-A0C6DA427ECB}"/>
                    </a:ext>
                  </a:extLst>
                </p14:cNvPr>
                <p14:cNvContentPartPr/>
                <p14:nvPr/>
              </p14:nvContentPartPr>
              <p14:xfrm>
                <a:off x="8293402" y="3977817"/>
                <a:ext cx="257400" cy="471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FA8DA75-0051-0EFA-4D15-A0C6DA427EC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289082" y="3973497"/>
                  <a:ext cx="2660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9D008F3-D8B0-6DCE-DDA8-63E8A1DD9991}"/>
                    </a:ext>
                  </a:extLst>
                </p14:cNvPr>
                <p14:cNvContentPartPr/>
                <p14:nvPr/>
              </p14:nvContentPartPr>
              <p14:xfrm>
                <a:off x="8761762" y="4040097"/>
                <a:ext cx="273960" cy="15732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9D008F3-D8B0-6DCE-DDA8-63E8A1DD999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757442" y="4035777"/>
                  <a:ext cx="282600" cy="1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D20D52C-4E57-F843-ECAA-1A81E9798D8F}"/>
              </a:ext>
            </a:extLst>
          </p:cNvPr>
          <p:cNvGrpSpPr/>
          <p:nvPr/>
        </p:nvGrpSpPr>
        <p:grpSpPr>
          <a:xfrm>
            <a:off x="6023962" y="4432137"/>
            <a:ext cx="553680" cy="396000"/>
            <a:chOff x="6023962" y="4432137"/>
            <a:chExt cx="553680" cy="396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6EBF756-33E3-FD27-35B4-1C9CBBA5B0D4}"/>
                    </a:ext>
                  </a:extLst>
                </p14:cNvPr>
                <p14:cNvContentPartPr/>
                <p14:nvPr/>
              </p14:nvContentPartPr>
              <p14:xfrm>
                <a:off x="6023962" y="4432137"/>
                <a:ext cx="259560" cy="2736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6EBF756-33E3-FD27-35B4-1C9CBBA5B0D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019642" y="4427817"/>
                  <a:ext cx="2682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95394CF-529B-DF29-90EA-B88BFA23F0B7}"/>
                    </a:ext>
                  </a:extLst>
                </p14:cNvPr>
                <p14:cNvContentPartPr/>
                <p14:nvPr/>
              </p14:nvContentPartPr>
              <p14:xfrm>
                <a:off x="6340762" y="4477857"/>
                <a:ext cx="236880" cy="3502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95394CF-529B-DF29-90EA-B88BFA23F0B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336442" y="4473537"/>
                  <a:ext cx="245520" cy="35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A1420CF8-61FF-6576-2A59-566F3E5B502C}"/>
              </a:ext>
            </a:extLst>
          </p:cNvPr>
          <p:cNvGrpSpPr/>
          <p:nvPr/>
        </p:nvGrpSpPr>
        <p:grpSpPr>
          <a:xfrm>
            <a:off x="7024042" y="4461297"/>
            <a:ext cx="1047240" cy="252000"/>
            <a:chOff x="7024042" y="4461297"/>
            <a:chExt cx="1047240" cy="25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6479C35-1E2C-6AF2-6842-AC08F92E7F8C}"/>
                    </a:ext>
                  </a:extLst>
                </p14:cNvPr>
                <p14:cNvContentPartPr/>
                <p14:nvPr/>
              </p14:nvContentPartPr>
              <p14:xfrm>
                <a:off x="7024042" y="4461297"/>
                <a:ext cx="261720" cy="2520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6479C35-1E2C-6AF2-6842-AC08F92E7F8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019722" y="4456977"/>
                  <a:ext cx="27036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DBF74BD-7EF8-624D-B0B9-F72B9B2B38AA}"/>
                    </a:ext>
                  </a:extLst>
                </p14:cNvPr>
                <p14:cNvContentPartPr/>
                <p14:nvPr/>
              </p14:nvContentPartPr>
              <p14:xfrm>
                <a:off x="7322482" y="4588737"/>
                <a:ext cx="185760" cy="817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DBF74BD-7EF8-624D-B0B9-F72B9B2B38A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318162" y="4584417"/>
                  <a:ext cx="1944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36C2F32-D412-7AED-1E97-0663F710B262}"/>
                    </a:ext>
                  </a:extLst>
                </p14:cNvPr>
                <p14:cNvContentPartPr/>
                <p14:nvPr/>
              </p14:nvContentPartPr>
              <p14:xfrm>
                <a:off x="7557922" y="4527177"/>
                <a:ext cx="172440" cy="122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36C2F32-D412-7AED-1E97-0663F710B26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553602" y="4522857"/>
                  <a:ext cx="1810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A5BA516-8B32-CCCD-38AD-907345CDE8EC}"/>
                    </a:ext>
                  </a:extLst>
                </p14:cNvPr>
                <p14:cNvContentPartPr/>
                <p14:nvPr/>
              </p14:nvContentPartPr>
              <p14:xfrm>
                <a:off x="7664842" y="4487577"/>
                <a:ext cx="113760" cy="187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A5BA516-8B32-CCCD-38AD-907345CDE8E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660522" y="4483257"/>
                  <a:ext cx="1224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8D05011-1B89-1E5C-EF18-8B763EAFFD77}"/>
                    </a:ext>
                  </a:extLst>
                </p14:cNvPr>
                <p14:cNvContentPartPr/>
                <p14:nvPr/>
              </p14:nvContentPartPr>
              <p14:xfrm>
                <a:off x="7937002" y="4505937"/>
                <a:ext cx="99000" cy="1270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8D05011-1B89-1E5C-EF18-8B763EAFFD7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932682" y="4501617"/>
                  <a:ext cx="1076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24875CF-648E-B3B3-1432-834965828A59}"/>
                    </a:ext>
                  </a:extLst>
                </p14:cNvPr>
                <p14:cNvContentPartPr/>
                <p14:nvPr/>
              </p14:nvContentPartPr>
              <p14:xfrm>
                <a:off x="8033122" y="4512777"/>
                <a:ext cx="360" cy="3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24875CF-648E-B3B3-1432-834965828A5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028802" y="450845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C840BE3-A1A4-5916-478E-8C4115F31535}"/>
                    </a:ext>
                  </a:extLst>
                </p14:cNvPr>
                <p14:cNvContentPartPr/>
                <p14:nvPr/>
              </p14:nvContentPartPr>
              <p14:xfrm>
                <a:off x="7922962" y="4509177"/>
                <a:ext cx="148320" cy="1814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C840BE3-A1A4-5916-478E-8C4115F31535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918642" y="4504857"/>
                  <a:ext cx="156960" cy="19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7D56873E-0884-BCA7-3B4C-B7F8C3930FE9}"/>
              </a:ext>
            </a:extLst>
          </p:cNvPr>
          <p:cNvGrpSpPr/>
          <p:nvPr/>
        </p:nvGrpSpPr>
        <p:grpSpPr>
          <a:xfrm>
            <a:off x="8383042" y="4481097"/>
            <a:ext cx="585360" cy="254520"/>
            <a:chOff x="8383042" y="4481097"/>
            <a:chExt cx="585360" cy="25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3E92D65A-0181-0623-1E4E-F504D26F89D6}"/>
                    </a:ext>
                  </a:extLst>
                </p14:cNvPr>
                <p14:cNvContentPartPr/>
                <p14:nvPr/>
              </p14:nvContentPartPr>
              <p14:xfrm>
                <a:off x="8383042" y="4526817"/>
                <a:ext cx="158040" cy="208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3E92D65A-0181-0623-1E4E-F504D26F89D6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378722" y="4522497"/>
                  <a:ext cx="16668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6889561-529D-174C-E20E-DCBC25B9DC5C}"/>
                    </a:ext>
                  </a:extLst>
                </p14:cNvPr>
                <p14:cNvContentPartPr/>
                <p14:nvPr/>
              </p14:nvContentPartPr>
              <p14:xfrm>
                <a:off x="8582122" y="4481097"/>
                <a:ext cx="386280" cy="1299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6889561-529D-174C-E20E-DCBC25B9DC5C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577802" y="4476777"/>
                  <a:ext cx="39492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63142538-2CC5-850D-5FB2-6165E3FDDF33}"/>
              </a:ext>
            </a:extLst>
          </p:cNvPr>
          <p:cNvGrpSpPr/>
          <p:nvPr/>
        </p:nvGrpSpPr>
        <p:grpSpPr>
          <a:xfrm>
            <a:off x="7345882" y="4959537"/>
            <a:ext cx="1698120" cy="228240"/>
            <a:chOff x="7345882" y="4959537"/>
            <a:chExt cx="1698120" cy="22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D108BF5-04FF-310B-A897-DF5C52B5F235}"/>
                    </a:ext>
                  </a:extLst>
                </p14:cNvPr>
                <p14:cNvContentPartPr/>
                <p14:nvPr/>
              </p14:nvContentPartPr>
              <p14:xfrm>
                <a:off x="7345882" y="4990137"/>
                <a:ext cx="208080" cy="1976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D108BF5-04FF-310B-A897-DF5C52B5F23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7341562" y="4985817"/>
                  <a:ext cx="21672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A23272B-0E39-F93A-A7BA-45E63DCE0173}"/>
                    </a:ext>
                  </a:extLst>
                </p14:cNvPr>
                <p14:cNvContentPartPr/>
                <p14:nvPr/>
              </p14:nvContentPartPr>
              <p14:xfrm>
                <a:off x="7660522" y="4990137"/>
                <a:ext cx="133200" cy="1746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A23272B-0E39-F93A-A7BA-45E63DCE017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7656202" y="4985817"/>
                  <a:ext cx="1418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F2AFEFB-AC90-4C0D-057D-31F848242A64}"/>
                    </a:ext>
                  </a:extLst>
                </p14:cNvPr>
                <p14:cNvContentPartPr/>
                <p14:nvPr/>
              </p14:nvContentPartPr>
              <p14:xfrm>
                <a:off x="7678882" y="5083737"/>
                <a:ext cx="157320" cy="374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F2AFEFB-AC90-4C0D-057D-31F848242A6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7674562" y="5079417"/>
                  <a:ext cx="1659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5A4C6AF-F014-E539-17BE-28C48DDA6F3F}"/>
                    </a:ext>
                  </a:extLst>
                </p14:cNvPr>
                <p14:cNvContentPartPr/>
                <p14:nvPr/>
              </p14:nvContentPartPr>
              <p14:xfrm>
                <a:off x="7907482" y="4990137"/>
                <a:ext cx="337320" cy="17820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5A4C6AF-F014-E539-17BE-28C48DDA6F3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7903162" y="4985817"/>
                  <a:ext cx="3459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A97C06F-564C-0B00-2E19-B0AC0A019F4C}"/>
                    </a:ext>
                  </a:extLst>
                </p14:cNvPr>
                <p14:cNvContentPartPr/>
                <p14:nvPr/>
              </p14:nvContentPartPr>
              <p14:xfrm>
                <a:off x="8368642" y="5026137"/>
                <a:ext cx="83160" cy="122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A97C06F-564C-0B00-2E19-B0AC0A019F4C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8364322" y="5021817"/>
                  <a:ext cx="918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43B6526-EF1A-735B-63D6-4D814DAE6EE7}"/>
                    </a:ext>
                  </a:extLst>
                </p14:cNvPr>
                <p14:cNvContentPartPr/>
                <p14:nvPr/>
              </p14:nvContentPartPr>
              <p14:xfrm>
                <a:off x="8354242" y="5035857"/>
                <a:ext cx="95040" cy="745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43B6526-EF1A-735B-63D6-4D814DAE6EE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349922" y="5031537"/>
                  <a:ext cx="1036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C6A0356-8E66-C6FB-BB3A-A0B53DBE9908}"/>
                    </a:ext>
                  </a:extLst>
                </p14:cNvPr>
                <p14:cNvContentPartPr/>
                <p14:nvPr/>
              </p14:nvContentPartPr>
              <p14:xfrm>
                <a:off x="8630362" y="4959537"/>
                <a:ext cx="413640" cy="1288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C6A0356-8E66-C6FB-BB3A-A0B53DBE990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626042" y="4955217"/>
                  <a:ext cx="42228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B1051624-6340-1C26-C328-B165391494E4}"/>
              </a:ext>
            </a:extLst>
          </p:cNvPr>
          <p:cNvGrpSpPr/>
          <p:nvPr/>
        </p:nvGrpSpPr>
        <p:grpSpPr>
          <a:xfrm>
            <a:off x="6301522" y="5471457"/>
            <a:ext cx="367920" cy="264960"/>
            <a:chOff x="6301522" y="5471457"/>
            <a:chExt cx="367920" cy="26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12EB2D5-535F-6D12-D98C-4F069F8C96BE}"/>
                    </a:ext>
                  </a:extLst>
                </p14:cNvPr>
                <p14:cNvContentPartPr/>
                <p14:nvPr/>
              </p14:nvContentPartPr>
              <p14:xfrm>
                <a:off x="6301522" y="5483697"/>
                <a:ext cx="217800" cy="2188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12EB2D5-535F-6D12-D98C-4F069F8C96B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6297202" y="5479377"/>
                  <a:ext cx="2264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0C48529-50C0-7433-1DA0-C95DD30B3BBA}"/>
                    </a:ext>
                  </a:extLst>
                </p14:cNvPr>
                <p14:cNvContentPartPr/>
                <p14:nvPr/>
              </p14:nvContentPartPr>
              <p14:xfrm>
                <a:off x="6642802" y="5471457"/>
                <a:ext cx="26640" cy="2649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0C48529-50C0-7433-1DA0-C95DD30B3BBA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6638482" y="5467137"/>
                  <a:ext cx="3528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AFF778C7-1DC8-C616-46BE-DD7733150995}"/>
              </a:ext>
            </a:extLst>
          </p:cNvPr>
          <p:cNvGrpSpPr/>
          <p:nvPr/>
        </p:nvGrpSpPr>
        <p:grpSpPr>
          <a:xfrm>
            <a:off x="7037002" y="5430057"/>
            <a:ext cx="1875600" cy="311400"/>
            <a:chOff x="7037002" y="5430057"/>
            <a:chExt cx="1875600" cy="311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CDEF7C8-E322-F9E7-8762-E7BB5A8213B4}"/>
                    </a:ext>
                  </a:extLst>
                </p14:cNvPr>
                <p14:cNvContentPartPr/>
                <p14:nvPr/>
              </p14:nvContentPartPr>
              <p14:xfrm>
                <a:off x="7037002" y="5466057"/>
                <a:ext cx="446040" cy="2242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CDEF7C8-E322-F9E7-8762-E7BB5A8213B4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032682" y="5461737"/>
                  <a:ext cx="4546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7A3A9B4-932B-9E4F-0963-7243ED84D716}"/>
                    </a:ext>
                  </a:extLst>
                </p14:cNvPr>
                <p14:cNvContentPartPr/>
                <p14:nvPr/>
              </p14:nvContentPartPr>
              <p14:xfrm>
                <a:off x="7499242" y="5496657"/>
                <a:ext cx="126720" cy="1051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7A3A9B4-932B-9E4F-0963-7243ED84D71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494922" y="5492337"/>
                  <a:ext cx="135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9AAD641-4E18-CB0F-A762-BFCFFA3C8CD0}"/>
                    </a:ext>
                  </a:extLst>
                </p14:cNvPr>
                <p14:cNvContentPartPr/>
                <p14:nvPr/>
              </p14:nvContentPartPr>
              <p14:xfrm>
                <a:off x="7631002" y="5507457"/>
                <a:ext cx="34200" cy="568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9AAD641-4E18-CB0F-A762-BFCFFA3C8CD0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626682" y="5503137"/>
                  <a:ext cx="428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D7C7833-E8BB-E6E7-BAB4-916057DB13FD}"/>
                    </a:ext>
                  </a:extLst>
                </p14:cNvPr>
                <p14:cNvContentPartPr/>
                <p14:nvPr/>
              </p14:nvContentPartPr>
              <p14:xfrm>
                <a:off x="7878322" y="5509617"/>
                <a:ext cx="98280" cy="57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D7C7833-E8BB-E6E7-BAB4-916057DB13FD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874002" y="5505297"/>
                  <a:ext cx="10692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CAE3DD1-E3CE-AE80-52F6-9D84FE32D497}"/>
                    </a:ext>
                  </a:extLst>
                </p14:cNvPr>
                <p14:cNvContentPartPr/>
                <p14:nvPr/>
              </p14:nvContentPartPr>
              <p14:xfrm>
                <a:off x="7867522" y="5491257"/>
                <a:ext cx="164520" cy="2502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CAE3DD1-E3CE-AE80-52F6-9D84FE32D497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863202" y="5486937"/>
                  <a:ext cx="1731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DAF90B0-FA05-1AB5-8CD3-4B0ADA760BAE}"/>
                    </a:ext>
                  </a:extLst>
                </p14:cNvPr>
                <p14:cNvContentPartPr/>
                <p14:nvPr/>
              </p14:nvContentPartPr>
              <p14:xfrm>
                <a:off x="7875082" y="5471457"/>
                <a:ext cx="257040" cy="4500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DAF90B0-FA05-1AB5-8CD3-4B0ADA760BAE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870762" y="5467137"/>
                  <a:ext cx="2656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881BE67-DB73-9C29-7584-E221E400E315}"/>
                    </a:ext>
                  </a:extLst>
                </p14:cNvPr>
                <p14:cNvContentPartPr/>
                <p14:nvPr/>
              </p14:nvContentPartPr>
              <p14:xfrm>
                <a:off x="7897762" y="5568657"/>
                <a:ext cx="270720" cy="95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881BE67-DB73-9C29-7584-E221E400E31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893442" y="5564337"/>
                  <a:ext cx="27936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55145C9-C300-1806-3FA1-842E63E02B1E}"/>
                    </a:ext>
                  </a:extLst>
                </p14:cNvPr>
                <p14:cNvContentPartPr/>
                <p14:nvPr/>
              </p14:nvContentPartPr>
              <p14:xfrm>
                <a:off x="8117002" y="5430057"/>
                <a:ext cx="129960" cy="2480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55145C9-C300-1806-3FA1-842E63E02B1E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112682" y="5425737"/>
                  <a:ext cx="1386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012D88B-83E3-45A4-2ED3-E47C08BB9660}"/>
                    </a:ext>
                  </a:extLst>
                </p14:cNvPr>
                <p14:cNvContentPartPr/>
                <p14:nvPr/>
              </p14:nvContentPartPr>
              <p14:xfrm>
                <a:off x="8480962" y="5433297"/>
                <a:ext cx="431640" cy="1868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012D88B-83E3-45A4-2ED3-E47C08BB966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476642" y="5428977"/>
                  <a:ext cx="440280" cy="19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74C9604D-C299-378C-7ED2-8188129652DD}"/>
              </a:ext>
            </a:extLst>
          </p:cNvPr>
          <p:cNvGrpSpPr/>
          <p:nvPr/>
        </p:nvGrpSpPr>
        <p:grpSpPr>
          <a:xfrm>
            <a:off x="6366322" y="6020817"/>
            <a:ext cx="498960" cy="298800"/>
            <a:chOff x="6366322" y="6020817"/>
            <a:chExt cx="498960" cy="29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2E8CCB3-BFA1-0D55-221F-D30A59610F3A}"/>
                    </a:ext>
                  </a:extLst>
                </p14:cNvPr>
                <p14:cNvContentPartPr/>
                <p14:nvPr/>
              </p14:nvContentPartPr>
              <p14:xfrm>
                <a:off x="6366322" y="6020817"/>
                <a:ext cx="213480" cy="1771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2E8CCB3-BFA1-0D55-221F-D30A59610F3A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362002" y="6016497"/>
                  <a:ext cx="2221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B6836F1-68C0-CF10-EFC5-675E1738129E}"/>
                    </a:ext>
                  </a:extLst>
                </p14:cNvPr>
                <p14:cNvContentPartPr/>
                <p14:nvPr/>
              </p14:nvContentPartPr>
              <p14:xfrm>
                <a:off x="6527242" y="6165537"/>
                <a:ext cx="43920" cy="1267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B6836F1-68C0-CF10-EFC5-675E1738129E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522922" y="6161217"/>
                  <a:ext cx="525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027161C-0D88-2834-C57E-D8DC0CBAF29F}"/>
                    </a:ext>
                  </a:extLst>
                </p14:cNvPr>
                <p14:cNvContentPartPr/>
                <p14:nvPr/>
              </p14:nvContentPartPr>
              <p14:xfrm>
                <a:off x="6654682" y="6062217"/>
                <a:ext cx="210600" cy="2574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027161C-0D88-2834-C57E-D8DC0CBAF29F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650362" y="6057897"/>
                  <a:ext cx="219240" cy="26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33B3C64E-34CE-3628-A979-E458D50171BD}"/>
              </a:ext>
            </a:extLst>
          </p:cNvPr>
          <p:cNvGrpSpPr/>
          <p:nvPr/>
        </p:nvGrpSpPr>
        <p:grpSpPr>
          <a:xfrm>
            <a:off x="7202962" y="5898777"/>
            <a:ext cx="1749960" cy="226080"/>
            <a:chOff x="7202962" y="5898777"/>
            <a:chExt cx="1749960" cy="22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9F66371-A52B-D69F-0265-511B68A33626}"/>
                    </a:ext>
                  </a:extLst>
                </p14:cNvPr>
                <p14:cNvContentPartPr/>
                <p14:nvPr/>
              </p14:nvContentPartPr>
              <p14:xfrm>
                <a:off x="7202962" y="5933697"/>
                <a:ext cx="569880" cy="19116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9F66371-A52B-D69F-0265-511B68A33626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7198642" y="5929377"/>
                  <a:ext cx="5785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2BEF0E3-E933-F8EF-B2BE-365438BF94E0}"/>
                    </a:ext>
                  </a:extLst>
                </p14:cNvPr>
                <p14:cNvContentPartPr/>
                <p14:nvPr/>
              </p14:nvContentPartPr>
              <p14:xfrm>
                <a:off x="8042482" y="5898777"/>
                <a:ext cx="395280" cy="1735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2BEF0E3-E933-F8EF-B2BE-365438BF94E0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8038162" y="5894457"/>
                  <a:ext cx="40392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49F9846-DBDD-0308-9541-F37453908870}"/>
                    </a:ext>
                  </a:extLst>
                </p14:cNvPr>
                <p14:cNvContentPartPr/>
                <p14:nvPr/>
              </p14:nvContentPartPr>
              <p14:xfrm>
                <a:off x="8412202" y="5961777"/>
                <a:ext cx="108360" cy="673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49F9846-DBDD-0308-9541-F3745390887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407882" y="5957457"/>
                  <a:ext cx="1170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252CC13-8550-A500-EC4D-70381F03E53A}"/>
                    </a:ext>
                  </a:extLst>
                </p14:cNvPr>
                <p14:cNvContentPartPr/>
                <p14:nvPr/>
              </p14:nvContentPartPr>
              <p14:xfrm>
                <a:off x="8560162" y="5957457"/>
                <a:ext cx="98280" cy="684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252CC13-8550-A500-EC4D-70381F03E53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555842" y="5953137"/>
                  <a:ext cx="10692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7EC056D-2358-14AD-43EC-549B9092AAF6}"/>
                    </a:ext>
                  </a:extLst>
                </p14:cNvPr>
                <p14:cNvContentPartPr/>
                <p14:nvPr/>
              </p14:nvContentPartPr>
              <p14:xfrm>
                <a:off x="8739802" y="5902017"/>
                <a:ext cx="213120" cy="745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7EC056D-2358-14AD-43EC-549B9092AAF6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735482" y="5897697"/>
                  <a:ext cx="221760" cy="8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12B3DAE0-98D8-1708-1699-DDF4F6B4151E}"/>
              </a:ext>
            </a:extLst>
          </p:cNvPr>
          <p:cNvGrpSpPr/>
          <p:nvPr/>
        </p:nvGrpSpPr>
        <p:grpSpPr>
          <a:xfrm>
            <a:off x="8254162" y="6238617"/>
            <a:ext cx="776160" cy="133200"/>
            <a:chOff x="8254162" y="6238617"/>
            <a:chExt cx="776160" cy="13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F1A7B92-35DA-D37F-5033-EAAFF64400BD}"/>
                    </a:ext>
                  </a:extLst>
                </p14:cNvPr>
                <p14:cNvContentPartPr/>
                <p14:nvPr/>
              </p14:nvContentPartPr>
              <p14:xfrm>
                <a:off x="8285842" y="6277857"/>
                <a:ext cx="111600" cy="536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F1A7B92-35DA-D37F-5033-EAAFF64400BD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281522" y="6273537"/>
                  <a:ext cx="12024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DA00EDB-E3C9-C3A1-897D-1129896C984B}"/>
                    </a:ext>
                  </a:extLst>
                </p14:cNvPr>
                <p14:cNvContentPartPr/>
                <p14:nvPr/>
              </p14:nvContentPartPr>
              <p14:xfrm>
                <a:off x="8254162" y="6331137"/>
                <a:ext cx="227160" cy="406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DA00EDB-E3C9-C3A1-897D-1129896C984B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249842" y="6326817"/>
                  <a:ext cx="23580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A494BB2-10FF-51B4-F407-557FC6ADCE04}"/>
                    </a:ext>
                  </a:extLst>
                </p14:cNvPr>
                <p14:cNvContentPartPr/>
                <p14:nvPr/>
              </p14:nvContentPartPr>
              <p14:xfrm>
                <a:off x="8578882" y="6238617"/>
                <a:ext cx="451440" cy="8280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A494BB2-10FF-51B4-F407-557FC6ADCE04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574562" y="6234297"/>
                  <a:ext cx="460080" cy="9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C93CE0C-0140-6EE1-3470-C15D832EF8D6}"/>
                  </a:ext>
                </a:extLst>
              </p14:cNvPr>
              <p14:cNvContentPartPr/>
              <p14:nvPr/>
            </p14:nvContentPartPr>
            <p14:xfrm>
              <a:off x="3951442" y="4818777"/>
              <a:ext cx="73440" cy="20016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C93CE0C-0140-6EE1-3470-C15D832EF8D6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3947122" y="4814457"/>
                <a:ext cx="8208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B33771F5-04FC-ADA6-D13B-27EACDC3A49A}"/>
                  </a:ext>
                </a:extLst>
              </p14:cNvPr>
              <p14:cNvContentPartPr/>
              <p14:nvPr/>
            </p14:nvContentPartPr>
            <p14:xfrm>
              <a:off x="4178962" y="4834257"/>
              <a:ext cx="181440" cy="16488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B33771F5-04FC-ADA6-D13B-27EACDC3A49A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4174642" y="4829937"/>
                <a:ext cx="19008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764BE8A-75E2-3C8B-9E23-229F856A3B4A}"/>
                  </a:ext>
                </a:extLst>
              </p14:cNvPr>
              <p14:cNvContentPartPr/>
              <p14:nvPr/>
            </p14:nvContentPartPr>
            <p14:xfrm>
              <a:off x="4493602" y="4811217"/>
              <a:ext cx="200520" cy="17208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764BE8A-75E2-3C8B-9E23-229F856A3B4A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4489282" y="4806897"/>
                <a:ext cx="20916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08A6E0AA-9D23-936C-D464-0A5D3B1B015D}"/>
                  </a:ext>
                </a:extLst>
              </p14:cNvPr>
              <p14:cNvContentPartPr/>
              <p14:nvPr/>
            </p14:nvContentPartPr>
            <p14:xfrm>
              <a:off x="3746602" y="4456617"/>
              <a:ext cx="1441080" cy="9280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08A6E0AA-9D23-936C-D464-0A5D3B1B015D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3742282" y="4452297"/>
                <a:ext cx="1449720" cy="9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36ACC021-0C69-DD2D-88CC-4B1E1BD465FA}"/>
                  </a:ext>
                </a:extLst>
              </p14:cNvPr>
              <p14:cNvContentPartPr/>
              <p14:nvPr/>
            </p14:nvContentPartPr>
            <p14:xfrm>
              <a:off x="89002" y="4872777"/>
              <a:ext cx="248760" cy="167760"/>
            </p14:xfrm>
          </p:contentPart>
        </mc:Choice>
        <mc:Fallback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36ACC021-0C69-DD2D-88CC-4B1E1BD465FA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84682" y="4868457"/>
                <a:ext cx="25740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5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ADECEDBB-75A4-083F-3D11-56AE8C0BE396}"/>
                  </a:ext>
                </a:extLst>
              </p14:cNvPr>
              <p14:cNvContentPartPr/>
              <p14:nvPr/>
            </p14:nvContentPartPr>
            <p14:xfrm>
              <a:off x="420922" y="4730577"/>
              <a:ext cx="349200" cy="29016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ADECEDBB-75A4-083F-3D11-56AE8C0BE396}"/>
                  </a:ext>
                </a:extLst>
              </p:cNvPr>
              <p:cNvPicPr/>
              <p:nvPr/>
            </p:nvPicPr>
            <p:blipFill>
              <a:blip r:embed="rId206"/>
              <a:stretch>
                <a:fillRect/>
              </a:stretch>
            </p:blipFill>
            <p:spPr>
              <a:xfrm>
                <a:off x="416602" y="4726257"/>
                <a:ext cx="357840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7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E373777B-35A5-0077-63E1-ED7A170510DB}"/>
                  </a:ext>
                </a:extLst>
              </p14:cNvPr>
              <p14:cNvContentPartPr/>
              <p14:nvPr/>
            </p14:nvContentPartPr>
            <p14:xfrm>
              <a:off x="876322" y="4840377"/>
              <a:ext cx="311040" cy="119880"/>
            </p14:xfrm>
          </p:contentPart>
        </mc:Choice>
        <mc:Fallback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E373777B-35A5-0077-63E1-ED7A170510DB}"/>
                  </a:ext>
                </a:extLst>
              </p:cNvPr>
              <p:cNvPicPr/>
              <p:nvPr/>
            </p:nvPicPr>
            <p:blipFill>
              <a:blip r:embed="rId208"/>
              <a:stretch>
                <a:fillRect/>
              </a:stretch>
            </p:blipFill>
            <p:spPr>
              <a:xfrm>
                <a:off x="872002" y="4836057"/>
                <a:ext cx="31968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9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ED4F779F-2D11-6A9A-063C-A07E801BE3B0}"/>
                  </a:ext>
                </a:extLst>
              </p14:cNvPr>
              <p14:cNvContentPartPr/>
              <p14:nvPr/>
            </p14:nvContentPartPr>
            <p14:xfrm>
              <a:off x="1244602" y="4801497"/>
              <a:ext cx="114840" cy="136080"/>
            </p14:xfrm>
          </p:contentPart>
        </mc:Choice>
        <mc:Fallback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ED4F779F-2D11-6A9A-063C-A07E801BE3B0}"/>
                  </a:ext>
                </a:extLst>
              </p:cNvPr>
              <p:cNvPicPr/>
              <p:nvPr/>
            </p:nvPicPr>
            <p:blipFill>
              <a:blip r:embed="rId210"/>
              <a:stretch>
                <a:fillRect/>
              </a:stretch>
            </p:blipFill>
            <p:spPr>
              <a:xfrm>
                <a:off x="1240282" y="4797177"/>
                <a:ext cx="12348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1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CD966A85-D052-AECB-C2EA-567D9DE68A37}"/>
                  </a:ext>
                </a:extLst>
              </p14:cNvPr>
              <p14:cNvContentPartPr/>
              <p14:nvPr/>
            </p14:nvContentPartPr>
            <p14:xfrm>
              <a:off x="1448722" y="4733817"/>
              <a:ext cx="122400" cy="15084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CD966A85-D052-AECB-C2EA-567D9DE68A37}"/>
                  </a:ext>
                </a:extLst>
              </p:cNvPr>
              <p:cNvPicPr/>
              <p:nvPr/>
            </p:nvPicPr>
            <p:blipFill>
              <a:blip r:embed="rId212"/>
              <a:stretch>
                <a:fillRect/>
              </a:stretch>
            </p:blipFill>
            <p:spPr>
              <a:xfrm>
                <a:off x="1444402" y="4729497"/>
                <a:ext cx="131040" cy="15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3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B12F6110-CCB1-0420-B36A-5D3EF9DBE527}"/>
                  </a:ext>
                </a:extLst>
              </p14:cNvPr>
              <p14:cNvContentPartPr/>
              <p14:nvPr/>
            </p14:nvContentPartPr>
            <p14:xfrm>
              <a:off x="1596682" y="4751457"/>
              <a:ext cx="13320" cy="9504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B12F6110-CCB1-0420-B36A-5D3EF9DBE527}"/>
                  </a:ext>
                </a:extLst>
              </p:cNvPr>
              <p:cNvPicPr/>
              <p:nvPr/>
            </p:nvPicPr>
            <p:blipFill>
              <a:blip r:embed="rId214"/>
              <a:stretch>
                <a:fillRect/>
              </a:stretch>
            </p:blipFill>
            <p:spPr>
              <a:xfrm>
                <a:off x="1592362" y="4747137"/>
                <a:ext cx="2196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5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6E50082D-3AFF-A967-F63E-20B4D8721768}"/>
                  </a:ext>
                </a:extLst>
              </p14:cNvPr>
              <p14:cNvContentPartPr/>
              <p14:nvPr/>
            </p14:nvContentPartPr>
            <p14:xfrm>
              <a:off x="1675522" y="4737417"/>
              <a:ext cx="162720" cy="119880"/>
            </p14:xfrm>
          </p:contentPart>
        </mc:Choice>
        <mc:Fallback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6E50082D-3AFF-A967-F63E-20B4D8721768}"/>
                  </a:ext>
                </a:extLst>
              </p:cNvPr>
              <p:cNvPicPr/>
              <p:nvPr/>
            </p:nvPicPr>
            <p:blipFill>
              <a:blip r:embed="rId216"/>
              <a:stretch>
                <a:fillRect/>
              </a:stretch>
            </p:blipFill>
            <p:spPr>
              <a:xfrm>
                <a:off x="1671202" y="4733097"/>
                <a:ext cx="17136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7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0ECFB941-33A0-0B0F-89EB-901255B974F9}"/>
                  </a:ext>
                </a:extLst>
              </p14:cNvPr>
              <p14:cNvContentPartPr/>
              <p14:nvPr/>
            </p14:nvContentPartPr>
            <p14:xfrm>
              <a:off x="2492362" y="4731297"/>
              <a:ext cx="275760" cy="334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0ECFB941-33A0-0B0F-89EB-901255B974F9}"/>
                  </a:ext>
                </a:extLst>
              </p:cNvPr>
              <p:cNvPicPr/>
              <p:nvPr/>
            </p:nvPicPr>
            <p:blipFill>
              <a:blip r:embed="rId218"/>
              <a:stretch>
                <a:fillRect/>
              </a:stretch>
            </p:blipFill>
            <p:spPr>
              <a:xfrm>
                <a:off x="2488042" y="4726977"/>
                <a:ext cx="2844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9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E62D397-C702-04BB-B343-D24D6C0F7E04}"/>
                  </a:ext>
                </a:extLst>
              </p14:cNvPr>
              <p14:cNvContentPartPr/>
              <p14:nvPr/>
            </p14:nvContentPartPr>
            <p14:xfrm>
              <a:off x="2475082" y="4898337"/>
              <a:ext cx="368640" cy="5904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E62D397-C702-04BB-B343-D24D6C0F7E04}"/>
                  </a:ext>
                </a:extLst>
              </p:cNvPr>
              <p:cNvPicPr/>
              <p:nvPr/>
            </p:nvPicPr>
            <p:blipFill>
              <a:blip r:embed="rId220"/>
              <a:stretch>
                <a:fillRect/>
              </a:stretch>
            </p:blipFill>
            <p:spPr>
              <a:xfrm>
                <a:off x="2470762" y="4894017"/>
                <a:ext cx="377280" cy="6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1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8EA67E6-9713-89BA-136E-A316F79DF417}"/>
                  </a:ext>
                </a:extLst>
              </p14:cNvPr>
              <p14:cNvContentPartPr/>
              <p14:nvPr/>
            </p14:nvContentPartPr>
            <p14:xfrm>
              <a:off x="2718082" y="4591257"/>
              <a:ext cx="446040" cy="61380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8EA67E6-9713-89BA-136E-A316F79DF417}"/>
                  </a:ext>
                </a:extLst>
              </p:cNvPr>
              <p:cNvPicPr/>
              <p:nvPr/>
            </p:nvPicPr>
            <p:blipFill>
              <a:blip r:embed="rId222"/>
              <a:stretch>
                <a:fillRect/>
              </a:stretch>
            </p:blipFill>
            <p:spPr>
              <a:xfrm>
                <a:off x="2713762" y="4586937"/>
                <a:ext cx="454680" cy="62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3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B3FCAE49-B651-B4C0-5673-AA225B583A10}"/>
                  </a:ext>
                </a:extLst>
              </p14:cNvPr>
              <p14:cNvContentPartPr/>
              <p14:nvPr/>
            </p14:nvContentPartPr>
            <p14:xfrm>
              <a:off x="2175922" y="4511697"/>
              <a:ext cx="552960" cy="372960"/>
            </p14:xfrm>
          </p:contentPart>
        </mc:Choice>
        <mc:Fallback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B3FCAE49-B651-B4C0-5673-AA225B583A10}"/>
                  </a:ext>
                </a:extLst>
              </p:cNvPr>
              <p:cNvPicPr/>
              <p:nvPr/>
            </p:nvPicPr>
            <p:blipFill>
              <a:blip r:embed="rId224"/>
              <a:stretch>
                <a:fillRect/>
              </a:stretch>
            </p:blipFill>
            <p:spPr>
              <a:xfrm>
                <a:off x="2171602" y="4507377"/>
                <a:ext cx="561600" cy="38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5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A5026A74-B13F-2FEE-BB9E-B00FE3F6EA33}"/>
                  </a:ext>
                </a:extLst>
              </p14:cNvPr>
              <p14:cNvContentPartPr/>
              <p14:nvPr/>
            </p14:nvContentPartPr>
            <p14:xfrm>
              <a:off x="137602" y="5331417"/>
              <a:ext cx="195840" cy="262080"/>
            </p14:xfrm>
          </p:contentPart>
        </mc:Choice>
        <mc:Fallback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A5026A74-B13F-2FEE-BB9E-B00FE3F6EA33}"/>
                  </a:ext>
                </a:extLst>
              </p:cNvPr>
              <p:cNvPicPr/>
              <p:nvPr/>
            </p:nvPicPr>
            <p:blipFill>
              <a:blip r:embed="rId226"/>
              <a:stretch>
                <a:fillRect/>
              </a:stretch>
            </p:blipFill>
            <p:spPr>
              <a:xfrm>
                <a:off x="133282" y="5327097"/>
                <a:ext cx="204480" cy="27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7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E1FDD329-39B1-8792-C90A-1F1DD887DE9B}"/>
                  </a:ext>
                </a:extLst>
              </p14:cNvPr>
              <p14:cNvContentPartPr/>
              <p14:nvPr/>
            </p14:nvContentPartPr>
            <p14:xfrm>
              <a:off x="429922" y="5358057"/>
              <a:ext cx="583200" cy="11448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E1FDD329-39B1-8792-C90A-1F1DD887DE9B}"/>
                  </a:ext>
                </a:extLst>
              </p:cNvPr>
              <p:cNvPicPr/>
              <p:nvPr/>
            </p:nvPicPr>
            <p:blipFill>
              <a:blip r:embed="rId228"/>
              <a:stretch>
                <a:fillRect/>
              </a:stretch>
            </p:blipFill>
            <p:spPr>
              <a:xfrm>
                <a:off x="425602" y="5353737"/>
                <a:ext cx="59184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9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F8C4B675-F807-A623-0E89-04C0A1A6B8DB}"/>
                  </a:ext>
                </a:extLst>
              </p14:cNvPr>
              <p14:cNvContentPartPr/>
              <p14:nvPr/>
            </p14:nvContentPartPr>
            <p14:xfrm>
              <a:off x="1092322" y="5267697"/>
              <a:ext cx="6840" cy="17136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F8C4B675-F807-A623-0E89-04C0A1A6B8DB}"/>
                  </a:ext>
                </a:extLst>
              </p:cNvPr>
              <p:cNvPicPr/>
              <p:nvPr/>
            </p:nvPicPr>
            <p:blipFill>
              <a:blip r:embed="rId230"/>
              <a:stretch>
                <a:fillRect/>
              </a:stretch>
            </p:blipFill>
            <p:spPr>
              <a:xfrm>
                <a:off x="1088002" y="5263377"/>
                <a:ext cx="1548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1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C9DE6F05-9432-D29E-5A3A-9CB770A392CF}"/>
                  </a:ext>
                </a:extLst>
              </p14:cNvPr>
              <p14:cNvContentPartPr/>
              <p14:nvPr/>
            </p14:nvContentPartPr>
            <p14:xfrm>
              <a:off x="1098802" y="5326737"/>
              <a:ext cx="148680" cy="2664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C9DE6F05-9432-D29E-5A3A-9CB770A392CF}"/>
                  </a:ext>
                </a:extLst>
              </p:cNvPr>
              <p:cNvPicPr/>
              <p:nvPr/>
            </p:nvPicPr>
            <p:blipFill>
              <a:blip r:embed="rId232"/>
              <a:stretch>
                <a:fillRect/>
              </a:stretch>
            </p:blipFill>
            <p:spPr>
              <a:xfrm>
                <a:off x="1094482" y="5322417"/>
                <a:ext cx="15732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3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B9BE1A66-C625-07FB-5492-9BA3A9B66A8D}"/>
                  </a:ext>
                </a:extLst>
              </p14:cNvPr>
              <p14:cNvContentPartPr/>
              <p14:nvPr/>
            </p14:nvContentPartPr>
            <p14:xfrm>
              <a:off x="1563202" y="5217657"/>
              <a:ext cx="191160" cy="180000"/>
            </p14:xfrm>
          </p:contentPart>
        </mc:Choice>
        <mc:Fallback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B9BE1A66-C625-07FB-5492-9BA3A9B66A8D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1558882" y="5213337"/>
                <a:ext cx="199800" cy="18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5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DDC67D08-F41A-2B25-43DB-A96D71E7F07D}"/>
                  </a:ext>
                </a:extLst>
              </p14:cNvPr>
              <p14:cNvContentPartPr/>
              <p14:nvPr/>
            </p14:nvContentPartPr>
            <p14:xfrm>
              <a:off x="1803682" y="5092017"/>
              <a:ext cx="880920" cy="29340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DDC67D08-F41A-2B25-43DB-A96D71E7F07D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1799362" y="5087697"/>
                <a:ext cx="889560" cy="30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7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D13EDB90-C823-4526-6C6A-9B62245EE457}"/>
                  </a:ext>
                </a:extLst>
              </p14:cNvPr>
              <p14:cNvContentPartPr/>
              <p14:nvPr/>
            </p14:nvContentPartPr>
            <p14:xfrm>
              <a:off x="376642" y="5751537"/>
              <a:ext cx="171720" cy="17748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D13EDB90-C823-4526-6C6A-9B62245EE457}"/>
                  </a:ext>
                </a:extLst>
              </p:cNvPr>
              <p:cNvPicPr/>
              <p:nvPr/>
            </p:nvPicPr>
            <p:blipFill>
              <a:blip r:embed="rId238"/>
              <a:stretch>
                <a:fillRect/>
              </a:stretch>
            </p:blipFill>
            <p:spPr>
              <a:xfrm>
                <a:off x="372322" y="5747217"/>
                <a:ext cx="180360" cy="18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9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AA7B1D61-260D-1E0A-B0C6-E2F0F617AF2D}"/>
                  </a:ext>
                </a:extLst>
              </p14:cNvPr>
              <p14:cNvContentPartPr/>
              <p14:nvPr/>
            </p14:nvContentPartPr>
            <p14:xfrm>
              <a:off x="537922" y="5704737"/>
              <a:ext cx="355680" cy="18756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AA7B1D61-260D-1E0A-B0C6-E2F0F617AF2D}"/>
                  </a:ext>
                </a:extLst>
              </p:cNvPr>
              <p:cNvPicPr/>
              <p:nvPr/>
            </p:nvPicPr>
            <p:blipFill>
              <a:blip r:embed="rId240"/>
              <a:stretch>
                <a:fillRect/>
              </a:stretch>
            </p:blipFill>
            <p:spPr>
              <a:xfrm>
                <a:off x="533602" y="5700417"/>
                <a:ext cx="36432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1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DD9C37CF-5396-6641-C0C1-7B0328995DDB}"/>
                  </a:ext>
                </a:extLst>
              </p14:cNvPr>
              <p14:cNvContentPartPr/>
              <p14:nvPr/>
            </p14:nvContentPartPr>
            <p14:xfrm>
              <a:off x="883162" y="5770257"/>
              <a:ext cx="189000" cy="10080"/>
            </p14:xfrm>
          </p:contentPart>
        </mc:Choice>
        <mc:Fallback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DD9C37CF-5396-6641-C0C1-7B0328995DDB}"/>
                  </a:ext>
                </a:extLst>
              </p:cNvPr>
              <p:cNvPicPr/>
              <p:nvPr/>
            </p:nvPicPr>
            <p:blipFill>
              <a:blip r:embed="rId242"/>
              <a:stretch>
                <a:fillRect/>
              </a:stretch>
            </p:blipFill>
            <p:spPr>
              <a:xfrm>
                <a:off x="878842" y="5765937"/>
                <a:ext cx="19764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6A16917E-A0E1-6110-24F4-F745900E39AA}"/>
                  </a:ext>
                </a:extLst>
              </p14:cNvPr>
              <p14:cNvContentPartPr/>
              <p14:nvPr/>
            </p14:nvContentPartPr>
            <p14:xfrm>
              <a:off x="1268722" y="5689617"/>
              <a:ext cx="17640" cy="15408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6A16917E-A0E1-6110-24F4-F745900E39AA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1264402" y="5685297"/>
                <a:ext cx="2628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23306BB6-2DC8-EC68-2BAA-879DF218DB00}"/>
                  </a:ext>
                </a:extLst>
              </p14:cNvPr>
              <p14:cNvContentPartPr/>
              <p14:nvPr/>
            </p14:nvContentPartPr>
            <p14:xfrm>
              <a:off x="1385362" y="5642817"/>
              <a:ext cx="250920" cy="164160"/>
            </p14:xfrm>
          </p:contentPart>
        </mc:Choice>
        <mc:Fallback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23306BB6-2DC8-EC68-2BAA-879DF218DB00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1381042" y="5638497"/>
                <a:ext cx="25956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7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47E05435-3A6E-6509-3AEF-91CACAAA6C64}"/>
                  </a:ext>
                </a:extLst>
              </p14:cNvPr>
              <p14:cNvContentPartPr/>
              <p14:nvPr/>
            </p14:nvContentPartPr>
            <p14:xfrm>
              <a:off x="1255762" y="5685297"/>
              <a:ext cx="290160" cy="3636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47E05435-3A6E-6509-3AEF-91CACAAA6C64}"/>
                  </a:ext>
                </a:extLst>
              </p:cNvPr>
              <p:cNvPicPr/>
              <p:nvPr/>
            </p:nvPicPr>
            <p:blipFill>
              <a:blip r:embed="rId248"/>
              <a:stretch>
                <a:fillRect/>
              </a:stretch>
            </p:blipFill>
            <p:spPr>
              <a:xfrm>
                <a:off x="1251442" y="5680977"/>
                <a:ext cx="29880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9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623CE68D-8C88-2896-43F9-29A9875F22C0}"/>
                  </a:ext>
                </a:extLst>
              </p14:cNvPr>
              <p14:cNvContentPartPr/>
              <p14:nvPr/>
            </p14:nvContentPartPr>
            <p14:xfrm>
              <a:off x="2026522" y="5511057"/>
              <a:ext cx="100080" cy="23976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623CE68D-8C88-2896-43F9-29A9875F22C0}"/>
                  </a:ext>
                </a:extLst>
              </p:cNvPr>
              <p:cNvPicPr/>
              <p:nvPr/>
            </p:nvPicPr>
            <p:blipFill>
              <a:blip r:embed="rId250"/>
              <a:stretch>
                <a:fillRect/>
              </a:stretch>
            </p:blipFill>
            <p:spPr>
              <a:xfrm>
                <a:off x="2022202" y="5506737"/>
                <a:ext cx="10872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1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FD643DA9-BFA5-C57A-420D-3BEE256B917D}"/>
                  </a:ext>
                </a:extLst>
              </p14:cNvPr>
              <p14:cNvContentPartPr/>
              <p14:nvPr/>
            </p14:nvContentPartPr>
            <p14:xfrm>
              <a:off x="2208682" y="5497737"/>
              <a:ext cx="257040" cy="17676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FD643DA9-BFA5-C57A-420D-3BEE256B917D}"/>
                  </a:ext>
                </a:extLst>
              </p:cNvPr>
              <p:cNvPicPr/>
              <p:nvPr/>
            </p:nvPicPr>
            <p:blipFill>
              <a:blip r:embed="rId252"/>
              <a:stretch>
                <a:fillRect/>
              </a:stretch>
            </p:blipFill>
            <p:spPr>
              <a:xfrm>
                <a:off x="2204362" y="5493417"/>
                <a:ext cx="26568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3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86EAFE05-FB42-F205-9935-3890D7C90238}"/>
                  </a:ext>
                </a:extLst>
              </p14:cNvPr>
              <p14:cNvContentPartPr/>
              <p14:nvPr/>
            </p14:nvContentPartPr>
            <p14:xfrm>
              <a:off x="2534842" y="5527257"/>
              <a:ext cx="234720" cy="15444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86EAFE05-FB42-F205-9935-3890D7C90238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2530522" y="5522937"/>
                <a:ext cx="24336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5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ADDB55D6-6B1E-C586-1800-573294DA4496}"/>
                  </a:ext>
                </a:extLst>
              </p14:cNvPr>
              <p14:cNvContentPartPr/>
              <p14:nvPr/>
            </p14:nvContentPartPr>
            <p14:xfrm>
              <a:off x="3006442" y="5443017"/>
              <a:ext cx="273960" cy="12132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ADDB55D6-6B1E-C586-1800-573294DA4496}"/>
                  </a:ext>
                </a:extLst>
              </p:cNvPr>
              <p:cNvPicPr/>
              <p:nvPr/>
            </p:nvPicPr>
            <p:blipFill>
              <a:blip r:embed="rId256"/>
              <a:stretch>
                <a:fillRect/>
              </a:stretch>
            </p:blipFill>
            <p:spPr>
              <a:xfrm>
                <a:off x="3002122" y="5438697"/>
                <a:ext cx="28260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7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F0A2B524-A8C3-57F9-A162-8BE1B7F96B09}"/>
                  </a:ext>
                </a:extLst>
              </p14:cNvPr>
              <p14:cNvContentPartPr/>
              <p14:nvPr/>
            </p14:nvContentPartPr>
            <p14:xfrm>
              <a:off x="3258082" y="5447697"/>
              <a:ext cx="234360" cy="10044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F0A2B524-A8C3-57F9-A162-8BE1B7F96B09}"/>
                  </a:ext>
                </a:extLst>
              </p:cNvPr>
              <p:cNvPicPr/>
              <p:nvPr/>
            </p:nvPicPr>
            <p:blipFill>
              <a:blip r:embed="rId258"/>
              <a:stretch>
                <a:fillRect/>
              </a:stretch>
            </p:blipFill>
            <p:spPr>
              <a:xfrm>
                <a:off x="3253762" y="5443377"/>
                <a:ext cx="24300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9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EF6FB0C0-2037-5BAC-9069-47B0B5275BC9}"/>
                  </a:ext>
                </a:extLst>
              </p14:cNvPr>
              <p14:cNvContentPartPr/>
              <p14:nvPr/>
            </p14:nvContentPartPr>
            <p14:xfrm>
              <a:off x="2309482" y="6447777"/>
              <a:ext cx="284400" cy="4068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EF6FB0C0-2037-5BAC-9069-47B0B5275BC9}"/>
                  </a:ext>
                </a:extLst>
              </p:cNvPr>
              <p:cNvPicPr/>
              <p:nvPr/>
            </p:nvPicPr>
            <p:blipFill>
              <a:blip r:embed="rId260"/>
              <a:stretch>
                <a:fillRect/>
              </a:stretch>
            </p:blipFill>
            <p:spPr>
              <a:xfrm>
                <a:off x="2305162" y="6443457"/>
                <a:ext cx="29304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1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DCD93CF6-6BAE-A541-DE57-4FDD439DC7A2}"/>
                  </a:ext>
                </a:extLst>
              </p14:cNvPr>
              <p14:cNvContentPartPr/>
              <p14:nvPr/>
            </p14:nvContentPartPr>
            <p14:xfrm>
              <a:off x="2375722" y="6474057"/>
              <a:ext cx="205200" cy="7992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DCD93CF6-6BAE-A541-DE57-4FDD439DC7A2}"/>
                  </a:ext>
                </a:extLst>
              </p:cNvPr>
              <p:cNvPicPr/>
              <p:nvPr/>
            </p:nvPicPr>
            <p:blipFill>
              <a:blip r:embed="rId262"/>
              <a:stretch>
                <a:fillRect/>
              </a:stretch>
            </p:blipFill>
            <p:spPr>
              <a:xfrm>
                <a:off x="2371402" y="6469737"/>
                <a:ext cx="21384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3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3B6D5F0A-FACD-48FA-FEA2-2424352FF022}"/>
                  </a:ext>
                </a:extLst>
              </p14:cNvPr>
              <p14:cNvContentPartPr/>
              <p14:nvPr/>
            </p14:nvContentPartPr>
            <p14:xfrm>
              <a:off x="2377882" y="6268137"/>
              <a:ext cx="349200" cy="350280"/>
            </p14:xfrm>
          </p:contentPart>
        </mc:Choice>
        <mc:Fallback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3B6D5F0A-FACD-48FA-FEA2-2424352FF022}"/>
                  </a:ext>
                </a:extLst>
              </p:cNvPr>
              <p:cNvPicPr/>
              <p:nvPr/>
            </p:nvPicPr>
            <p:blipFill>
              <a:blip r:embed="rId264"/>
              <a:stretch>
                <a:fillRect/>
              </a:stretch>
            </p:blipFill>
            <p:spPr>
              <a:xfrm>
                <a:off x="2373562" y="6263817"/>
                <a:ext cx="35784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5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A977D76B-1254-F0A4-A159-7C39C4A4CB03}"/>
                  </a:ext>
                </a:extLst>
              </p14:cNvPr>
              <p14:cNvContentPartPr/>
              <p14:nvPr/>
            </p14:nvContentPartPr>
            <p14:xfrm>
              <a:off x="628282" y="5541297"/>
              <a:ext cx="1175400" cy="10404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A977D76B-1254-F0A4-A159-7C39C4A4CB03}"/>
                  </a:ext>
                </a:extLst>
              </p:cNvPr>
              <p:cNvPicPr/>
              <p:nvPr/>
            </p:nvPicPr>
            <p:blipFill>
              <a:blip r:embed="rId266"/>
              <a:stretch>
                <a:fillRect/>
              </a:stretch>
            </p:blipFill>
            <p:spPr>
              <a:xfrm>
                <a:off x="623962" y="5536977"/>
                <a:ext cx="1184040" cy="11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B2B7C216-2638-504D-C8BC-4A305C6ADDA4}"/>
              </a:ext>
            </a:extLst>
          </p:cNvPr>
          <p:cNvGrpSpPr/>
          <p:nvPr/>
        </p:nvGrpSpPr>
        <p:grpSpPr>
          <a:xfrm>
            <a:off x="1286362" y="5968617"/>
            <a:ext cx="1122120" cy="253080"/>
            <a:chOff x="1286362" y="5968617"/>
            <a:chExt cx="1122120" cy="25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1B8EC2B-8320-6C62-C037-FDBE37402FED}"/>
                    </a:ext>
                  </a:extLst>
                </p14:cNvPr>
                <p14:cNvContentPartPr/>
                <p14:nvPr/>
              </p14:nvContentPartPr>
              <p14:xfrm>
                <a:off x="1286362" y="6027297"/>
                <a:ext cx="266040" cy="1342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1B8EC2B-8320-6C62-C037-FDBE37402FED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282042" y="6022977"/>
                  <a:ext cx="27468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051ED5F-7D17-7974-2DEB-F49D7DD1241B}"/>
                    </a:ext>
                  </a:extLst>
                </p14:cNvPr>
                <p14:cNvContentPartPr/>
                <p14:nvPr/>
              </p14:nvContentPartPr>
              <p14:xfrm>
                <a:off x="1598842" y="5995617"/>
                <a:ext cx="333000" cy="12708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051ED5F-7D17-7974-2DEB-F49D7DD1241B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594522" y="5991297"/>
                  <a:ext cx="3416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7FFD150-9CFE-6F81-1E8D-15D4ABDFA95F}"/>
                    </a:ext>
                  </a:extLst>
                </p14:cNvPr>
                <p14:cNvContentPartPr/>
                <p14:nvPr/>
              </p14:nvContentPartPr>
              <p14:xfrm>
                <a:off x="2012122" y="5968617"/>
                <a:ext cx="396360" cy="1339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7FFD150-9CFE-6F81-1E8D-15D4ABDFA95F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007802" y="5964297"/>
                  <a:ext cx="4050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101CEF3-3CD6-D087-7D60-E247D9C6D9EA}"/>
                    </a:ext>
                  </a:extLst>
                </p14:cNvPr>
                <p14:cNvContentPartPr/>
                <p14:nvPr/>
              </p14:nvContentPartPr>
              <p14:xfrm>
                <a:off x="1734202" y="6100017"/>
                <a:ext cx="509040" cy="1216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101CEF3-3CD6-D087-7D60-E247D9C6D9EA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729882" y="6095697"/>
                  <a:ext cx="517680" cy="130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5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C987EE7F-2923-F572-BCD1-4F08C4255EAB}"/>
                  </a:ext>
                </a:extLst>
              </p14:cNvPr>
              <p14:cNvContentPartPr/>
              <p14:nvPr/>
            </p14:nvContentPartPr>
            <p14:xfrm>
              <a:off x="3280402" y="5963937"/>
              <a:ext cx="61200" cy="252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C987EE7F-2923-F572-BCD1-4F08C4255EAB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3276082" y="5959617"/>
                <a:ext cx="69840" cy="1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CC1E452-51A9-0CE0-E754-D4473B218E12}"/>
              </a:ext>
            </a:extLst>
          </p:cNvPr>
          <p:cNvGrpSpPr/>
          <p:nvPr/>
        </p:nvGrpSpPr>
        <p:grpSpPr>
          <a:xfrm>
            <a:off x="2964322" y="5677377"/>
            <a:ext cx="1244520" cy="930600"/>
            <a:chOff x="2964322" y="5677377"/>
            <a:chExt cx="1244520" cy="93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8C590F5-550D-4730-8E2F-60B6875ABB6D}"/>
                    </a:ext>
                  </a:extLst>
                </p14:cNvPr>
                <p14:cNvContentPartPr/>
                <p14:nvPr/>
              </p14:nvContentPartPr>
              <p14:xfrm>
                <a:off x="2964322" y="6100377"/>
                <a:ext cx="198720" cy="2530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8C590F5-550D-4730-8E2F-60B6875ABB6D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2960002" y="6096057"/>
                  <a:ext cx="20736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732BDD0C-F0B0-C51B-4D2C-1DCFF0C82C68}"/>
                    </a:ext>
                  </a:extLst>
                </p14:cNvPr>
                <p14:cNvContentPartPr/>
                <p14:nvPr/>
              </p14:nvContentPartPr>
              <p14:xfrm>
                <a:off x="3280762" y="6030537"/>
                <a:ext cx="815040" cy="27936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732BDD0C-F0B0-C51B-4D2C-1DCFF0C82C68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3276442" y="6026217"/>
                  <a:ext cx="82368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C1B5384C-8BFC-C7FF-F47F-256C591BEEC5}"/>
                    </a:ext>
                  </a:extLst>
                </p14:cNvPr>
                <p14:cNvContentPartPr/>
                <p14:nvPr/>
              </p14:nvContentPartPr>
              <p14:xfrm>
                <a:off x="2988082" y="5677377"/>
                <a:ext cx="1220760" cy="9306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C1B5384C-8BFC-C7FF-F47F-256C591BEEC5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983762" y="5673057"/>
                  <a:ext cx="1229400" cy="939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01425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91E09-7720-2695-0F03-3545A4631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Advantages of Chain-of-Thought (</a:t>
            </a:r>
            <a:r>
              <a:rPr lang="en-IN" b="1" dirty="0" err="1"/>
              <a:t>CoT</a:t>
            </a:r>
            <a:r>
              <a:rPr lang="en-IN" b="1" dirty="0"/>
              <a:t>) Prompting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3BB1C-15F8-B695-7FB1-1B2EAB8181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Improves complex reasoning</a:t>
            </a:r>
            <a:r>
              <a:rPr lang="en-IN" dirty="0"/>
              <a:t> </a:t>
            </a:r>
          </a:p>
          <a:p>
            <a:r>
              <a:rPr lang="en-IN" dirty="0"/>
              <a:t>Reduces mistakes</a:t>
            </a:r>
          </a:p>
          <a:p>
            <a:r>
              <a:rPr lang="en-IN" dirty="0"/>
              <a:t>Makes the model's reasoning more understandable</a:t>
            </a:r>
          </a:p>
          <a:p>
            <a:r>
              <a:rPr lang="en-IN" dirty="0"/>
              <a:t>Useful for complex tasks</a:t>
            </a:r>
          </a:p>
          <a:p>
            <a:r>
              <a:rPr lang="en-IN" dirty="0"/>
              <a:t>Helps in difficult or ambiguous problems</a:t>
            </a:r>
          </a:p>
        </p:txBody>
      </p:sp>
    </p:spTree>
    <p:extLst>
      <p:ext uri="{BB962C8B-B14F-4D97-AF65-F5344CB8AC3E}">
        <p14:creationId xmlns:p14="http://schemas.microsoft.com/office/powerpoint/2010/main" val="2950888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Generated Knowledge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Generated knowledge prompting asks the model to first generate relevant background information before answering a question.</a:t>
            </a:r>
          </a:p>
          <a:p>
            <a:r>
              <a:rPr dirty="0"/>
              <a:t>The generated knowledge provides additional context that improves the final response.</a:t>
            </a:r>
          </a:p>
          <a:p>
            <a:r>
              <a:rPr dirty="0"/>
              <a:t>Example: Generate facts about climate change before answering a detailed climate-related question.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DAE79-BF51-E1AB-0FF4-B64F3DB98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: Medical Domain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A8EAA-6F69-73FD-0842-9D4255CE2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User question:</a:t>
            </a:r>
            <a:endParaRPr lang="en-IN" sz="2400" dirty="0"/>
          </a:p>
          <a:p>
            <a:r>
              <a:rPr lang="en-IN" sz="2400" dirty="0"/>
              <a:t>"Why do people with diabetes need to monitor their blood sugar?"</a:t>
            </a:r>
          </a:p>
          <a:p>
            <a:r>
              <a:rPr lang="en-IN" sz="2400" b="1" dirty="0"/>
              <a:t>Step 1: Generate knowledge</a:t>
            </a:r>
            <a:endParaRPr lang="en-IN" sz="2400" dirty="0"/>
          </a:p>
          <a:p>
            <a:pPr lvl="0"/>
            <a:r>
              <a:rPr lang="en-IN" sz="2400" dirty="0"/>
              <a:t>Diabetes affects the body's ability to regulate blood glucose. </a:t>
            </a:r>
          </a:p>
          <a:p>
            <a:pPr lvl="0"/>
            <a:r>
              <a:rPr lang="en-IN" sz="2400" dirty="0"/>
              <a:t>High blood sugar can damage organs. </a:t>
            </a:r>
          </a:p>
          <a:p>
            <a:pPr lvl="0"/>
            <a:r>
              <a:rPr lang="en-IN" sz="2400" dirty="0"/>
              <a:t>Low blood sugar can also be dangerous. </a:t>
            </a:r>
          </a:p>
          <a:p>
            <a:r>
              <a:rPr lang="en-IN" sz="2400" b="1" dirty="0"/>
              <a:t>Step 2: Final answer</a:t>
            </a:r>
            <a:endParaRPr lang="en-IN" sz="2400" dirty="0"/>
          </a:p>
          <a:p>
            <a:r>
              <a:rPr lang="en-IN" sz="2400" dirty="0"/>
              <a:t>People with diabetes monitor blood sugar to maintain healthy glucose levels and avoid complications.</a:t>
            </a:r>
          </a:p>
          <a:p>
            <a:br>
              <a:rPr lang="en-IN" sz="2400" dirty="0"/>
            </a:b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8254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DL Model Types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4167" t="11462" r="3333" b="11462"/>
          <a:stretch/>
        </p:blipFill>
        <p:spPr>
          <a:xfrm>
            <a:off x="1428750" y="2171701"/>
            <a:ext cx="6800850" cy="361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723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45000" t="28577" r="9167" b="18875"/>
          <a:stretch/>
        </p:blipFill>
        <p:spPr>
          <a:xfrm>
            <a:off x="1771650" y="1978553"/>
            <a:ext cx="5543550" cy="3573311"/>
          </a:xfrm>
          <a:prstGeom prst="rect">
            <a:avLst/>
          </a:prstGeom>
        </p:spPr>
      </p:pic>
      <p:sp>
        <p:nvSpPr>
          <p:cNvPr id="3" name="object 5"/>
          <p:cNvSpPr txBox="1">
            <a:spLocks/>
          </p:cNvSpPr>
          <p:nvPr/>
        </p:nvSpPr>
        <p:spPr>
          <a:xfrm>
            <a:off x="533400" y="501239"/>
            <a:ext cx="5113973" cy="396904"/>
          </a:xfrm>
          <a:prstGeom prst="rect">
            <a:avLst/>
          </a:prstGeom>
        </p:spPr>
        <p:txBody>
          <a:bodyPr vert="horz" wrap="square" lIns="0" tIns="24765" rIns="0" bIns="0" rtlCol="0" anchor="ctr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78102" marR="3810" indent="-69054">
              <a:lnSpc>
                <a:spcPts val="2850"/>
              </a:lnSpc>
              <a:spcBef>
                <a:spcPts val="195"/>
              </a:spcBef>
            </a:pPr>
            <a:r>
              <a:rPr lang="en-US" sz="3000" spc="-4" dirty="0"/>
              <a:t>Generative AI</a:t>
            </a:r>
            <a:endParaRPr lang="en-US" sz="3000" dirty="0"/>
          </a:p>
        </p:txBody>
      </p:sp>
      <p:sp>
        <p:nvSpPr>
          <p:cNvPr id="4" name="Rectangle 3"/>
          <p:cNvSpPr/>
          <p:nvPr/>
        </p:nvSpPr>
        <p:spPr>
          <a:xfrm>
            <a:off x="4447607" y="3259723"/>
            <a:ext cx="24878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 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93586BB-11A6-E143-981D-E47CC31F3757}"/>
              </a:ext>
            </a:extLst>
          </p:cNvPr>
          <p:cNvGrpSpPr/>
          <p:nvPr/>
        </p:nvGrpSpPr>
        <p:grpSpPr>
          <a:xfrm>
            <a:off x="897202" y="782457"/>
            <a:ext cx="1320120" cy="1905480"/>
            <a:chOff x="897202" y="782457"/>
            <a:chExt cx="1320120" cy="1905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143D65A-C8B1-FD39-2067-5E8E93B568F2}"/>
                    </a:ext>
                  </a:extLst>
                </p14:cNvPr>
                <p14:cNvContentPartPr/>
                <p14:nvPr/>
              </p14:nvContentPartPr>
              <p14:xfrm>
                <a:off x="1083682" y="1000257"/>
                <a:ext cx="368640" cy="309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143D65A-C8B1-FD39-2067-5E8E93B568F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79362" y="995937"/>
                  <a:ext cx="3772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3CCF433-5764-41B8-01D3-90CDA9E9A9BA}"/>
                    </a:ext>
                  </a:extLst>
                </p14:cNvPr>
                <p14:cNvContentPartPr/>
                <p14:nvPr/>
              </p14:nvContentPartPr>
              <p14:xfrm>
                <a:off x="1396522" y="1066497"/>
                <a:ext cx="180000" cy="249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3CCF433-5764-41B8-01D3-90CDA9E9A9B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392202" y="1062177"/>
                  <a:ext cx="1886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5BA11A4-FD2A-7CF7-3128-E1BB36F56BFE}"/>
                    </a:ext>
                  </a:extLst>
                </p14:cNvPr>
                <p14:cNvContentPartPr/>
                <p14:nvPr/>
              </p14:nvContentPartPr>
              <p14:xfrm>
                <a:off x="1589842" y="1018617"/>
                <a:ext cx="212760" cy="243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5BA11A4-FD2A-7CF7-3128-E1BB36F56BF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585522" y="1014297"/>
                  <a:ext cx="2214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5AD9E84-CB68-CF10-8EEA-361ADDDF5076}"/>
                    </a:ext>
                  </a:extLst>
                </p14:cNvPr>
                <p14:cNvContentPartPr/>
                <p14:nvPr/>
              </p14:nvContentPartPr>
              <p14:xfrm>
                <a:off x="1650322" y="996657"/>
                <a:ext cx="298800" cy="3124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5AD9E84-CB68-CF10-8EEA-361ADDDF5076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46002" y="992337"/>
                  <a:ext cx="30744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F23EBE1E-28F0-5B67-7017-85259FC2EB4D}"/>
                    </a:ext>
                  </a:extLst>
                </p14:cNvPr>
                <p14:cNvContentPartPr/>
                <p14:nvPr/>
              </p14:nvContentPartPr>
              <p14:xfrm>
                <a:off x="1293202" y="858417"/>
                <a:ext cx="833040" cy="6141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F23EBE1E-28F0-5B67-7017-85259FC2EB4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288882" y="854097"/>
                  <a:ext cx="841680" cy="62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1AAE79F-3081-FEF1-FBE8-ACA5CC1FC3E9}"/>
                    </a:ext>
                  </a:extLst>
                </p14:cNvPr>
                <p14:cNvContentPartPr/>
                <p14:nvPr/>
              </p14:nvContentPartPr>
              <p14:xfrm>
                <a:off x="1106002" y="1922937"/>
                <a:ext cx="189360" cy="1558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1AAE79F-3081-FEF1-FBE8-ACA5CC1FC3E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01682" y="1918617"/>
                  <a:ext cx="1980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5F12A61-6432-EEEB-16C5-BC2FB04DB634}"/>
                    </a:ext>
                  </a:extLst>
                </p14:cNvPr>
                <p14:cNvContentPartPr/>
                <p14:nvPr/>
              </p14:nvContentPartPr>
              <p14:xfrm>
                <a:off x="1367002" y="1938057"/>
                <a:ext cx="255240" cy="421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5F12A61-6432-EEEB-16C5-BC2FB04DB63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362682" y="1933737"/>
                  <a:ext cx="2638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EF2F73A-1D15-DB97-ED99-C7EAB43C29F1}"/>
                    </a:ext>
                  </a:extLst>
                </p14:cNvPr>
                <p14:cNvContentPartPr/>
                <p14:nvPr/>
              </p14:nvContentPartPr>
              <p14:xfrm>
                <a:off x="919882" y="782457"/>
                <a:ext cx="1297440" cy="1099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EF2F73A-1D15-DB97-ED99-C7EAB43C29F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15562" y="778137"/>
                  <a:ext cx="1306080" cy="11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7499F93-A45E-B2E3-6FA6-A1964DCE4E07}"/>
                    </a:ext>
                  </a:extLst>
                </p14:cNvPr>
                <p14:cNvContentPartPr/>
                <p14:nvPr/>
              </p14:nvContentPartPr>
              <p14:xfrm>
                <a:off x="1009522" y="2074857"/>
                <a:ext cx="237960" cy="393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7499F93-A45E-B2E3-6FA6-A1964DCE4E0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05202" y="2070537"/>
                  <a:ext cx="24660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0FA4B9A-5C5F-49AF-D467-1360C3A5A8BC}"/>
                    </a:ext>
                  </a:extLst>
                </p14:cNvPr>
                <p14:cNvContentPartPr/>
                <p14:nvPr/>
              </p14:nvContentPartPr>
              <p14:xfrm>
                <a:off x="1304722" y="2095017"/>
                <a:ext cx="219240" cy="284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0FA4B9A-5C5F-49AF-D467-1360C3A5A8B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300402" y="2090697"/>
                  <a:ext cx="2278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DB27722-1DB5-9381-C5B0-D8D7A34EE662}"/>
                    </a:ext>
                  </a:extLst>
                </p14:cNvPr>
                <p14:cNvContentPartPr/>
                <p14:nvPr/>
              </p14:nvContentPartPr>
              <p14:xfrm>
                <a:off x="897202" y="2042457"/>
                <a:ext cx="820800" cy="6454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DB27722-1DB5-9381-C5B0-D8D7A34EE66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92882" y="2038137"/>
                  <a:ext cx="829440" cy="65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EC063FD-F24F-C98C-2C89-8ED13B26849B}"/>
                  </a:ext>
                </a:extLst>
              </p14:cNvPr>
              <p14:cNvContentPartPr/>
              <p14:nvPr/>
            </p14:nvContentPartPr>
            <p14:xfrm>
              <a:off x="823042" y="2993937"/>
              <a:ext cx="433080" cy="25668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EC063FD-F24F-C98C-2C89-8ED13B26849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18722" y="2989617"/>
                <a:ext cx="441720" cy="26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6A5C4876-EF9B-AE27-D658-C852C4E92BBA}"/>
              </a:ext>
            </a:extLst>
          </p:cNvPr>
          <p:cNvGrpSpPr/>
          <p:nvPr/>
        </p:nvGrpSpPr>
        <p:grpSpPr>
          <a:xfrm>
            <a:off x="1523962" y="5647497"/>
            <a:ext cx="3127320" cy="1006560"/>
            <a:chOff x="1523962" y="5647497"/>
            <a:chExt cx="3127320" cy="100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1B444CF-28DF-20E5-089A-7D951C998033}"/>
                    </a:ext>
                  </a:extLst>
                </p14:cNvPr>
                <p14:cNvContentPartPr/>
                <p14:nvPr/>
              </p14:nvContentPartPr>
              <p14:xfrm>
                <a:off x="3766042" y="5846217"/>
                <a:ext cx="268560" cy="3229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1B444CF-28DF-20E5-089A-7D951C99803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761722" y="5841897"/>
                  <a:ext cx="2772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2AE59F1-07B4-6AD2-D0C0-7AA04C8F1D70}"/>
                    </a:ext>
                  </a:extLst>
                </p14:cNvPr>
                <p14:cNvContentPartPr/>
                <p14:nvPr/>
              </p14:nvContentPartPr>
              <p14:xfrm>
                <a:off x="4071322" y="5922537"/>
                <a:ext cx="269280" cy="1249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2AE59F1-07B4-6AD2-D0C0-7AA04C8F1D7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067002" y="5918217"/>
                  <a:ext cx="2779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29E1E97-2D8B-ABDB-8050-2B62CE0B6244}"/>
                    </a:ext>
                  </a:extLst>
                </p14:cNvPr>
                <p14:cNvContentPartPr/>
                <p14:nvPr/>
              </p14:nvContentPartPr>
              <p14:xfrm>
                <a:off x="4308922" y="5855217"/>
                <a:ext cx="167760" cy="1386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29E1E97-2D8B-ABDB-8050-2B62CE0B624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304602" y="5850897"/>
                  <a:ext cx="1764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A3A6F50-6E59-0D41-DFC2-D9CF6C972194}"/>
                    </a:ext>
                  </a:extLst>
                </p14:cNvPr>
                <p14:cNvContentPartPr/>
                <p14:nvPr/>
              </p14:nvContentPartPr>
              <p14:xfrm>
                <a:off x="1764442" y="5923617"/>
                <a:ext cx="25560" cy="242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A3A6F50-6E59-0D41-DFC2-D9CF6C97219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760122" y="5919297"/>
                  <a:ext cx="342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B69D7DE-24DE-BF38-A642-017614D1FFB5}"/>
                    </a:ext>
                  </a:extLst>
                </p14:cNvPr>
                <p14:cNvContentPartPr/>
                <p14:nvPr/>
              </p14:nvContentPartPr>
              <p14:xfrm>
                <a:off x="1692802" y="6116577"/>
                <a:ext cx="235800" cy="734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B69D7DE-24DE-BF38-A642-017614D1FFB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688482" y="6112257"/>
                  <a:ext cx="2444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536651F-FC6B-B54A-7126-6DC509BC7785}"/>
                    </a:ext>
                  </a:extLst>
                </p14:cNvPr>
                <p14:cNvContentPartPr/>
                <p14:nvPr/>
              </p14:nvContentPartPr>
              <p14:xfrm>
                <a:off x="1634842" y="5923617"/>
                <a:ext cx="290160" cy="342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536651F-FC6B-B54A-7126-6DC509BC778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630522" y="5919297"/>
                  <a:ext cx="2988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3318C33-33B9-E441-B944-C94D3926DFB1}"/>
                    </a:ext>
                  </a:extLst>
                </p14:cNvPr>
                <p14:cNvContentPartPr/>
                <p14:nvPr/>
              </p14:nvContentPartPr>
              <p14:xfrm>
                <a:off x="2445562" y="5963937"/>
                <a:ext cx="66960" cy="205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3318C33-33B9-E441-B944-C94D3926DFB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441242" y="5959617"/>
                  <a:ext cx="756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7E8F6C8-7220-152A-902A-C3DDE7F27A72}"/>
                    </a:ext>
                  </a:extLst>
                </p14:cNvPr>
                <p14:cNvContentPartPr/>
                <p14:nvPr/>
              </p14:nvContentPartPr>
              <p14:xfrm>
                <a:off x="2584162" y="6017577"/>
                <a:ext cx="134280" cy="142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7E8F6C8-7220-152A-902A-C3DDE7F27A7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579842" y="6013257"/>
                  <a:ext cx="14292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6EBF26A-F583-9A26-3F6A-173B1221DC9B}"/>
                    </a:ext>
                  </a:extLst>
                </p14:cNvPr>
                <p14:cNvContentPartPr/>
                <p14:nvPr/>
              </p14:nvContentPartPr>
              <p14:xfrm>
                <a:off x="2852002" y="5978337"/>
                <a:ext cx="112680" cy="138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6EBF26A-F583-9A26-3F6A-173B1221DC9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847682" y="5974017"/>
                  <a:ext cx="1213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7F35B2E-38AF-F18F-B9DF-4FF9836F243F}"/>
                    </a:ext>
                  </a:extLst>
                </p14:cNvPr>
                <p14:cNvContentPartPr/>
                <p14:nvPr/>
              </p14:nvContentPartPr>
              <p14:xfrm>
                <a:off x="3034162" y="5995617"/>
                <a:ext cx="272880" cy="1296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7F35B2E-38AF-F18F-B9DF-4FF9836F243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029842" y="5991297"/>
                  <a:ext cx="2815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AEE23E1-B252-EB74-2039-B49639102CE7}"/>
                    </a:ext>
                  </a:extLst>
                </p14:cNvPr>
                <p14:cNvContentPartPr/>
                <p14:nvPr/>
              </p14:nvContentPartPr>
              <p14:xfrm>
                <a:off x="1523962" y="5755137"/>
                <a:ext cx="649440" cy="566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AEE23E1-B252-EB74-2039-B49639102CE7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519642" y="5750817"/>
                  <a:ext cx="658080" cy="57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DE133BC-B55A-BB79-154A-C364652C005E}"/>
                    </a:ext>
                  </a:extLst>
                </p14:cNvPr>
                <p14:cNvContentPartPr/>
                <p14:nvPr/>
              </p14:nvContentPartPr>
              <p14:xfrm>
                <a:off x="2384002" y="5754417"/>
                <a:ext cx="866160" cy="704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DE133BC-B55A-BB79-154A-C364652C005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379682" y="5750097"/>
                  <a:ext cx="874800" cy="71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6ABBF1C-C91A-4868-1A78-4EF93ACC5C37}"/>
                    </a:ext>
                  </a:extLst>
                </p14:cNvPr>
                <p14:cNvContentPartPr/>
                <p14:nvPr/>
              </p14:nvContentPartPr>
              <p14:xfrm>
                <a:off x="2188522" y="6430497"/>
                <a:ext cx="22320" cy="1868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6ABBF1C-C91A-4868-1A78-4EF93ACC5C37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184202" y="6426177"/>
                  <a:ext cx="309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6737A52-6C22-F181-86C1-0F4A691405D6}"/>
                    </a:ext>
                  </a:extLst>
                </p14:cNvPr>
                <p14:cNvContentPartPr/>
                <p14:nvPr/>
              </p14:nvContentPartPr>
              <p14:xfrm>
                <a:off x="2104642" y="6604737"/>
                <a:ext cx="171360" cy="49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6737A52-6C22-F181-86C1-0F4A691405D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100322" y="6600417"/>
                  <a:ext cx="1800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F49085F-1F72-9AC8-B22A-0C75433CBBEA}"/>
                    </a:ext>
                  </a:extLst>
                </p14:cNvPr>
                <p14:cNvContentPartPr/>
                <p14:nvPr/>
              </p14:nvContentPartPr>
              <p14:xfrm>
                <a:off x="2062162" y="6446697"/>
                <a:ext cx="255240" cy="51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F49085F-1F72-9AC8-B22A-0C75433CBBE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057842" y="6442377"/>
                  <a:ext cx="2638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B3039C6-A6D1-AF98-796A-C782E93C9328}"/>
                    </a:ext>
                  </a:extLst>
                </p14:cNvPr>
                <p14:cNvContentPartPr/>
                <p14:nvPr/>
              </p14:nvContentPartPr>
              <p14:xfrm>
                <a:off x="2051002" y="6440217"/>
                <a:ext cx="278280" cy="417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B3039C6-A6D1-AF98-796A-C782E93C932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046682" y="6435897"/>
                  <a:ext cx="2869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363382D-BDD9-D78B-8B90-F4BBD97C3A28}"/>
                    </a:ext>
                  </a:extLst>
                </p14:cNvPr>
                <p14:cNvContentPartPr/>
                <p14:nvPr/>
              </p14:nvContentPartPr>
              <p14:xfrm>
                <a:off x="2220202" y="6628857"/>
                <a:ext cx="82080" cy="176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363382D-BDD9-D78B-8B90-F4BBD97C3A2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215882" y="6624537"/>
                  <a:ext cx="907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BFC06DCC-F579-E3D4-1958-F60813D45061}"/>
                    </a:ext>
                  </a:extLst>
                </p14:cNvPr>
                <p14:cNvContentPartPr/>
                <p14:nvPr/>
              </p14:nvContentPartPr>
              <p14:xfrm>
                <a:off x="3596482" y="5647497"/>
                <a:ext cx="1054800" cy="802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BFC06DCC-F579-E3D4-1958-F60813D4506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592162" y="5643177"/>
                  <a:ext cx="1063440" cy="81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EE01D6F-ABC4-60CB-EC5E-5FEB0B5963DA}"/>
              </a:ext>
            </a:extLst>
          </p:cNvPr>
          <p:cNvGrpSpPr/>
          <p:nvPr/>
        </p:nvGrpSpPr>
        <p:grpSpPr>
          <a:xfrm>
            <a:off x="4968082" y="6110097"/>
            <a:ext cx="496080" cy="65880"/>
            <a:chOff x="4968082" y="6110097"/>
            <a:chExt cx="496080" cy="6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CD99605-5A43-3AB4-EFA2-3C80C5EC5756}"/>
                    </a:ext>
                  </a:extLst>
                </p14:cNvPr>
                <p14:cNvContentPartPr/>
                <p14:nvPr/>
              </p14:nvContentPartPr>
              <p14:xfrm>
                <a:off x="4968082" y="6110097"/>
                <a:ext cx="250920" cy="24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CD99605-5A43-3AB4-EFA2-3C80C5EC575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963762" y="6105777"/>
                  <a:ext cx="2595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C8AB8F2-ECAE-B696-4E15-5CDA56E42C33}"/>
                    </a:ext>
                  </a:extLst>
                </p14:cNvPr>
                <p14:cNvContentPartPr/>
                <p14:nvPr/>
              </p14:nvContentPartPr>
              <p14:xfrm>
                <a:off x="5384242" y="6146097"/>
                <a:ext cx="79920" cy="29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C8AB8F2-ECAE-B696-4E15-5CDA56E42C33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379922" y="6141777"/>
                  <a:ext cx="8856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1D9A5A2E-7092-75C4-7B2D-9C328A3B6B0E}"/>
                  </a:ext>
                </a:extLst>
              </p14:cNvPr>
              <p14:cNvContentPartPr/>
              <p14:nvPr/>
            </p14:nvContentPartPr>
            <p14:xfrm>
              <a:off x="6114322" y="6039177"/>
              <a:ext cx="174600" cy="4932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1D9A5A2E-7092-75C4-7B2D-9C328A3B6B0E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110002" y="6034857"/>
                <a:ext cx="18324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7123EAE-4B85-274C-2D13-718CEC18D826}"/>
                  </a:ext>
                </a:extLst>
              </p14:cNvPr>
              <p14:cNvContentPartPr/>
              <p14:nvPr/>
            </p14:nvContentPartPr>
            <p14:xfrm>
              <a:off x="6782122" y="6048897"/>
              <a:ext cx="117000" cy="5148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7123EAE-4B85-274C-2D13-718CEC18D826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777802" y="6044577"/>
                <a:ext cx="12564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2C8B7FC2-4CAA-0BFA-3BDD-B34EDBA70FB9}"/>
                  </a:ext>
                </a:extLst>
              </p14:cNvPr>
              <p14:cNvContentPartPr/>
              <p14:nvPr/>
            </p14:nvContentPartPr>
            <p14:xfrm>
              <a:off x="7227802" y="6073017"/>
              <a:ext cx="86400" cy="25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2C8B7FC2-4CAA-0BFA-3BDD-B34EDBA70FB9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7223482" y="6068697"/>
                <a:ext cx="95040" cy="1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991E43D1-D593-2E76-2AFF-380A97DF4F32}"/>
              </a:ext>
            </a:extLst>
          </p:cNvPr>
          <p:cNvGrpSpPr/>
          <p:nvPr/>
        </p:nvGrpSpPr>
        <p:grpSpPr>
          <a:xfrm>
            <a:off x="2826802" y="512817"/>
            <a:ext cx="5656680" cy="1526040"/>
            <a:chOff x="2826802" y="512817"/>
            <a:chExt cx="5656680" cy="152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800A6A1-A4A1-A2C3-D629-1D315EEC6221}"/>
                    </a:ext>
                  </a:extLst>
                </p14:cNvPr>
                <p14:cNvContentPartPr/>
                <p14:nvPr/>
              </p14:nvContentPartPr>
              <p14:xfrm>
                <a:off x="2886562" y="907737"/>
                <a:ext cx="360000" cy="2365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800A6A1-A4A1-A2C3-D629-1D315EEC622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882242" y="903417"/>
                  <a:ext cx="3686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11BFE73-718E-0972-3DCC-F0D6FD605B3D}"/>
                    </a:ext>
                  </a:extLst>
                </p14:cNvPr>
                <p14:cNvContentPartPr/>
                <p14:nvPr/>
              </p14:nvContentPartPr>
              <p14:xfrm>
                <a:off x="3263122" y="893337"/>
                <a:ext cx="670320" cy="237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11BFE73-718E-0972-3DCC-F0D6FD605B3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258802" y="889017"/>
                  <a:ext cx="67896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DDBC69E-7E41-431B-735F-3B635D1E32C0}"/>
                    </a:ext>
                  </a:extLst>
                </p14:cNvPr>
                <p14:cNvContentPartPr/>
                <p14:nvPr/>
              </p14:nvContentPartPr>
              <p14:xfrm>
                <a:off x="3976282" y="907377"/>
                <a:ext cx="256320" cy="1861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DDBC69E-7E41-431B-735F-3B635D1E32C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971962" y="903057"/>
                  <a:ext cx="2649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6C18271-9790-86E1-F16B-7E0D7A540BF6}"/>
                    </a:ext>
                  </a:extLst>
                </p14:cNvPr>
                <p14:cNvContentPartPr/>
                <p14:nvPr/>
              </p14:nvContentPartPr>
              <p14:xfrm>
                <a:off x="4306762" y="953097"/>
                <a:ext cx="33120" cy="9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6C18271-9790-86E1-F16B-7E0D7A540BF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302442" y="948777"/>
                  <a:ext cx="4176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7A4E84B-6E68-F6E8-C7B5-94B540849390}"/>
                    </a:ext>
                  </a:extLst>
                </p14:cNvPr>
                <p14:cNvContentPartPr/>
                <p14:nvPr/>
              </p14:nvContentPartPr>
              <p14:xfrm>
                <a:off x="4232602" y="973977"/>
                <a:ext cx="126720" cy="1173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7A4E84B-6E68-F6E8-C7B5-94B54084939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228282" y="969657"/>
                  <a:ext cx="1353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A4FDD5B-9660-0350-A8D6-1EA0C9EB3041}"/>
                    </a:ext>
                  </a:extLst>
                </p14:cNvPr>
                <p14:cNvContentPartPr/>
                <p14:nvPr/>
              </p14:nvContentPartPr>
              <p14:xfrm>
                <a:off x="4503682" y="976497"/>
                <a:ext cx="400320" cy="74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A4FDD5B-9660-0350-A8D6-1EA0C9EB304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499362" y="972177"/>
                  <a:ext cx="4089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1802AB6-7636-254A-185F-E170E387D75A}"/>
                    </a:ext>
                  </a:extLst>
                </p14:cNvPr>
                <p14:cNvContentPartPr/>
                <p14:nvPr/>
              </p14:nvContentPartPr>
              <p14:xfrm>
                <a:off x="2826802" y="512817"/>
                <a:ext cx="2054880" cy="1154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1802AB6-7636-254A-185F-E170E387D75A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822482" y="508497"/>
                  <a:ext cx="2063520" cy="11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793A4A9-565A-EA05-97FC-2B9D7CA92421}"/>
                    </a:ext>
                  </a:extLst>
                </p14:cNvPr>
                <p14:cNvContentPartPr/>
                <p14:nvPr/>
              </p14:nvContentPartPr>
              <p14:xfrm>
                <a:off x="4885282" y="1004217"/>
                <a:ext cx="656280" cy="1148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793A4A9-565A-EA05-97FC-2B9D7CA92421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880962" y="999897"/>
                  <a:ext cx="6649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7BD1585-E4D7-EF40-FC7D-BE46DAA2A43D}"/>
                    </a:ext>
                  </a:extLst>
                </p14:cNvPr>
                <p14:cNvContentPartPr/>
                <p14:nvPr/>
              </p14:nvContentPartPr>
              <p14:xfrm>
                <a:off x="5499802" y="764817"/>
                <a:ext cx="792720" cy="358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7BD1585-E4D7-EF40-FC7D-BE46DAA2A43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5495482" y="760497"/>
                  <a:ext cx="80136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6323A15-6781-68D0-D506-41A265E53CC4}"/>
                    </a:ext>
                  </a:extLst>
                </p14:cNvPr>
                <p14:cNvContentPartPr/>
                <p14:nvPr/>
              </p14:nvContentPartPr>
              <p14:xfrm>
                <a:off x="6389722" y="1075497"/>
                <a:ext cx="711720" cy="138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6323A15-6781-68D0-D506-41A265E53CC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385402" y="1071177"/>
                  <a:ext cx="7203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CD20B09-A3C7-6B28-81C4-024BDCEAD400}"/>
                    </a:ext>
                  </a:extLst>
                </p14:cNvPr>
                <p14:cNvContentPartPr/>
                <p14:nvPr/>
              </p14:nvContentPartPr>
              <p14:xfrm>
                <a:off x="7164442" y="1260537"/>
                <a:ext cx="187920" cy="40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CD20B09-A3C7-6B28-81C4-024BDCEAD400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160122" y="1256217"/>
                  <a:ext cx="1965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B4A6684-2A57-19A2-4C0D-FFEC5AEA3364}"/>
                    </a:ext>
                  </a:extLst>
                </p14:cNvPr>
                <p14:cNvContentPartPr/>
                <p14:nvPr/>
              </p14:nvContentPartPr>
              <p14:xfrm>
                <a:off x="6796162" y="1494897"/>
                <a:ext cx="14400" cy="72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B4A6684-2A57-19A2-4C0D-FFEC5AEA336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791842" y="1490577"/>
                  <a:ext cx="2304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444BABC-4CCD-803E-7F4E-E05FB508EFD4}"/>
                    </a:ext>
                  </a:extLst>
                </p14:cNvPr>
                <p14:cNvContentPartPr/>
                <p14:nvPr/>
              </p14:nvContentPartPr>
              <p14:xfrm>
                <a:off x="4150162" y="1478337"/>
                <a:ext cx="3049560" cy="3132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444BABC-4CCD-803E-7F4E-E05FB508EFD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145842" y="1474017"/>
                  <a:ext cx="30582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F85AD8B-0407-CA48-BD17-1CD53A3545EC}"/>
                    </a:ext>
                  </a:extLst>
                </p14:cNvPr>
                <p14:cNvContentPartPr/>
                <p14:nvPr/>
              </p14:nvContentPartPr>
              <p14:xfrm>
                <a:off x="7069762" y="1614777"/>
                <a:ext cx="369720" cy="4240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F85AD8B-0407-CA48-BD17-1CD53A3545E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065442" y="1610457"/>
                  <a:ext cx="37836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FAF5C32-D57C-86B2-CF3A-058A1FF84719}"/>
                    </a:ext>
                  </a:extLst>
                </p14:cNvPr>
                <p14:cNvContentPartPr/>
                <p14:nvPr/>
              </p14:nvContentPartPr>
              <p14:xfrm>
                <a:off x="7559362" y="1334697"/>
                <a:ext cx="249480" cy="4078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FAF5C32-D57C-86B2-CF3A-058A1FF8471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555042" y="1330377"/>
                  <a:ext cx="25812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1CEE157-E55D-4934-34D7-D9FFD067D0E9}"/>
                    </a:ext>
                  </a:extLst>
                </p14:cNvPr>
                <p14:cNvContentPartPr/>
                <p14:nvPr/>
              </p14:nvContentPartPr>
              <p14:xfrm>
                <a:off x="7928722" y="1471857"/>
                <a:ext cx="210240" cy="219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1CEE157-E55D-4934-34D7-D9FFD067D0E9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924402" y="1467537"/>
                  <a:ext cx="2188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238FF6A-FCAB-F715-8A3C-28978B12A845}"/>
                    </a:ext>
                  </a:extLst>
                </p14:cNvPr>
                <p14:cNvContentPartPr/>
                <p14:nvPr/>
              </p14:nvContentPartPr>
              <p14:xfrm>
                <a:off x="8185402" y="1308057"/>
                <a:ext cx="253080" cy="312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238FF6A-FCAB-F715-8A3C-28978B12A84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181082" y="1303737"/>
                  <a:ext cx="26172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B48C9E90-F0F1-79BF-8532-29A54842C4E0}"/>
                    </a:ext>
                  </a:extLst>
                </p14:cNvPr>
                <p14:cNvContentPartPr/>
                <p14:nvPr/>
              </p14:nvContentPartPr>
              <p14:xfrm>
                <a:off x="8444962" y="1529817"/>
                <a:ext cx="38520" cy="21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B48C9E90-F0F1-79BF-8532-29A54842C4E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440642" y="1525497"/>
                  <a:ext cx="47160" cy="29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034212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4303" t="23716" r="4030" b="9585"/>
          <a:stretch/>
        </p:blipFill>
        <p:spPr>
          <a:xfrm>
            <a:off x="1155700" y="2571750"/>
            <a:ext cx="6845301" cy="2800350"/>
          </a:xfrm>
          <a:prstGeom prst="rect">
            <a:avLst/>
          </a:prstGeom>
        </p:spPr>
      </p:pic>
      <p:sp>
        <p:nvSpPr>
          <p:cNvPr id="3" name="object 5"/>
          <p:cNvSpPr txBox="1">
            <a:spLocks/>
          </p:cNvSpPr>
          <p:nvPr/>
        </p:nvSpPr>
        <p:spPr>
          <a:xfrm>
            <a:off x="304800" y="718436"/>
            <a:ext cx="5986461" cy="396904"/>
          </a:xfrm>
          <a:prstGeom prst="rect">
            <a:avLst/>
          </a:prstGeom>
        </p:spPr>
        <p:txBody>
          <a:bodyPr vert="horz" wrap="square" lIns="0" tIns="24765" rIns="0" bIns="0" rtlCol="0" anchor="ctr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78104" marR="3810" indent="-69056">
              <a:lnSpc>
                <a:spcPts val="2850"/>
              </a:lnSpc>
              <a:spcBef>
                <a:spcPts val="195"/>
              </a:spcBef>
            </a:pPr>
            <a:r>
              <a:rPr lang="en-US" sz="3000" spc="-4" dirty="0"/>
              <a:t>Generative AI Applications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5834972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80554" y="1980080"/>
            <a:ext cx="2191346" cy="28575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IN" sz="1500" dirty="0"/>
              <a:t>Notification Assistant</a:t>
            </a:r>
          </a:p>
        </p:txBody>
      </p:sp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F2176F39-72AA-5A44-A0FB-55E30D97C7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5420" y="2265831"/>
            <a:ext cx="2684264" cy="10558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9F45F1-B443-3844-B776-968B33D4045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698" y="3878550"/>
            <a:ext cx="3289388" cy="1613205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206894" y="3592799"/>
            <a:ext cx="1714500" cy="28575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IN" sz="1500" dirty="0"/>
              <a:t>FAQ Assistant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9F5539-532B-2B49-BE0C-392A7FBA177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8329" y="2112869"/>
            <a:ext cx="2517380" cy="3665732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5657850" y="1947302"/>
            <a:ext cx="2057400" cy="28575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IN" sz="1500" dirty="0"/>
              <a:t>Contextual  Assistant</a:t>
            </a:r>
          </a:p>
        </p:txBody>
      </p:sp>
      <p:sp>
        <p:nvSpPr>
          <p:cNvPr id="12" name="object 5"/>
          <p:cNvSpPr txBox="1">
            <a:spLocks/>
          </p:cNvSpPr>
          <p:nvPr/>
        </p:nvSpPr>
        <p:spPr>
          <a:xfrm>
            <a:off x="152400" y="718436"/>
            <a:ext cx="6138861" cy="396904"/>
          </a:xfrm>
          <a:prstGeom prst="rect">
            <a:avLst/>
          </a:prstGeom>
        </p:spPr>
        <p:txBody>
          <a:bodyPr vert="horz" wrap="square" lIns="0" tIns="24765" rIns="0" bIns="0" rtlCol="0" anchor="ctr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78104" marR="3810" indent="-69056">
              <a:lnSpc>
                <a:spcPts val="2850"/>
              </a:lnSpc>
              <a:spcBef>
                <a:spcPts val="195"/>
              </a:spcBef>
            </a:pPr>
            <a:r>
              <a:rPr lang="en-US" sz="3000" spc="-4" dirty="0"/>
              <a:t>Generative AI- AI Assistants</a:t>
            </a:r>
            <a:endParaRPr lang="en-US" sz="30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4788888" y="1995209"/>
            <a:ext cx="21641" cy="31747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1177288" y="3384877"/>
            <a:ext cx="34518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7228927-DA9E-B22A-60E4-9464DA32D4C1}"/>
                  </a:ext>
                </a:extLst>
              </p14:cNvPr>
              <p14:cNvContentPartPr/>
              <p14:nvPr/>
            </p14:nvContentPartPr>
            <p14:xfrm>
              <a:off x="1721602" y="1719897"/>
              <a:ext cx="1895040" cy="792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7228927-DA9E-B22A-60E4-9464DA32D4C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17282" y="1715577"/>
                <a:ext cx="1903680" cy="80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8B66EF0-92C8-F649-1F50-6080BD71868D}"/>
                  </a:ext>
                </a:extLst>
              </p14:cNvPr>
              <p14:cNvContentPartPr/>
              <p14:nvPr/>
            </p14:nvContentPartPr>
            <p14:xfrm>
              <a:off x="1939042" y="3249177"/>
              <a:ext cx="1772280" cy="942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8B66EF0-92C8-F649-1F50-6080BD71868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34722" y="3244857"/>
                <a:ext cx="1780920" cy="950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9ACB0DA2-8E55-E077-6CCE-AC3086E0856D}"/>
              </a:ext>
            </a:extLst>
          </p:cNvPr>
          <p:cNvGrpSpPr/>
          <p:nvPr/>
        </p:nvGrpSpPr>
        <p:grpSpPr>
          <a:xfrm>
            <a:off x="5196322" y="2962977"/>
            <a:ext cx="219960" cy="236160"/>
            <a:chOff x="5196322" y="2962977"/>
            <a:chExt cx="219960" cy="23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C279828-D2B5-2ACE-3C69-0349683D4085}"/>
                    </a:ext>
                  </a:extLst>
                </p14:cNvPr>
                <p14:cNvContentPartPr/>
                <p14:nvPr/>
              </p14:nvContentPartPr>
              <p14:xfrm>
                <a:off x="5196322" y="2962977"/>
                <a:ext cx="214200" cy="2361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C279828-D2B5-2ACE-3C69-0349683D408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192002" y="2958657"/>
                  <a:ext cx="2228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FC256C9-FF8F-03DE-6B0C-04B367654FFD}"/>
                    </a:ext>
                  </a:extLst>
                </p14:cNvPr>
                <p14:cNvContentPartPr/>
                <p14:nvPr/>
              </p14:nvContentPartPr>
              <p14:xfrm>
                <a:off x="5380282" y="2972337"/>
                <a:ext cx="36000" cy="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FC256C9-FF8F-03DE-6B0C-04B367654FF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375962" y="2968017"/>
                  <a:ext cx="44640" cy="9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34298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580555" y="1980080"/>
            <a:ext cx="2212987" cy="28575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IN" sz="1500" dirty="0"/>
              <a:t>Personalized Assistant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4617175" y="1900326"/>
            <a:ext cx="3407359" cy="365504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IN" sz="1500" dirty="0"/>
              <a:t>Autonomous Organization of Assistants</a:t>
            </a:r>
          </a:p>
        </p:txBody>
      </p:sp>
      <p:sp>
        <p:nvSpPr>
          <p:cNvPr id="12" name="object 5"/>
          <p:cNvSpPr txBox="1">
            <a:spLocks/>
          </p:cNvSpPr>
          <p:nvPr/>
        </p:nvSpPr>
        <p:spPr>
          <a:xfrm>
            <a:off x="152400" y="756536"/>
            <a:ext cx="6138861" cy="396904"/>
          </a:xfrm>
          <a:prstGeom prst="rect">
            <a:avLst/>
          </a:prstGeom>
        </p:spPr>
        <p:txBody>
          <a:bodyPr vert="horz" wrap="square" lIns="0" tIns="24765" rIns="0" bIns="0" rtlCol="0" anchor="ctr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78104" marR="3810" indent="-69056">
              <a:lnSpc>
                <a:spcPts val="2850"/>
              </a:lnSpc>
              <a:spcBef>
                <a:spcPts val="195"/>
              </a:spcBef>
            </a:pPr>
            <a:r>
              <a:rPr lang="en-US" sz="3000" spc="-4" dirty="0"/>
              <a:t>Generative AI- AI Assistants</a:t>
            </a:r>
            <a:endParaRPr lang="en-US" sz="3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31C2EE-CE2E-EA47-BBF5-99847A86FA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360" y="3420804"/>
            <a:ext cx="3049119" cy="2293213"/>
          </a:xfrm>
          <a:prstGeom prst="rect">
            <a:avLst/>
          </a:prstGeom>
        </p:spPr>
      </p:pic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E0BF92B2-577E-B54B-AE74-263769EB02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40" y="4156009"/>
            <a:ext cx="3369609" cy="17716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31876" y="2312807"/>
            <a:ext cx="311152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dirty="0"/>
              <a:t>Assistant knows you much more in detail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dirty="0"/>
              <a:t>Quickly checks a few final things before giving you a quote tailored to your actual situation.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4389870" y="2012112"/>
            <a:ext cx="21641" cy="31747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576761" y="2265831"/>
            <a:ext cx="31146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1200" dirty="0"/>
              <a:t>Group of AI assistants that know every customer personally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IN" sz="1200" dirty="0"/>
              <a:t>Eventually run large parts of company operations—from lead generation over marketing, sales, HR, or finance</a:t>
            </a:r>
            <a:endParaRPr lang="en-US" sz="12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422199C-8C5F-B5AD-DB2F-0B6B7A0C1E28}"/>
                  </a:ext>
                </a:extLst>
              </p14:cNvPr>
              <p14:cNvContentPartPr/>
              <p14:nvPr/>
            </p14:nvContentPartPr>
            <p14:xfrm>
              <a:off x="4609522" y="3139017"/>
              <a:ext cx="3716280" cy="2742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422199C-8C5F-B5AD-DB2F-0B6B7A0C1E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05202" y="3134697"/>
                <a:ext cx="3724920" cy="275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78652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039" y="2096692"/>
            <a:ext cx="6257925" cy="2664619"/>
          </a:xfrm>
          <a:prstGeom prst="rect">
            <a:avLst/>
          </a:prstGeom>
        </p:spPr>
      </p:pic>
      <p:sp>
        <p:nvSpPr>
          <p:cNvPr id="4" name="object 5"/>
          <p:cNvSpPr txBox="1">
            <a:spLocks/>
          </p:cNvSpPr>
          <p:nvPr/>
        </p:nvSpPr>
        <p:spPr>
          <a:xfrm>
            <a:off x="457200" y="794636"/>
            <a:ext cx="5834061" cy="396904"/>
          </a:xfrm>
          <a:prstGeom prst="rect">
            <a:avLst/>
          </a:prstGeom>
        </p:spPr>
        <p:txBody>
          <a:bodyPr vert="horz" wrap="square" lIns="0" tIns="24765" rIns="0" bIns="0" rtlCol="0" anchor="ctr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78104" marR="3810" indent="-69056">
              <a:lnSpc>
                <a:spcPts val="2850"/>
              </a:lnSpc>
              <a:spcBef>
                <a:spcPts val="195"/>
              </a:spcBef>
            </a:pPr>
            <a:r>
              <a:rPr lang="en-US" sz="3000" spc="-4" dirty="0"/>
              <a:t>Generative AI- </a:t>
            </a:r>
            <a:r>
              <a:rPr lang="en-US" sz="3000" spc="-4" dirty="0" err="1"/>
              <a:t>PaintBox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40803227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614" y="2253853"/>
            <a:ext cx="6200775" cy="2350294"/>
          </a:xfrm>
          <a:prstGeom prst="rect">
            <a:avLst/>
          </a:prstGeom>
        </p:spPr>
      </p:pic>
      <p:sp>
        <p:nvSpPr>
          <p:cNvPr id="3" name="object 5"/>
          <p:cNvSpPr txBox="1">
            <a:spLocks/>
          </p:cNvSpPr>
          <p:nvPr/>
        </p:nvSpPr>
        <p:spPr>
          <a:xfrm>
            <a:off x="381000" y="756536"/>
            <a:ext cx="5910261" cy="396904"/>
          </a:xfrm>
          <a:prstGeom prst="rect">
            <a:avLst/>
          </a:prstGeom>
        </p:spPr>
        <p:txBody>
          <a:bodyPr vert="horz" wrap="square" lIns="0" tIns="24765" rIns="0" bIns="0" rtlCol="0" anchor="ctr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 b="1" kern="1200" spc="-15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78104" marR="3810" indent="-69056">
              <a:lnSpc>
                <a:spcPts val="2850"/>
              </a:lnSpc>
              <a:spcBef>
                <a:spcPts val="195"/>
              </a:spcBef>
            </a:pPr>
            <a:r>
              <a:rPr lang="en-US" sz="3000" spc="-4" dirty="0"/>
              <a:t>Generative AI- </a:t>
            </a:r>
            <a:r>
              <a:rPr lang="en-US" sz="3000" spc="-4" dirty="0" err="1"/>
              <a:t>CodeAid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0557931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869E3-B7D9-CF43-935A-7BEB188B2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Real-life challenges in NLP tasks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35434-CA47-5649-AB63-2C64DC9848FE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98363" y="1752600"/>
            <a:ext cx="7731237" cy="3886200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r>
              <a:rPr lang="en-CA" sz="4500" dirty="0"/>
              <a:t>Deep learning methods are data-hungry</a:t>
            </a:r>
          </a:p>
          <a:p>
            <a:r>
              <a:rPr lang="en-CA" sz="4500" dirty="0"/>
              <a:t>&gt;50K data items needed for training</a:t>
            </a:r>
          </a:p>
          <a:p>
            <a:r>
              <a:rPr lang="en-CA" sz="4500" dirty="0"/>
              <a:t>The distributions of the source and target data must be the same</a:t>
            </a:r>
          </a:p>
          <a:p>
            <a:r>
              <a:rPr lang="en-CA" sz="4500" dirty="0"/>
              <a:t>Labeled data in the target domain may be limited</a:t>
            </a:r>
          </a:p>
          <a:p>
            <a:r>
              <a:rPr lang="en-CA" sz="4500" dirty="0"/>
              <a:t>This problem is typically addressed with </a:t>
            </a:r>
            <a:r>
              <a:rPr lang="en-CA" sz="4500" b="1" dirty="0"/>
              <a:t>transfer learning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6987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-76200"/>
            <a:ext cx="3560618" cy="2016920"/>
          </a:xfrm>
        </p:spPr>
        <p:txBody>
          <a:bodyPr/>
          <a:lstStyle/>
          <a:p>
            <a:pPr algn="l"/>
            <a:r>
              <a:rPr lang="en-US" dirty="0"/>
              <a:t>Transfer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01782" y="1891933"/>
            <a:ext cx="7505700" cy="44165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2424"/>
                </a:solidFill>
                <a:latin typeface="source-serif-pro"/>
              </a:rPr>
              <a:t>Using a pre-trained model as a starting point for a new task or domain. 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2424"/>
                </a:solidFill>
                <a:latin typeface="source-serif-pro"/>
              </a:rPr>
              <a:t>Leverage the knowledge acquired by the pre-trained model on a large dataset and apply it to a related task with a smaller dataset. 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2424"/>
                </a:solidFill>
                <a:latin typeface="source-serif-pro"/>
              </a:rPr>
              <a:t>We can benefit from the general features and patterns learned by the pre-trained model, saving time and computational resources.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42424"/>
                </a:solidFill>
                <a:latin typeface="source-serif-pro"/>
              </a:rPr>
              <a:t>Transfer learning involves freezing the pre-trained model’s weights and only training the new layers </a:t>
            </a:r>
          </a:p>
          <a:p>
            <a:r>
              <a:rPr lang="en-US" sz="2000" dirty="0"/>
              <a:t>Ex: image classification, knowledge gained while learning to recognize cars could be applied when trying to recognize trucks</a:t>
            </a:r>
            <a:endParaRPr lang="en-US" sz="2000" dirty="0">
              <a:solidFill>
                <a:srgbClr val="242424"/>
              </a:solidFill>
              <a:latin typeface="source-serif-pro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6990033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2BCA5-6DBE-004F-ACC6-2DD041F0C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1" y="76200"/>
            <a:ext cx="6470784" cy="1704270"/>
          </a:xfrm>
        </p:spPr>
        <p:txBody>
          <a:bodyPr/>
          <a:lstStyle/>
          <a:p>
            <a:r>
              <a:rPr lang="en-CA" dirty="0" err="1"/>
              <a:t>Transductive</a:t>
            </a:r>
            <a:r>
              <a:rPr lang="en-CA" dirty="0"/>
              <a:t> vs Inductive Transfer Learning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A7B6E-B400-BB4D-A69D-ED3ADE79ADA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81001" y="1780470"/>
            <a:ext cx="7148514" cy="3194260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r>
              <a:rPr lang="en-CA" b="1" dirty="0" err="1"/>
              <a:t>Transductive</a:t>
            </a:r>
            <a:r>
              <a:rPr lang="en-CA" dirty="0"/>
              <a:t> transfer</a:t>
            </a:r>
          </a:p>
          <a:p>
            <a:pPr lvl="1"/>
            <a:r>
              <a:rPr lang="en-CA" dirty="0"/>
              <a:t>No labeled target domain data available</a:t>
            </a:r>
          </a:p>
          <a:p>
            <a:pPr lvl="1"/>
            <a:r>
              <a:rPr lang="en-CA" dirty="0"/>
              <a:t>Focus of most transfer research in NLP</a:t>
            </a:r>
          </a:p>
          <a:p>
            <a:pPr lvl="1"/>
            <a:r>
              <a:rPr lang="en-CA" dirty="0"/>
              <a:t>E.g. Domain adaptation</a:t>
            </a:r>
          </a:p>
          <a:p>
            <a:r>
              <a:rPr lang="en-CA" b="1" dirty="0"/>
              <a:t>Inductive</a:t>
            </a:r>
            <a:r>
              <a:rPr lang="en-CA" dirty="0"/>
              <a:t> transfer</a:t>
            </a:r>
          </a:p>
          <a:p>
            <a:pPr lvl="1"/>
            <a:r>
              <a:rPr lang="en-CA" dirty="0"/>
              <a:t>Labeled target domain data available</a:t>
            </a:r>
          </a:p>
          <a:p>
            <a:pPr lvl="1"/>
            <a:r>
              <a:rPr lang="en-CA" dirty="0"/>
              <a:t>Goal: improve performance on the target task by training on other task(s)</a:t>
            </a:r>
          </a:p>
          <a:p>
            <a:pPr lvl="2"/>
            <a:r>
              <a:rPr lang="en-CA" dirty="0"/>
              <a:t>Jointly training on &gt;1 task (multi-task learning)</a:t>
            </a:r>
          </a:p>
          <a:p>
            <a:pPr lvl="2"/>
            <a:r>
              <a:rPr lang="en-CA" dirty="0"/>
              <a:t>Pre-training (e.g. word </a:t>
            </a:r>
            <a:r>
              <a:rPr lang="en-CA" dirty="0" err="1"/>
              <a:t>embeddings</a:t>
            </a:r>
            <a:r>
              <a:rPr lang="en-CA" dirty="0"/>
              <a:t>)</a:t>
            </a:r>
          </a:p>
          <a:p>
            <a:pPr lvl="1"/>
            <a:endParaRPr lang="en-CA" dirty="0"/>
          </a:p>
          <a:p>
            <a:pPr lvl="1"/>
            <a:endParaRPr lang="en-CA" dirty="0"/>
          </a:p>
          <a:p>
            <a:endParaRPr lang="en-CA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FA4EE92-9197-B5F5-9A3A-0E5A1EFB6980}"/>
                  </a:ext>
                </a:extLst>
              </p14:cNvPr>
              <p14:cNvContentPartPr/>
              <p14:nvPr/>
            </p14:nvContentPartPr>
            <p14:xfrm>
              <a:off x="1333522" y="2416497"/>
              <a:ext cx="493200" cy="86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FA4EE92-9197-B5F5-9A3A-0E5A1EFB698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9202" y="2412177"/>
                <a:ext cx="50184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1AE44F7-2039-72A8-E9EC-31F801CDF306}"/>
                  </a:ext>
                </a:extLst>
              </p14:cNvPr>
              <p14:cNvContentPartPr/>
              <p14:nvPr/>
            </p14:nvContentPartPr>
            <p14:xfrm>
              <a:off x="1042282" y="893337"/>
              <a:ext cx="526680" cy="163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1AE44F7-2039-72A8-E9EC-31F801CDF30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7962" y="889017"/>
                <a:ext cx="535320" cy="17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D8AEA3A-A540-7EDC-EBD8-3105FDE4E0E0}"/>
                  </a:ext>
                </a:extLst>
              </p14:cNvPr>
              <p14:cNvContentPartPr/>
              <p14:nvPr/>
            </p14:nvContentPartPr>
            <p14:xfrm>
              <a:off x="3793762" y="930777"/>
              <a:ext cx="385560" cy="101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D8AEA3A-A540-7EDC-EBD8-3105FDE4E0E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89442" y="926457"/>
                <a:ext cx="394200" cy="10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1234E633-43D3-328C-5522-B744A73F0DA5}"/>
              </a:ext>
            </a:extLst>
          </p:cNvPr>
          <p:cNvGrpSpPr/>
          <p:nvPr/>
        </p:nvGrpSpPr>
        <p:grpSpPr>
          <a:xfrm>
            <a:off x="1746082" y="3517017"/>
            <a:ext cx="665280" cy="128880"/>
            <a:chOff x="1746082" y="3517017"/>
            <a:chExt cx="665280" cy="12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2A9D05C-877E-03D4-2440-2A56163856A1}"/>
                    </a:ext>
                  </a:extLst>
                </p14:cNvPr>
                <p14:cNvContentPartPr/>
                <p14:nvPr/>
              </p14:nvContentPartPr>
              <p14:xfrm>
                <a:off x="1746082" y="3564897"/>
                <a:ext cx="214920" cy="46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2A9D05C-877E-03D4-2440-2A56163856A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41762" y="3560577"/>
                  <a:ext cx="2235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B895443-4FE2-7FC0-F31B-46E71A3E0CF7}"/>
                    </a:ext>
                  </a:extLst>
                </p14:cNvPr>
                <p14:cNvContentPartPr/>
                <p14:nvPr/>
              </p14:nvContentPartPr>
              <p14:xfrm>
                <a:off x="1999882" y="3517017"/>
                <a:ext cx="411480" cy="1288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B895443-4FE2-7FC0-F31B-46E71A3E0CF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995562" y="3512697"/>
                  <a:ext cx="420120" cy="13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1B6E104-A7F4-74D4-401A-080A7510478F}"/>
                  </a:ext>
                </a:extLst>
              </p14:cNvPr>
              <p14:cNvContentPartPr/>
              <p14:nvPr/>
            </p14:nvContentPartPr>
            <p14:xfrm>
              <a:off x="2576242" y="1998177"/>
              <a:ext cx="105120" cy="637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1B6E104-A7F4-74D4-401A-080A7510478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571922" y="1993857"/>
                <a:ext cx="11376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105735E-F5BF-63C1-8078-C376FCFE78CC}"/>
                  </a:ext>
                </a:extLst>
              </p14:cNvPr>
              <p14:cNvContentPartPr/>
              <p14:nvPr/>
            </p14:nvContentPartPr>
            <p14:xfrm>
              <a:off x="2129842" y="2290137"/>
              <a:ext cx="384840" cy="1497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105735E-F5BF-63C1-8078-C376FCFE78C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125522" y="2285817"/>
                <a:ext cx="39348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82F471E-35DB-5000-E6B3-32AA258B08F2}"/>
                  </a:ext>
                </a:extLst>
              </p14:cNvPr>
              <p14:cNvContentPartPr/>
              <p14:nvPr/>
            </p14:nvContentPartPr>
            <p14:xfrm>
              <a:off x="6250402" y="2046057"/>
              <a:ext cx="18720" cy="525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82F471E-35DB-5000-E6B3-32AA258B08F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246082" y="2041737"/>
                <a:ext cx="27360" cy="612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34C41F80-BF97-1A7B-875C-462E5629A6D1}"/>
              </a:ext>
            </a:extLst>
          </p:cNvPr>
          <p:cNvGrpSpPr/>
          <p:nvPr/>
        </p:nvGrpSpPr>
        <p:grpSpPr>
          <a:xfrm>
            <a:off x="5885362" y="1120137"/>
            <a:ext cx="2891160" cy="2387520"/>
            <a:chOff x="5885362" y="1120137"/>
            <a:chExt cx="2891160" cy="238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17057F3-FA2C-075C-4BA5-843CA6BDF4DF}"/>
                    </a:ext>
                  </a:extLst>
                </p14:cNvPr>
                <p14:cNvContentPartPr/>
                <p14:nvPr/>
              </p14:nvContentPartPr>
              <p14:xfrm>
                <a:off x="5941162" y="1744377"/>
                <a:ext cx="127440" cy="546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17057F3-FA2C-075C-4BA5-843CA6BDF4D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936842" y="1740057"/>
                  <a:ext cx="13608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7CC7095-8040-7956-A906-ED653C72C699}"/>
                    </a:ext>
                  </a:extLst>
                </p14:cNvPr>
                <p14:cNvContentPartPr/>
                <p14:nvPr/>
              </p14:nvContentPartPr>
              <p14:xfrm>
                <a:off x="6048802" y="1572297"/>
                <a:ext cx="897480" cy="913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7CC7095-8040-7956-A906-ED653C72C69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044482" y="1567977"/>
                  <a:ext cx="906120" cy="9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DC02C03-5813-348B-208E-FECCE55AFF17}"/>
                    </a:ext>
                  </a:extLst>
                </p14:cNvPr>
                <p14:cNvContentPartPr/>
                <p14:nvPr/>
              </p14:nvContentPartPr>
              <p14:xfrm>
                <a:off x="5885362" y="2183217"/>
                <a:ext cx="809280" cy="496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DC02C03-5813-348B-208E-FECCE55AFF1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881042" y="2178897"/>
                  <a:ext cx="81792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4E48773-28A3-78B1-8427-3C39ACF3F4D5}"/>
                    </a:ext>
                  </a:extLst>
                </p14:cNvPr>
                <p14:cNvContentPartPr/>
                <p14:nvPr/>
              </p14:nvContentPartPr>
              <p14:xfrm>
                <a:off x="6135922" y="1853097"/>
                <a:ext cx="116280" cy="1306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4E48773-28A3-78B1-8427-3C39ACF3F4D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131602" y="1848777"/>
                  <a:ext cx="12492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6689355-50E9-5FD6-7758-AA81FD823E0B}"/>
                    </a:ext>
                  </a:extLst>
                </p14:cNvPr>
                <p14:cNvContentPartPr/>
                <p14:nvPr/>
              </p14:nvContentPartPr>
              <p14:xfrm>
                <a:off x="6803002" y="2159457"/>
                <a:ext cx="353520" cy="113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6689355-50E9-5FD6-7758-AA81FD823E0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798682" y="2155137"/>
                  <a:ext cx="3621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E6D457E-335E-EA09-9865-60312C302F87}"/>
                    </a:ext>
                  </a:extLst>
                </p14:cNvPr>
                <p14:cNvContentPartPr/>
                <p14:nvPr/>
              </p14:nvContentPartPr>
              <p14:xfrm>
                <a:off x="7093522" y="2099337"/>
                <a:ext cx="206280" cy="2314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E6D457E-335E-EA09-9865-60312C302F8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89202" y="2095017"/>
                  <a:ext cx="2149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B41C08C-7CCE-7A6F-6FF5-F4BC104ED6DC}"/>
                    </a:ext>
                  </a:extLst>
                </p14:cNvPr>
                <p14:cNvContentPartPr/>
                <p14:nvPr/>
              </p14:nvContentPartPr>
              <p14:xfrm>
                <a:off x="7377922" y="1672017"/>
                <a:ext cx="813240" cy="1008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B41C08C-7CCE-7A6F-6FF5-F4BC104ED6D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373602" y="1667697"/>
                  <a:ext cx="821880" cy="10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CFC28B0-9B51-FB8D-221B-7862A88CD398}"/>
                    </a:ext>
                  </a:extLst>
                </p14:cNvPr>
                <p14:cNvContentPartPr/>
                <p14:nvPr/>
              </p14:nvContentPartPr>
              <p14:xfrm>
                <a:off x="8089642" y="1293297"/>
                <a:ext cx="360" cy="3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CFC28B0-9B51-FB8D-221B-7862A88CD39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085322" y="128897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CC5656D-1091-CE95-6B92-58DF4843AD98}"/>
                    </a:ext>
                  </a:extLst>
                </p14:cNvPr>
                <p14:cNvContentPartPr/>
                <p14:nvPr/>
              </p14:nvContentPartPr>
              <p14:xfrm>
                <a:off x="7901002" y="1379337"/>
                <a:ext cx="76680" cy="429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CC5656D-1091-CE95-6B92-58DF4843AD9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896682" y="1375017"/>
                  <a:ext cx="8532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4826C45-9A61-11C0-681D-D0ADC10EB2A8}"/>
                    </a:ext>
                  </a:extLst>
                </p14:cNvPr>
                <p14:cNvContentPartPr/>
                <p14:nvPr/>
              </p14:nvContentPartPr>
              <p14:xfrm>
                <a:off x="7781122" y="1808457"/>
                <a:ext cx="134280" cy="712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4826C45-9A61-11C0-681D-D0ADC10EB2A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76802" y="1804137"/>
                  <a:ext cx="1429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8E7472E-D2BC-9325-8A84-55BCA2D8E5BF}"/>
                    </a:ext>
                  </a:extLst>
                </p14:cNvPr>
                <p14:cNvContentPartPr/>
                <p14:nvPr/>
              </p14:nvContentPartPr>
              <p14:xfrm>
                <a:off x="7834762" y="1737897"/>
                <a:ext cx="142920" cy="272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8E7472E-D2BC-9325-8A84-55BCA2D8E5B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830442" y="1733577"/>
                  <a:ext cx="15156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7018222-9E84-86F0-1537-641FE78ACB0E}"/>
                    </a:ext>
                  </a:extLst>
                </p14:cNvPr>
                <p14:cNvContentPartPr/>
                <p14:nvPr/>
              </p14:nvContentPartPr>
              <p14:xfrm>
                <a:off x="6721282" y="1526217"/>
                <a:ext cx="587160" cy="388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7018222-9E84-86F0-1537-641FE78ACB0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716962" y="1521897"/>
                  <a:ext cx="59580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F5BD596-26EE-1E2A-0D4C-F2CB3F6D34FA}"/>
                    </a:ext>
                  </a:extLst>
                </p14:cNvPr>
                <p14:cNvContentPartPr/>
                <p14:nvPr/>
              </p14:nvContentPartPr>
              <p14:xfrm>
                <a:off x="7178842" y="1452417"/>
                <a:ext cx="219240" cy="30312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F5BD596-26EE-1E2A-0D4C-F2CB3F6D34F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174522" y="1448097"/>
                  <a:ext cx="22788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2ADA6BE-3603-09E4-F782-1D678F899D99}"/>
                    </a:ext>
                  </a:extLst>
                </p14:cNvPr>
                <p14:cNvContentPartPr/>
                <p14:nvPr/>
              </p14:nvContentPartPr>
              <p14:xfrm>
                <a:off x="7309162" y="1120137"/>
                <a:ext cx="531360" cy="667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2ADA6BE-3603-09E4-F782-1D678F899D9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304842" y="1115817"/>
                  <a:ext cx="540000" cy="67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AF2DA22-34E5-BCB8-83CE-C9E71FC0CB1C}"/>
                    </a:ext>
                  </a:extLst>
                </p14:cNvPr>
                <p14:cNvContentPartPr/>
                <p14:nvPr/>
              </p14:nvContentPartPr>
              <p14:xfrm>
                <a:off x="7597162" y="1369617"/>
                <a:ext cx="360" cy="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AF2DA22-34E5-BCB8-83CE-C9E71FC0CB1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92842" y="1365297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E4EF145-EEEB-9FBC-EA6F-B4FA1DA4644D}"/>
                    </a:ext>
                  </a:extLst>
                </p14:cNvPr>
                <p14:cNvContentPartPr/>
                <p14:nvPr/>
              </p14:nvContentPartPr>
              <p14:xfrm>
                <a:off x="7588522" y="1425057"/>
                <a:ext cx="6840" cy="6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E4EF145-EEEB-9FBC-EA6F-B4FA1DA4644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584202" y="1420737"/>
                  <a:ext cx="1548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9A2EB19-76BE-3C4F-AB2E-C2E2131B3F4A}"/>
                    </a:ext>
                  </a:extLst>
                </p14:cNvPr>
                <p14:cNvContentPartPr/>
                <p14:nvPr/>
              </p14:nvContentPartPr>
              <p14:xfrm>
                <a:off x="8074522" y="2064777"/>
                <a:ext cx="308880" cy="29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9A2EB19-76BE-3C4F-AB2E-C2E2131B3F4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070202" y="2060457"/>
                  <a:ext cx="3175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BE41A25-47A4-CBC6-4B8C-9216B96A909C}"/>
                    </a:ext>
                  </a:extLst>
                </p14:cNvPr>
                <p14:cNvContentPartPr/>
                <p14:nvPr/>
              </p14:nvContentPartPr>
              <p14:xfrm>
                <a:off x="8255242" y="1980537"/>
                <a:ext cx="280080" cy="393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BE41A25-47A4-CBC6-4B8C-9216B96A909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50922" y="1976217"/>
                  <a:ext cx="28872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996B070-94B3-3E95-DCCC-CE6A5A3DAB56}"/>
                    </a:ext>
                  </a:extLst>
                </p14:cNvPr>
                <p14:cNvContentPartPr/>
                <p14:nvPr/>
              </p14:nvContentPartPr>
              <p14:xfrm>
                <a:off x="8214202" y="2713857"/>
                <a:ext cx="152640" cy="4089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996B070-94B3-3E95-DCCC-CE6A5A3DAB5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209882" y="2709537"/>
                  <a:ext cx="16128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7C2CCD2-A745-F751-E63F-95D227DC13CB}"/>
                    </a:ext>
                  </a:extLst>
                </p14:cNvPr>
                <p14:cNvContentPartPr/>
                <p14:nvPr/>
              </p14:nvContentPartPr>
              <p14:xfrm>
                <a:off x="8128882" y="2492817"/>
                <a:ext cx="647640" cy="10148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7C2CCD2-A745-F751-E63F-95D227DC13C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124562" y="2488497"/>
                  <a:ext cx="656280" cy="10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944564B-9EF9-215B-E83D-EB00D7856E73}"/>
                    </a:ext>
                  </a:extLst>
                </p14:cNvPr>
                <p14:cNvContentPartPr/>
                <p14:nvPr/>
              </p14:nvContentPartPr>
              <p14:xfrm>
                <a:off x="8277202" y="2925177"/>
                <a:ext cx="354960" cy="604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944564B-9EF9-215B-E83D-EB00D7856E7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272882" y="2920857"/>
                  <a:ext cx="3636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C234065-E366-8469-FBE0-AD2CE076F158}"/>
                    </a:ext>
                  </a:extLst>
                </p14:cNvPr>
                <p14:cNvContentPartPr/>
                <p14:nvPr/>
              </p14:nvContentPartPr>
              <p14:xfrm>
                <a:off x="8351722" y="2587497"/>
                <a:ext cx="259920" cy="8607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C234065-E366-8469-FBE0-AD2CE076F15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347402" y="2583177"/>
                  <a:ext cx="268560" cy="86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038EDF9-7E1A-FE5B-3DCF-5575D5EEBB26}"/>
                    </a:ext>
                  </a:extLst>
                </p14:cNvPr>
                <p14:cNvContentPartPr/>
                <p14:nvPr/>
              </p14:nvContentPartPr>
              <p14:xfrm>
                <a:off x="8539642" y="2761737"/>
                <a:ext cx="231480" cy="342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038EDF9-7E1A-FE5B-3DCF-5575D5EEBB2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535322" y="2757417"/>
                  <a:ext cx="2401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2CFB466-AF4C-5064-D227-CDFB5FEAD85C}"/>
                    </a:ext>
                  </a:extLst>
                </p14:cNvPr>
                <p14:cNvContentPartPr/>
                <p14:nvPr/>
              </p14:nvContentPartPr>
              <p14:xfrm>
                <a:off x="6209002" y="2293017"/>
                <a:ext cx="364680" cy="312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2CFB466-AF4C-5064-D227-CDFB5FEAD85C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204682" y="2288697"/>
                  <a:ext cx="37332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F6420D1-7B33-68A2-C35C-E86C63BA2E12}"/>
                    </a:ext>
                  </a:extLst>
                </p14:cNvPr>
                <p14:cNvContentPartPr/>
                <p14:nvPr/>
              </p14:nvContentPartPr>
              <p14:xfrm>
                <a:off x="6779962" y="2240097"/>
                <a:ext cx="331560" cy="90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F6420D1-7B33-68A2-C35C-E86C63BA2E1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775642" y="2235777"/>
                  <a:ext cx="34020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A964446-F2C5-BA3E-9ECD-0D1526FAE68C}"/>
                    </a:ext>
                  </a:extLst>
                </p14:cNvPr>
                <p14:cNvContentPartPr/>
                <p14:nvPr/>
              </p14:nvContentPartPr>
              <p14:xfrm>
                <a:off x="6967522" y="2130297"/>
                <a:ext cx="343800" cy="309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A964446-F2C5-BA3E-9ECD-0D1526FAE68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963202" y="2125977"/>
                  <a:ext cx="3524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E28BBD3-7FD7-502B-9048-531AF5242D4B}"/>
                    </a:ext>
                  </a:extLst>
                </p14:cNvPr>
                <p14:cNvContentPartPr/>
                <p14:nvPr/>
              </p14:nvContentPartPr>
              <p14:xfrm>
                <a:off x="6716602" y="1964337"/>
                <a:ext cx="381600" cy="315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E28BBD3-7FD7-502B-9048-531AF5242D4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712282" y="1960017"/>
                  <a:ext cx="390240" cy="32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6E4E1231-1689-F695-E385-191369B5BD10}"/>
                  </a:ext>
                </a:extLst>
              </p14:cNvPr>
              <p14:cNvContentPartPr/>
              <p14:nvPr/>
            </p14:nvContentPartPr>
            <p14:xfrm>
              <a:off x="7220242" y="2893857"/>
              <a:ext cx="654480" cy="8431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6E4E1231-1689-F695-E385-191369B5BD1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7215922" y="2889537"/>
                <a:ext cx="663120" cy="85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18679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1"/>
            <a:ext cx="7391400" cy="2093120"/>
          </a:xfrm>
        </p:spPr>
        <p:txBody>
          <a:bodyPr/>
          <a:lstStyle/>
          <a:p>
            <a:r>
              <a:rPr lang="en-US" sz="3200" dirty="0"/>
              <a:t>Applications of Transfer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/>
          </p:nvPr>
        </p:nvSpPr>
        <p:spPr>
          <a:xfrm>
            <a:off x="152400" y="2057401"/>
            <a:ext cx="7772400" cy="1102519"/>
          </a:xfrm>
        </p:spPr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Image Classification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Names Entity Recognition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Sentiment Analysis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Cross Lingual Learning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Gaming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Image Recognition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Speech Recognition</a:t>
            </a:r>
          </a:p>
        </p:txBody>
      </p:sp>
    </p:spTree>
    <p:extLst>
      <p:ext uri="{BB962C8B-B14F-4D97-AF65-F5344CB8AC3E}">
        <p14:creationId xmlns:p14="http://schemas.microsoft.com/office/powerpoint/2010/main" val="609736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 Tuning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452200" y="2114551"/>
            <a:ext cx="614875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242424"/>
                </a:solidFill>
                <a:latin typeface="source-serif-pro"/>
              </a:rPr>
              <a:t>Fine-tuning takes it a step further by allowing the pre-trained layers to be updated. 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US" sz="2100" dirty="0">
              <a:solidFill>
                <a:srgbClr val="242424"/>
              </a:solidFill>
              <a:latin typeface="source-serif-pro"/>
            </a:endParaRP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242424"/>
                </a:solidFill>
                <a:latin typeface="source-serif-pro"/>
              </a:rPr>
              <a:t>Beneficial when the new dataset is large enough and similar to the original dataset on which the pre-trained model was trained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13249020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CH-7 - </a:t>
            </a:r>
            <a:r>
              <a:rPr lang="en-IN" dirty="0"/>
              <a:t>Speech and Language Processing by Daniel </a:t>
            </a:r>
            <a:r>
              <a:rPr lang="en-IN" dirty="0" err="1"/>
              <a:t>Jurafsky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08916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923061" y="2362201"/>
            <a:ext cx="729787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hlinkClick r:id="rId2"/>
              </a:rPr>
              <a:t>https://www.youtube.com/watch?v=BtmsIy0j_dY&amp;t=5s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7767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A758FEF1429047AE09681CC0F7D167" ma:contentTypeVersion="28" ma:contentTypeDescription="Create a new document." ma:contentTypeScope="" ma:versionID="3d53ea8c32564d09b7e82dbdc6bb24a4">
  <xsd:schema xmlns:xsd="http://www.w3.org/2001/XMLSchema" xmlns:xs="http://www.w3.org/2001/XMLSchema" xmlns:p="http://schemas.microsoft.com/office/2006/metadata/properties" xmlns:ns2="15d03a25-cda5-4943-9684-7d18d97bb3bc" targetNamespace="http://schemas.microsoft.com/office/2006/metadata/properties" ma:root="true" ma:fieldsID="433e705946a9d0e3592fcd5bee88941e" ns2:_="">
    <xsd:import namespace="15d03a25-cda5-4943-9684-7d18d97bb3bc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03a25-cda5-4943-9684-7d18d97bb3bc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bookType xmlns="15d03a25-cda5-4943-9684-7d18d97bb3bc" xsi:nil="true"/>
    <LMS_Mappings xmlns="15d03a25-cda5-4943-9684-7d18d97bb3bc" xsi:nil="true"/>
    <Owner xmlns="15d03a25-cda5-4943-9684-7d18d97bb3bc">
      <UserInfo>
        <DisplayName/>
        <AccountId xsi:nil="true"/>
        <AccountType/>
      </UserInfo>
    </Owner>
    <FolderType xmlns="15d03a25-cda5-4943-9684-7d18d97bb3bc" xsi:nil="true"/>
    <CultureName xmlns="15d03a25-cda5-4943-9684-7d18d97bb3bc" xsi:nil="true"/>
    <Distribution_Groups xmlns="15d03a25-cda5-4943-9684-7d18d97bb3bc" xsi:nil="true"/>
    <Templates xmlns="15d03a25-cda5-4943-9684-7d18d97bb3bc" xsi:nil="true"/>
    <Invited_Students xmlns="15d03a25-cda5-4943-9684-7d18d97bb3bc" xsi:nil="true"/>
    <IsNotebookLocked xmlns="15d03a25-cda5-4943-9684-7d18d97bb3bc" xsi:nil="true"/>
    <Teachers xmlns="15d03a25-cda5-4943-9684-7d18d97bb3bc">
      <UserInfo>
        <DisplayName/>
        <AccountId xsi:nil="true"/>
        <AccountType/>
      </UserInfo>
    </Teachers>
    <Students xmlns="15d03a25-cda5-4943-9684-7d18d97bb3bc">
      <UserInfo>
        <DisplayName/>
        <AccountId xsi:nil="true"/>
        <AccountType/>
      </UserInfo>
    </Students>
    <Student_Groups xmlns="15d03a25-cda5-4943-9684-7d18d97bb3bc">
      <UserInfo>
        <DisplayName/>
        <AccountId xsi:nil="true"/>
        <AccountType/>
      </UserInfo>
    </Student_Groups>
    <Math_Settings xmlns="15d03a25-cda5-4943-9684-7d18d97bb3bc" xsi:nil="true"/>
    <Teams_Channel_Section_Location xmlns="15d03a25-cda5-4943-9684-7d18d97bb3bc" xsi:nil="true"/>
    <AppVersion xmlns="15d03a25-cda5-4943-9684-7d18d97bb3bc" xsi:nil="true"/>
    <TeamsChannelId xmlns="15d03a25-cda5-4943-9684-7d18d97bb3bc" xsi:nil="true"/>
    <Self_Registration_Enabled xmlns="15d03a25-cda5-4943-9684-7d18d97bb3bc" xsi:nil="true"/>
    <Has_Teacher_Only_SectionGroup xmlns="15d03a25-cda5-4943-9684-7d18d97bb3bc" xsi:nil="true"/>
    <DefaultSectionNames xmlns="15d03a25-cda5-4943-9684-7d18d97bb3bc" xsi:nil="true"/>
    <Is_Collaboration_Space_Locked xmlns="15d03a25-cda5-4943-9684-7d18d97bb3bc" xsi:nil="true"/>
    <Invited_Teachers xmlns="15d03a25-cda5-4943-9684-7d18d97bb3bc" xsi:nil="true"/>
  </documentManagement>
</p:properties>
</file>

<file path=customXml/itemProps1.xml><?xml version="1.0" encoding="utf-8"?>
<ds:datastoreItem xmlns:ds="http://schemas.openxmlformats.org/officeDocument/2006/customXml" ds:itemID="{BE5AF576-4556-4CE4-A550-180F391E4B5F}"/>
</file>

<file path=customXml/itemProps2.xml><?xml version="1.0" encoding="utf-8"?>
<ds:datastoreItem xmlns:ds="http://schemas.openxmlformats.org/officeDocument/2006/customXml" ds:itemID="{1F554599-CB27-4331-98FE-BF2EE9618741}"/>
</file>

<file path=customXml/itemProps3.xml><?xml version="1.0" encoding="utf-8"?>
<ds:datastoreItem xmlns:ds="http://schemas.openxmlformats.org/officeDocument/2006/customXml" ds:itemID="{B9E6DC0F-0F8E-4663-8C9B-F0A4CDD05139}"/>
</file>

<file path=docProps/app.xml><?xml version="1.0" encoding="utf-8"?>
<Properties xmlns="http://schemas.openxmlformats.org/officeDocument/2006/extended-properties" xmlns:vt="http://schemas.openxmlformats.org/officeDocument/2006/docPropsVTypes">
  <Template>IS-ZC351-LEC-03</Template>
  <TotalTime>59297</TotalTime>
  <Words>820</Words>
  <Application>Microsoft Office PowerPoint</Application>
  <PresentationFormat>On-screen Show (4:3)</PresentationFormat>
  <Paragraphs>109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Calibri</vt:lpstr>
      <vt:lpstr>Cambria</vt:lpstr>
      <vt:lpstr>source-serif-pro</vt:lpstr>
      <vt:lpstr>Tahoma</vt:lpstr>
      <vt:lpstr>Times New Roman</vt:lpstr>
      <vt:lpstr>1_Office Theme</vt:lpstr>
      <vt:lpstr>Office Theme</vt:lpstr>
      <vt:lpstr>2_Office Theme</vt:lpstr>
      <vt:lpstr>Natural Language Processing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prompt engineering</vt:lpstr>
      <vt:lpstr>PowerPoint Presentation</vt:lpstr>
      <vt:lpstr>PowerPoint Presentation</vt:lpstr>
      <vt:lpstr>PowerPoint Presentation</vt:lpstr>
      <vt:lpstr>PowerPoint Presentation</vt:lpstr>
      <vt:lpstr>Chain-of-Thought (CoT) Prompting</vt:lpstr>
      <vt:lpstr>PowerPoint Presentation</vt:lpstr>
      <vt:lpstr>Advantages of Chain-of-Thought (CoT) Prompting</vt:lpstr>
      <vt:lpstr>Generated Knowledge Prompting</vt:lpstr>
      <vt:lpstr>Example : Medical Domain</vt:lpstr>
      <vt:lpstr>DL Model Types</vt:lpstr>
      <vt:lpstr>PowerPoint Presentation</vt:lpstr>
      <vt:lpstr>PowerPoint Presentation</vt:lpstr>
      <vt:lpstr>Notification Assistant</vt:lpstr>
      <vt:lpstr>Personalized Assistant</vt:lpstr>
      <vt:lpstr>PowerPoint Presentation</vt:lpstr>
      <vt:lpstr>PowerPoint Presentation</vt:lpstr>
      <vt:lpstr>Real-life challenges in NLP tasks</vt:lpstr>
      <vt:lpstr>Transfer Learning</vt:lpstr>
      <vt:lpstr>Transductive vs Inductive Transfer Learning</vt:lpstr>
      <vt:lpstr>Applications of Transfer Learning</vt:lpstr>
      <vt:lpstr>Fine Tuning</vt:lpstr>
      <vt:lpstr>PowerPoint Presentation</vt:lpstr>
      <vt:lpstr>PowerPoint Presentation</vt:lpstr>
    </vt:vector>
  </TitlesOfParts>
  <Company>State  University of New York at Buffalo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Avinash</dc:creator>
  <cp:lastModifiedBy>VIJAYALAKSHMI ANAND .</cp:lastModifiedBy>
  <cp:revision>677</cp:revision>
  <cp:lastPrinted>1601-01-01T00:00:00Z</cp:lastPrinted>
  <dcterms:created xsi:type="dcterms:W3CDTF">2001-10-10T03:11:58Z</dcterms:created>
  <dcterms:modified xsi:type="dcterms:W3CDTF">2026-06-14T09:52:12Z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0x01010035A758FEF1429047AE09681CC0F7D167</vt:lpwstr>
  </property>
</Properties>
</file>