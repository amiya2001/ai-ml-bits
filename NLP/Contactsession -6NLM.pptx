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657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0"/>
  </p:notesMasterIdLst>
  <p:sldIdLst>
    <p:sldId id="348" r:id="rId2"/>
    <p:sldId id="335" r:id="rId3"/>
    <p:sldId id="362" r:id="rId4"/>
    <p:sldId id="345" r:id="rId5"/>
    <p:sldId id="363" r:id="rId6"/>
    <p:sldId id="364" r:id="rId7"/>
    <p:sldId id="365" r:id="rId8"/>
    <p:sldId id="357" r:id="rId9"/>
    <p:sldId id="289" r:id="rId10"/>
    <p:sldId id="333" r:id="rId11"/>
    <p:sldId id="366" r:id="rId12"/>
    <p:sldId id="358" r:id="rId13"/>
    <p:sldId id="354" r:id="rId14"/>
    <p:sldId id="367" r:id="rId15"/>
    <p:sldId id="355" r:id="rId16"/>
    <p:sldId id="290" r:id="rId17"/>
    <p:sldId id="356" r:id="rId18"/>
    <p:sldId id="347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41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0 752,'0'0'1265,"130"215"-1105,-75-148-160,-1 2-16,-5-11 16,-7-1-32,-9-11-96,-8-16-1713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54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7940,'0'0'5856,"36"3"-4808,271 35 518,84-2-286,6-32-388,140-44 7,-9-45-139,-516 83-746,279-47 226,-230 41-230,-130 10 54,-93 16 0,-73 24-25,51-8-14,114-23-14,-101 22 24,170-33-40,-1 1 1,0-1-1,1 1 1,-1-1-1,1 1 1,-1 0-1,1-1 1,-1 1-1,1 0 1,-1 0-1,1 0 1,0 0-1,-1 0 1,1 1-1,0-1 1,0 0-1,-2 3 1,3-3-43,0 0 1,0 0 0,0 0-1,0 0 1,0 0 0,0 1-1,1-1 1,-1 0 0,0 0-1,0 0 1,1 0 0,-1 0-1,1 0 1,-1 0-1,1 0 1,-1 0 0,1 0-1,0-1 1,-1 1 0,1 0-1,0 0 1,0 0 0,0-1-1,-1 1 1,1 0 0,0-1-1,0 1 1,0-1 0,0 1-1,2 0 1,12 6-1286,0 0-1,0-1 1,1-1 0,-1 0 0,30 5 0,33 0-9580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41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2 174 5330,'-2'-1'8870,"10"-1"-4643,1735 2-694,877 0-3035,-2127-29-387,-449 25-72,-1-1 35,0-1 0,0-3 0,46-15 0,-41 10 110,-36 12-160,1-1-1,-1-1 0,0 0 1,1-1-1,-2 0 0,1-1 1,-1 0-1,0-1 0,0 0 0,-1-1 1,13-12-1,-22 19-52,-153 0-6318,77 2 3898,-55-1-2730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0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242 298 10485,'0'0'11787,"24"-11"-10798,78-30-84,-84 34-592,1 2 0,0 0 0,0 1 1,21-1-1,8-2 348,-29 4-468,-4 1 311,-36 1-80,-4 1-346,-62-1 130,-125 16-1,23 6 164,159-14-136,29-7-219,5 0-35,14 0 23,186-8 102,-107 1-42,-96 7 3,-16 0 74,-11 0-118,1 2 0,-1 1 1,1 1-1,0 1 0,0 1 0,-42 16 1,53-12-19,14-10-7,0 0 1,0 0-1,1 0 1,-1 0 0,0 0-1,0 0 1,1 0 0,-1 0-1,0 0 1,0 0-1,0 0 1,1 0 0,-1 0-1,0 0 1,0 0 0,1 0-1,-1 0 1,0 0 0,0 0-1,0 0 1,1 0-1,-1 0 1,0 1 0,0-1-1,0 0 1,0 0 0,1 0-1,-1 0 1,0 1 0,0-1-1,0 0 1,0 0-1,0 0 1,0 0 0,0 1-1,1-1 1,-1 0 0,0 0-1,0 0 1,0 1-1,0-1 1,0 0 0,0 0-1,0 1 1,0-1 0,0 0-1,0 0 1,0 0 0,0 1-1,0-1 1,0 0-1,0 0 1,0 1 0,-1-1-1,1 0 1,0 0 0,0 0-1,0 0 1,0 1 0,0-1-1,0 0 1,-1 0-1,1 1 1,46-1 177,21 0 203,107-12 0,-155 10-168,-1 1 1,30 2 0,10-1-87,575-61 496,-317 24-228,233-45 326,-218 28-451,-218 33-268,-57 7 0,-30 10 0,4-1 0,-58 3 0,7 2 0,-286 13 0,-293 53 0,387-42 0,-409 62 0,324-10 0,261-66 0,26-5 0,14-4 0,23-2 0,-25 1 0,49-5 0,79-20 0,-46 7 0,456-54 0,-459 64 0,-57 6 0,-15 1 0,0 1 0,0-1 0,0-1 0,0 0 0,10-3 0,-9-4 7,-9 9-8,0 0 0,0 0 0,0 0 1,0-1-1,0 1 0,1 0 0,-1 0 1,0-1-1,0 1 0,0 0 1,0 0-1,0-1 0,0 1 0,0 0 1,0 0-1,0-1 0,0 1 0,0 0 1,-1 0-1,1 0 0,0-1 0,0 1 1,0 0-1,0 0 0,0 0 0,0-1 1,0 1-1,-1 0 0,1 0 0,0 0 1,0-1-1,0 1 0,0 0 0,-1 0 1,1 0-1,0 0 0,0 0 0,0-1 1,-1 1-1,1 0 0,0 0 1,0 0-1,-1 0 0,1 0 0,-8-1-448,0-1-1,-1 2 0,-12-1 0,-28 7-4738,12 9-2141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08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61 14375,'0'0'7318,"30"-10"-5792,96-33-473,-119 41-930,-1 1 0,1-1-1,-1 1 1,1 0 0,7 1-1,-13 0-83,0 0-1,1 0 0,-1 0 0,0 0 1,0 0-1,1 0 0,-1 1 0,0-1 1,0 1-1,1-1 0,-1 1 1,0-1-1,0 1 0,0 0 0,0-1 1,0 1-1,1 1 0,-1 0-4,0-1 0,0 1-1,-1 0 1,1 0 0,-1 0-1,0 0 1,1-1 0,-1 1-1,0 0 1,0 0 0,0 0-1,0 0 1,-1 0 0,1 0-1,0 0 1,-1-1 0,0 1-1,1 0 1,-1 0 0,0 0-1,0-1 1,0 1 0,-1 1-1,-3 5 65,0 0-1,-1-1 0,0 0 1,0 0-1,0-1 0,-1 0 0,0 0 1,-1 0-1,1-1 0,-1 0 0,-12 6 1,-10 3 166,-57 21 1,-10-10 3,28-8-45,68-19 43,7-3-206,10-9-47,0 3 1,1 0-1,0 1 1,1 1 0,0 1 0,0 0-1,1 2 1,0 0 0,0 1 0,1 0-1,-1 2 1,1 0 0,34 1 0,-9 2 84,-45 0 127,-17 0-95,-193 9 1,209-9-130,1 0-1,-1 0 1,0 0 0,1 0-1,-1-1 1,0 1 0,1 0-1,-1 0 1,1 0 0,-1-1-1,1 1 1,-1 0 0,1-1-1,-1 1 1,1 0 0,-1-1-1,1 1 1,-1-1 0,1 1-1,-1-1 1,1 1 0,0-1 0,-1 1-1,1-1 1,0 1 0,0-1-1,-1 0 1,1 1 0,0-1-1,0 1 1,0-1 0,0 0-1,-1-23-322,1 18-18,2-43-7208,5 17-4807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09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436 303 13046,'0'0'10397,"33"-8"-9461,105-27-175,-121 32-521,0 0 1,1 0 0,-1 2-1,1 0 1,21 2 0,-2 1 793,-35-2-260,-63 16 275,12-3-858,-54 8-1,97-20-178,5-1-9,0 0 0,0 0 0,0 0 0,0 0 0,0 0 0,0 0 0,0 1 0,1-1 0,-1 0 0,0 0 0,0 1 0,0-1 0,0 1 0,0-1 0,0 1 0,1-1 0,-1 1 0,0 0 0,-1 1 0,1-1 154,15-11 41,-8 6-184,-1 0 1,1 1 0,0 0-1,0 0 1,0 1 0,0-1 0,0 1-1,1 1 1,7-2 0,6 0 61,35 2 0,-44 1-42,-11 1-29,1-1 0,-1 1 0,1 0-1,0 0 1,-1-1 0,1 1 0,-1 0 0,0 0 0,1 0 0,-1 0 0,0 0-1,1 0 1,-1 0 0,0-1 0,0 1 0,0 0 0,0 0 0,0 0 0,0 0-1,0 0 1,0 0 0,-1 2 0,-1 22 107,1-23-98,-1 0-1,1 0 0,0 0 1,-1 0-1,1 0 1,-1-1-1,1 1 1,-1 0-1,0-1 1,0 1-1,0-1 1,0 0-1,0 0 0,-2 2 1,-31 11 115,27-12-119,-1 0 0,1 0 1,-1 0-1,0-1 0,1-1 0,-1 0 0,0 0 1,0 0-1,1-1 0,-1 0 0,0-1 0,1 0 1,-1 0-1,-11-6 0,-6-4-359,0-1-1,1-2 1,-24-18-1,40 27 138,-210-153-8896,72 48-4901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1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10 748 7972,'0'0'8905,"-1"-22"-7270,-2-5-929,-1-17-161,3-5 7113,7 56-7344,104 86 740,-22-6-546,68 64-45,-134-131-317,1-1-1,1 0 0,49 27 1,-66-43-104,0-1 1,-1 1-1,1-2 1,0 1-1,0-1 1,0 0-1,0 0 1,0-1-1,0 0 1,0 0-1,0-1 1,0 0-1,0 0 1,0 0-1,0-1 0,0 0 1,0-1-1,-1 1 1,1-1-1,-1-1 1,0 1-1,0-1 1,0 0-1,9-9 1,134-118 581,117-92-18,-22 57-540,320-163 1,-365 233-67,-159 79 0,1 3 0,0 1 0,47-8 0,-56 17 0,-1 1 0,38 2 0,-43 2 0,-21-1-60,0 1 0,0 0 1,0 0-1,0 0 0,0 1 0,0-1 1,0 1-1,-1 0 0,1 1 0,-1-1 1,0 1-1,1 0 0,-1 0 0,-1 0 1,1 1-1,0-1 0,-1 1 0,1 0 1,-1 0-1,0 0 0,4 9 0,-1-2-239,0 0-1,-1 1 1,0-1 0,-1 1-1,-1 0 1,0 0-1,0 1 1,0 12-1,-1-12-1213,-1 1 1,0 0-1,-2-1 0,1 1 1,-2 0-1,-3 18 0,2-26-655,0 1-1,-1-1 0,0 0 0,0 0 1,-8 10-1,12-15 2119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11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0 496,'0'0'592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11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28 273 7732,'0'0'10148,"-4"-7"-8793,-11-19-279,7 19 1994,8 10-2403,0 2-487,0 0-1,1 0 1,0 0-1,0 0 1,0-1-1,1 1 1,0 0-1,0-1 1,0 1-1,4 6 1,35 42 725,-15-21-487,11 17 41,115 148 638,-110-147-713,86 78 0,-123-124-358,0-1 1,-1 1-1,1-1 1,0 0 0,0 0-1,1-1 1,-1 0-1,0 1 1,1-2 0,0 1-1,-1-1 1,1 0-1,0 0 1,0 0-1,-1-1 1,1 0 0,0 0-1,0 0 1,0-1-1,0 0 1,-1 0 0,1-1-1,0 1 1,-1-1-1,1 0 1,-1-1 0,0 1-1,0-1 1,0 0-1,5-4 1,142-116 515,-53 39-294,221-160 298,-211 169-341,124-63-1,-177 110-115,2 2 1,65-21-1,-87 37-53,0 0 0,0 3 0,1 1 0,70-3 0,-75 8-46,-19 0-7,0 1-1,0 0 0,-1 1 0,20 3 1,-29-4 12,-1 1 0,1 0 0,0 0 0,0 0 0,-1 0 0,1 0 0,-1 0 0,1 1 0,-1-1 0,0 1 0,1 0 0,-1 0 0,0 0 0,0 0 1,0 0-1,-1 0 0,1 1 0,0-1 0,-1 0 0,0 1 0,1-1 0,-1 1 0,0 0 0,0-1 0,0 4 0,2 12-202,-1-1 0,0 1-1,-2 0 1,-1 18 0,0 2-430,0-19-23,0-1 0,-1 1-1,-1 0 1,-1-1 0,-8 25-1,5-21-2681,-22 40-1,-9-2-7353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6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0 15623,'0'0'4960,"-30"12"-4765,-101 44-35,121-51-144,0 0 1,0 1 0,1 0 0,0 0 0,0 1 0,0 0 0,1 1-1,0 0 1,0 0 0,1 0 0,-7 12 0,9-11 12,0 0 1,1 1 0,1 0-1,0 0 1,0 0 0,1 0-1,0 0 1,0 0 0,1 1-1,1 11 1,-1-15-13,1 0 0,1 0 0,-1 0 0,1 0-1,1 0 1,-1 0 0,1 0 0,0 0 0,1 0 0,0-1 0,4 8 0,-2-5 12,1-1 1,0-1-1,1 1 0,0-1 0,0 0 1,1-1-1,13 11 0,18 7 29,60 29-1,-66-37-45,0 2 0,-1 0 0,30 25 0,-59-41-1,0 0 0,-1 1 1,1-1-1,0 1 0,-1 0 0,1 0 0,-1 0 1,0 0-1,0 0 0,0 0 0,0 1 0,-1-1 0,0 1 1,1-1-1,-1 1 0,0-1 0,-1 1 0,1 0 1,0 0-1,-1 6 0,0-9 14,-1 1 0,1 0 0,0-1 0,-1 1 0,1 0 0,-1-1 0,1 1 0,-1-1 0,0 1 0,0-1 0,0 1 1,0-1-1,0 0 0,0 1 0,0-1 0,0 0 0,0 0 0,-1 0 0,1 0 0,0 0 0,-1 0 0,1 0 0,-1 0 0,1 0 0,-1-1 0,-2 2 0,-6 1 77,1 0-1,-1-1 0,-14 2 1,16-3-29,-75 8 320,-138-2-1,189-7-393,31 0-21,1 0 0,-1 0 0,0 0-1,1 1 1,-1-1 0,0 0 0,1 0-1,-1 0 1,0 0 0,1-1-1,-1 1 1,0 0 0,0 0 0,1 0-1,-1 0 1,0-1 0,1 1 0,-1 0-1,1-1 1,-1 1 0,0 0 0,1-1-1,-1 1 1,1-1 0,-1 1-1,1-1 1,-1 1 0,1-1 0,0 1-1,-1-1 1,1 0 0,0 1 0,-1-1-1,1 0 1,0 1 0,-1-1 0,1 0-1,0 1 1,0-1 0,0 0-1,0 1 1,0-1 0,0 0 0,0-1-1,1-1-231,0 0 0,0 0 0,0 0 0,1 0 0,-1 1 0,1-1 0,0 0 0,0 1 0,0-1 0,3-2 0,7-7-1859,1 1 0,21-14 0,49-31-8294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7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274 212 15399,'0'0'4744,"-31"10"-2655,-101 39-1028,126-46-1010,0 0 0,0 1 0,1-1-1,-1 1 1,1 0 0,0 1-1,0-1 1,0 1 0,0 0 0,1 0-1,0 1 1,0-1 0,1 1 0,-1 0-1,1 0 1,0 0 0,-3 10-1,1-5 11,1-1-46,1-1 0,0 1 1,0-1-1,1 1 0,0 0 0,0 0 0,1 0 1,1 0-1,-1 0 0,2 0 0,-1 0 0,3 10 1,-2-17-28,0-1 0,0 1 1,0-1-1,0 0 1,1 1-1,-1-1 0,1 0 1,-1 0-1,1 0 1,0 0-1,0 0 0,0 0 1,0 0-1,0-1 1,0 1-1,0-1 0,1 0 1,-1 1-1,0-1 1,1 0-1,-1 0 0,1-1 1,0 1-1,-1 0 1,4 0-1,9 1-208,0-1 0,0 0-1,20-1 1,-16-1-105,-12 1 220,0 0-1,1-1 0,-1 0 1,0 0-1,0-1 0,0 0 1,0 0-1,0-1 1,0 0-1,-1 0 0,12-8 1,-6 3 51,-1-2 1,0 0 0,0 0-1,17-21 1,-25 27 184,1 0 0,-1 0-1,0 0 1,0 0 0,-1 0 0,1-1-1,-1 1 1,0-1 0,0 0-1,0 1 1,0-1 0,-1 0 0,0 0-1,0 0 1,0-8 837,-2 15-959,1 1 1,-1-1-1,1 0 0,0 1 0,0-1 0,0 1 0,0-1 0,0 1 0,0-1 0,1 1 0,-1-1 0,1 0 0,-1 1 0,1-1 0,0 0 0,0 1 0,0-1 0,1 0 0,-1 0 0,0 0 0,1 0 0,-1 0 0,1 0 0,0-1 0,0 1 0,-1 0 0,1-1 0,0 0 0,0 1 0,1-1 0,-1 0 0,0 0 0,0 0 0,1 0 0,1 0 0,8 3-83,-1-1 0,0 0-1,1-1 1,-1-1 0,1 0 0,12 0 0,-14-1-151,-1 0 1,1-1-1,-1 0 0,14-3 1,-19 3 132,-1-1-1,1 1 1,0-1 0,-1 0 0,1 0-1,-1 0 1,0 0 0,1-1 0,-1 1-1,0-1 1,0 0 0,-1 0 0,4-4-1,-1 0 104,1-1-1,-1 0 0,-1 0 0,1 0 1,-1 0-1,-1-1 0,1 0 1,-1 0-1,-1 0 0,0 0 0,0 0 1,-1-1-1,0-14 691,-1 30-140,0 7-415,0 22 143,0-33-283,0 0 1,1 0-1,-1-1 0,1 1 1,-1 0-1,1-1 0,-1 1 1,1 0-1,0-1 0,0 1 1,0-1-1,0 1 1,0-1-1,0 0 0,0 1 1,1-1-1,1 2 0,4 0-55,0-1 0,0 1 0,0-1-1,1-1 1,-1 1 0,0-1 0,1 0 0,-1-1-1,1 0 1,14-2 0,-1 2-408,-16 0 362,-1 0 0,1-1 0,0 0 0,-1 0 0,1 0-1,-1 0 1,1 0 0,-1-1 0,0 0 0,1 0 0,-1 0-1,0-1 1,0 1 0,-1-1 0,1 0 0,0 0 0,-1 0-1,0-1 1,0 1 0,0-1 0,0 0 0,2-4-1,0 0 205,-1 0 0,0 0 0,-1-1 0,0 1-1,0-1 1,-1 0 0,0 0 0,0 0-1,-1 0 1,0-14 891,0 27-880,0 0-90,1 1 1,-1-1-1,1 0 0,1 1 0,-1-1 0,1 0 1,-1 0-1,1 0 0,0 0 0,0-1 1,1 1-1,-1-1 0,1 0 0,0 0 1,0 0-1,0-1 0,0 1 0,0-1 1,0 0-1,1 0 0,-1 0 0,1-1 1,8 2-1,10 2-106,-1-2-1,1-1 1,41-1 0,-53-1 34,-6 1 31,0-1 1,0-1-1,-1 1 0,1-1 1,0 1-1,0-1 0,-1-1 1,7-1-1,-10 2 15,1 0 0,0 0 0,-1-1 0,1 1 0,-1 0 0,1-1 1,-1 1-1,1-1 0,-1 1 0,0-1 0,0 0 0,0 0 0,0 1 0,0-1 0,0 0 0,-1 0 0,1 0 0,0 0 0,-1 0 0,0 0 0,1 0 0,-1-2 0,1-6 72,0 0 0,0 1 0,-1-1 0,-1 0 0,0 0 0,0 0 0,-1 1 0,0-1 0,0 1 0,-1-1 0,0 1 0,-1 0 0,0 0-1,-7-11 1,2 7 51,6 10-106,0 0-1,1 0 1,0-1-1,-1 1 0,1-1 1,0 0-1,1 0 1,-1 1-1,1-1 0,0 0 1,0 0-1,-1-8 1,2 12-84,0-1 1,0 0-1,0 0 1,0 0-1,0 0 0,1 0 1,-1 0-1,0 0 1,1 1-1,-1-1 1,0 0-1,1 0 1,-1 0-1,1 1 1,0-1-1,-1 0 1,1 0-1,-1 1 1,1-1-1,0 1 1,1-2-1,21-8-1955,-14 7 823,55-17-7404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7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4 14086,'0'0'9311,"-33"-1"-8750,3-1-412,-1 2 0,-44 5 1,70-5-120,0 2 0,0-1-1,1 1 1,-1-1 0,1 1 0,-1 0 0,1 1 0,0-1 0,0 1-1,0 0 1,0 0 0,0 0 0,1 0 0,-6 8 0,2-2 39,1 0 0,1 1 0,0-1 0,-5 15-1,5-12-17,-3 10-23,1 1 0,0 0 0,2 0 0,1 0 0,1 0 0,1 1 0,2 36 0,0-52-45,0-1 0,0 1 0,1 0 0,0-1 0,1 1 0,0-1 0,0 1 0,5 10 0,-5-14-33,0 0 0,1-1 0,-1 1-1,1-1 1,0 1 0,0-1 0,0 0 0,0 0 0,0-1 0,1 1 0,-1 0-1,1-1 1,0 0 0,0 0 0,7 3 0,-3-3-54,-1 1 0,1-1 0,0 0 0,0-1 0,-1 0 0,1 0 0,0 0 0,0-1-1,0-1 1,0 1 0,0-1 0,0 0 0,-1-1 0,1 0 0,0 0 0,-1-1 0,1 0 0,-1 0 0,0-1 0,0 0 0,-1 0 0,1 0 0,-1-1 0,8-7 0,-3-1 109,0 0 1,-1-2 0,0 1 0,12-26 0,23-66 1070,-43 101-975,1-7 270,1 5 650,3 22-746,-3-5-339,1-1 1,0 0-1,0 0 0,0 0 0,2 0 1,-1-1-1,1 0 0,0 0 0,0-1 1,1 0-1,0 0 0,0-1 0,1 0 1,9 5-1,-8-6-869,1 0 0,-1 0 0,1-1 0,0-1 0,0 0 0,1 0 0,21 2 0,30-4-7705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7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 15591,'0'0'7897,"-30"3"-7465,-8 2-308,-52 13 0,82-16-111,-1 2 0,1-1 0,0 1 0,1 0 0,-1 1 0,1 0 0,0 0 0,0 0 0,0 1 0,1 0 0,0 0 0,0 1 0,0 0 0,-7 12 0,8-12-8,-1 0-22,1 1 0,0 0 0,1 0 0,0 1 0,0-1 0,0 1 0,1 0 0,0 0 0,1 0 0,0 0 0,1 0 0,0 0 0,0 1 0,1-1 0,1 16 0,-1-23 2,1-1-1,-1 0 1,0 1-1,1-1 0,0 0 1,-1 1-1,1-1 1,-1 0-1,1 0 1,0 0-1,0 0 0,0 0 1,0 0-1,0 0 1,0 0-1,0 0 1,0 0-1,0 0 0,0 0 1,1-1-1,-1 1 1,0-1-1,0 1 1,1-1-1,-1 1 0,0-1 1,3 1-1,4 0-38,0 0-1,1 0 0,13-1 0,-12 0-2,10 0-3,-1-1-1,27-4 1,-37 3 53,-1 0-1,1 0 1,-1-1 0,0-1-1,0 1 1,-1-1-1,15-10 1,-3-1 6,-17 12 44,1 0 0,0 1 0,1-1 0,-1 1 0,1-1 0,-1 1 0,1 0-1,-1 0 1,1 0 0,0 1 0,0-1 0,0 1 0,6-1 0,-8 2-37,-1 1 1,0 0-1,0-1 0,0 1 1,0 0-1,0-1 0,-1 1 0,1 0 1,0 0-1,0 0 0,0 0 1,-1 0-1,1 0 0,0 0 0,-1 0 1,1 0-1,-1 0 0,1 0 0,-1 1 1,0-1-1,0 0 0,1 0 1,-1 0-1,0 0 0,0 1 0,0 1 1,2 5 23,12 46 11,-2 2 0,-2-1-1,5 106 1,-15-159-48,-1-1 1,1 1-1,0-1 0,0 1 1,-1-1-1,1 1 0,-1-1 1,1 0-1,-1 1 0,1-1 1,-1 0-1,0 1 0,0-1 1,0 0-1,0 0 0,0 1 1,0-1-1,0 0 0,0 0 1,0 0-1,0 0 0,-1-1 1,1 1-1,0 0 0,-1 0 1,1-1-1,0 1 0,-1-1 1,1 1-1,-1-1 0,-2 1 0,-6 0-26,1 0 0,-1 0 0,-20-1 0,15-1-48,-1 2-88,10 0-14,0-1 1,0 0 0,1 0-1,-11-2 1,15 2 54,0 0-1,0 0 1,0-1 0,0 1-1,-1-1 1,1 1 0,0-1-1,0 1 1,0-1 0,0 0-1,0 1 1,1-1 0,-1 0-1,0 0 1,0 0 0,0 0 0,1 1-1,-1-1 1,0 0 0,1 0-1,-1-1 1,1 1 0,-1 0-1,1 0 1,-1 0 0,1 0-1,-1-2 1,1-1-581,0 0 1,0 1-1,0-1 0,0 0 1,0 0-1,1 1 0,1-8 1,18-38-10468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8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15143,'0'0'8116,"0"155"-10774,6-134-1872,12-15-5698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8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8788,'0'0'12155,"5"31"-11710,16 101-511,-17-106-1101,-1 1 0,0 43 1,-3-56-907,0-27 2412,0 0 1,1-1-1,1 1 1,0 0-1,0 0 1,2 0-1,-1 1 1,2-1-1,0 1 1,8-16 0,2 6 178,0 1 0,2 0 0,28-27 0,8-10-1083,-43 46-1015,0-1-1,15-27 1,-10 7-5850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8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1459 91 7956,'0'0'1963,"4"-4"-2390,14-16 6676,-37 14-3515,-420-45 1804,-8 42-1432,415 10-3031,1 1 0,-1 2 0,-36 9 0,-92 33 142,36-10 23,15-9 777,108-26-508,0 18-388,-1 0 0,-4 21 0,2-22-141,2 1 1,-1 20-1,3-36-29,0-1-1,0 1 1,1 0-1,0 0 1,-1 0-1,1 0 1,0 0-1,0 0 1,1-1-1,-1 1 0,0 0 1,1-1-1,0 1 1,0-1-1,-1 0 1,1 0-1,1 1 1,-1-1-1,0-1 1,0 1-1,4 2 0,-1-1-639,0 0 0,0-1 0,0 1 0,1-1 0,-1 0 0,1 0-1,0-1 1,-1 0 0,1 0 0,7 0 0,20 0-6461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1832 3 10133,'0'0'6885,"-28"-1"-3878,-13 0-2103,-123 1 1687,57 8-1446,0 4-1,0 5 1,-161 48-1,175-33-676,1 3-1,2 5 0,2 3 1,-144 96-1,125-55-229,3-3 421,85-67-549,1 1-1,1 1 1,0 0 0,1 2 0,1-1 0,1 2 0,0 0 0,2 1-1,0 0 1,-12 30 0,18-32-87,1 0 0,0 0-1,2 1 1,0 0 0,1 0-1,1 0 1,1-1 0,0 1-1,5 24 1,-3-25-23,2 0 0,0 1 0,1-2 0,1 1 0,1-1 0,0 0 0,1 0 0,16 23 0,12 14 0,48 52 0,-82-103 0,78 89 0,-37-46 0,62 90 0,-96-120 0,-1 1 0,0-1 0,8 30 0,-9-23 0,13 25 0,-20-47 0,0 0 0,0-1 0,1 0 0,-1 0 0,0 0 0,0 1 0,0-1 0,0 0 0,0 0 0,0 0 0,1 1 0,-1-1 0,0 0 0,0 0 0,0 0 0,1 0 0,-1 0 0,0 1 0,0-1 0,0 0 0,1 0 0,-1 0 0,0 0 0,0 0 0,1 0 0,-1 0 0,0 0 0,0 0 0,0 0 0,1 0 0,-1 0 0,0 0 0,0 0 0,1 0 0,-1 0 0,0 0 0,0 0 0,0 0 0,1 0 0,-1-1 0,52 2 0,6 0 0,0-3 0,73-11 0,247-62 0,-281 50 0,174-69 0,-235 77 0,0-1 0,-1-2 0,-1-2 0,-1-1 0,46-41 0,-36 23 0,-1-2 0,-3-2 0,37-54 0,-66 85 0,0 0 0,-1 0 0,-1-1 0,0-1 0,-1 1 0,-1-1 0,0 0 0,-1-1 0,-1 1 0,-1-1 0,0 0 0,1-22 0,-3 14 0,-1 0 0,-1 0 0,-1 0 0,-1 0 0,-2 0 0,-8-31 0,-44-93 0,-86-163 0,122 271 0,-43-64 0,55 93 0,1 1 0,-1 0 0,-1 0 0,0 1 0,-1 0 0,1 1 0,-2 1 0,1-1 0,-23-10 0,26 16 0,0 1 0,0 0 0,-1 1 0,1 0 0,0 0 0,-1 1 0,1 0 0,-13 2 0,-9-1 0,10 1-409,0 1-1,0 1 1,0 1-1,1 0 1,0 2-1,-20 9 1,0-1-978,-25 7-4277,7 2-5869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1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74 270 8500,'0'0'8985,"0"-20"-7443,0-59 64,3 91 2885,12 74-2848,-1 65-269,-6 216-1,-9-250-1177,0-111-193,-1-6 5,-3-10 16,4 9-19,-17-41-3,2 1 0,2-2 0,2 0 0,-9-53 0,11 25-3,-2-140 0,12 197-1,1 0 0,0-1 0,1 1 0,1 0 0,0 0 0,1 0 0,0 1 1,1-1-1,1 1 0,0 0 0,1 0 0,0 1 0,1 0 0,0 0 0,1 1 0,15-15 1,-14 15-5,1 0 0,0 1 0,0 1 0,1 0 1,1 1-1,-1 0 0,1 0 0,1 2 0,-1-1 1,1 2-1,0 0 0,0 1 0,1 0 0,-1 1 1,1 0-1,22 0 0,-32 4 4,-1 0-1,0 0 1,0 0 0,0 0 0,-1 1 0,1-1-1,0 1 1,-1 0 0,1 1 0,-1-1 0,1 0-1,-1 1 1,0 0 0,0 0 0,0 0-1,0 0 1,-1 0 0,1 0 0,-1 1 0,2 4-1,8 12-13,-1 1 0,11 27 0,-21-46 12,11 27 7,-1 0-1,-1 0 0,-1 1 1,-2 0-1,-1 0 0,-2 1 1,2 35-1,-6-52-6,0-4 1,0-1 0,-1 1 0,-2 15 0,2-22 1,1 0 0,-1 0-1,-1 0 1,1-1 0,0 1-1,-1 0 1,1 0 0,-1-1-1,0 1 1,0-1 0,0 0-1,0 1 1,0-1 0,-5 3-1,-5 3-4,1-1-1,-1 0 1,-1-1-1,1 0 1,-1-1-1,0-1 1,0 0 0,-1 0-1,-17 1 1,-12 0-142,-69-3 0,85-2 4,21 0-66,-8 1 13,0-2 0,0 0-1,-21-4 1,32 5-51,1-1-1,-1 1 1,1-1 0,-1 0 0,1 0 0,0 0-1,-1 0 1,1 0 0,0 0 0,0-1-1,-1 1 1,1-1 0,0 1 0,0-1-1,1 0 1,-1 0 0,0 0 0,1 0-1,-1 0 1,1 0 0,-1 0 0,1-1-1,0 1 1,0 0 0,0-1 0,1 1 0,-2-3-1,1-23-6035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2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212 115 6227,'0'0'7406,"5"-19"-5896,13-57 192,-14 56 1441,-6 27-2265,-5 13-217,-2-1 1,0 0 0,-14 22-1,-11 19 438,6-1-588,3 2 0,3 1 0,2 1 0,3 0 1,3 2-1,3-1 0,2 2 0,0 107 0,9-139-429,5 119 217,-2-134-258,0 0 0,1 0 1,0 0-1,2-1 1,15 35-1,-14-37 10,1-1-1,1 0 0,1-1 0,0 1 0,23 24 1,-27-34-20,-1 0 1,1 0 0,0-1-1,0 0 1,1 0 0,-1 0 0,1-1-1,0 1 1,0-2 0,0 1-1,0-1 1,1 0 0,-1-1 0,1 0-1,-1 0 1,9 0 0,-11-1-35,0 1 1,1-1 0,-1-1 0,0 1 0,0-1-1,0 0 1,0 0 0,0 0 0,0-1-1,0 0 1,0 0 0,-1 0 0,1-1-1,-1 1 1,1-1 0,-1 0 0,0 0-1,0-1 1,0 1 0,-1-1 0,1 0-1,-1 0 1,0 0 0,5-8 0,-1-2-580,0 0 0,7-21 1,0-10-3995,-9 28 1594,7-18-5358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1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376 279 5571,'0'0'5922,"12"-26"-4943,36-81 179,-46 102-953,1 0-1,-1 1 1,-1-1 0,1 0-1,-1 0 1,0 0-1,0 0 1,0 0 0,-1-1-1,0 1 1,0 0 0,-1-6-1,0-6 695,1 16-810,0-1-1,0 0 1,0 0 0,-1 0-1,1 1 1,-1-1-1,1 0 1,-1 0-1,1 1 1,-1-1 0,0 0-1,0 1 1,0-1-1,0 1 1,0-1-1,0 1 1,-1 0 0,1-1-1,-2 0 1,0-1 11,-1 1 1,1 0-1,-1 0 0,0 0 1,0 1-1,0-1 0,0 1 1,-4-1-1,-9-1 154,1 1 1,-1 0-1,-20 1 0,37 1-253,-13 0 184,-1 1 0,0 0 0,0 1 0,1 0 1,-1 1-1,-23 8 0,27-6-81,0 0 1,0 0-1,0 1 0,1 0 1,0 1-1,0 0 0,1 0 1,0 1-1,-7 8 0,8-8-53,0 0-1,1 0 1,0 1-1,1 0 1,-1 0-1,2 0 1,-1 1-1,1-1 1,1 1-1,0 0 1,0 0-1,1 1 1,0-1-1,0 17 1,1-14-34,1-1-10,0 1 1,0-1-1,3 14 0,-3-23-9,1 1 0,0-1 0,0 0 1,0 1-1,0-1 0,1 0 0,-1 0 0,1 0 0,0 0 0,0 0 0,0-1 0,0 1 1,1-1-1,-1 1 0,5 3 0,-2-3-3,1 1 0,0-1-1,0 0 1,1 0 0,-1 0 0,0-1-1,1 0 1,0-1 0,7 2 0,-1-2-88,1 0 0,0 0 0,20-3 0,-27 2 34,-1-1 1,0-1-1,1 1 1,-1-1-1,0 0 1,0-1-1,-1 1 1,1-1-1,0 0 0,-1-1 1,0 1-1,0-1 1,0 0-1,0 0 1,0-1-1,-1 0 1,0 1-1,0-1 1,5-8-1,2-7 12,0 0 0,-2-1 0,0 0 0,6-23 0,-5 22 251,-2 19 107,2 14-85,-2 10-94,0 1-1,8 40 1,-3-13 36,-2-9-53,-1 1-1,-2 0 0,-2 0 0,1 62 0,-7-101-106,0 0-1,0-1 0,0 1 0,-1 0 0,1 0 1,-1 0-1,0 0 0,1-1 0,-1 1 0,0 0 1,0 0-1,0-1 0,0 1 0,0-1 0,-1 1 0,1-1 1,0 0-1,-1 1 0,1-1 0,-1 0 0,1 0 1,-1 0-1,0 0 0,-1 1 0,-5 2 12,-1-1 1,1 0-1,-17 3 0,18-4-6,-43 9 27,0-3 1,0-1 0,-91-1 0,134-6-41,-1 0 1,1 0-1,0-1 1,0 0 0,-1 0-1,1-1 1,-11-3 0,15 3-19,1 1 0,-1-1 0,1 0 0,-1 1 0,1-1 0,0 0 0,0 0 0,0-1 0,0 1 0,0 0 0,0-1 0,1 1 0,-1-1 1,1 0-1,0 1 0,0-1 0,0 0 0,0 0 0,0 0 0,0 0 0,0-5 0,0-5-569,0 0 0,0 0 0,2-1 0,0 1 0,0 0 0,1 0 0,0 0 1,9-24-1,-2 16-2635,22-40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1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6867,'0'0'11381,"0"166"-10484,12-132-145,-6-4-448,-6-6-224,0-3-80,0-6-96,0-8-640,0-26-13895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1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10565,'191'6'2825,"-114"-10"918,-73 3-3591,0 1 0,0-1-1,0 1 1,0 0 0,0 0 0,0 0 0,0 0-1,0 1 1,0-1 0,0 1 0,-1 0 0,1 0 0,0 1-1,0-1 1,-1 1 0,1 0 0,-1 0 0,1 0-1,3 3 1,1 1-89,-1 0 0,1 1 0,-1 0 0,0 0 0,-1 0 1,0 1-1,0 0 0,-1 0 0,0 1 0,0 0 0,-1 0 0,0 0 0,0 0 0,-1 0 0,-1 1 0,1-1 0,-1 1 0,0 14 0,-2-15-65,1-5-4,-1 0 0,0 0 0,-1 0 0,1 0 0,-1-1 0,-1 6 0,2-8 6,-1 1-1,0-1 0,1 0 1,-1 1-1,0-1 0,0 0 1,0 1-1,0-1 1,-1 0-1,1 0 0,0 0 1,0 0-1,-1 0 0,1 0 1,0-1-1,-1 1 0,1 0 1,-3 0-1,-5 2 16,1-1-1,-1 0 1,0 0 0,0-1-1,0 0 1,0 0 0,0-1-1,0-1 1,-14-1 0,21 1-10,0 1-1,0-1 1,1 1 0,-1-1 0,0 0 0,0 1-1,1-1 1,-1 0 0,0 0 0,1-1 0,-1 1 0,1 0-1,0 0 1,-1-1 0,1 1 0,0-1 0,0 1-1,0-1 1,0 1 0,0-1 0,0 0 0,0 1-1,0-1 1,1 0 0,-2-3 0,1-4 15,-1 0 0,1 0 0,1 0 1,0-11-1,0 12-3,0-1-11,1 0 0,0-1 0,1 1 0,0 1 1,1-1-1,-1 0 0,2 0 0,-1 1 0,1 0 1,1 0-1,-1 0 0,1 0 0,1 1 0,-1-1 1,11-9-1,10-8-249,1 2 1,51-36-1,-29 24-985,-46 33 1088,14-11-2484,0 0 0,18-21 0,-11 4-7255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2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10629,'0'0'9700,"31"179"-8419,-22-101-545,0 4-352,0-3-192,-3-4-79,0-5-97,-6-13-16,0-8-32,0-13-481,0-15-1664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49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595 135 14022,'0'0'7238,"-33"-23"-6296,-113-67-630,141 87-304,0 0 0,0 0-1,0 1 1,0 0 0,0 0-1,-1 1 1,1-1-1,-1 1 1,1 0 0,-1 1-1,1-1 1,-1 1 0,1 0-1,-10 1 1,-5 3 44,1 1 0,0 0 0,0 2-1,1 0 1,-1 1 0,1 1 0,1 0 0,0 1 0,0 1-1,1 1 1,1 0 0,0 2 0,-21 22 0,30-29-32,1 0 1,0 0-1,1 0 1,-1 1-1,1 0 1,1 0 0,0 0-1,0 0 1,0 0-1,1 0 1,0 1-1,1-1 1,0 1 0,0 0-1,1-1 1,1 18-1,0-20-15,-1-1 1,1 1-1,1-1 0,-1 1 0,1-1 1,0 0-1,0 1 0,0-1 0,1 0 1,-1 0-1,1-1 0,6 8 0,-2-4 6,1 0 0,-1-1 0,1 0 0,1-1 1,-1 0-1,13 7 0,11 3 24,1-1 1,70 19 0,-78-26-33,8 2 0,19 6 45,72 33 0,-110-42-30,0 0-1,0 1 1,-1 1 0,0 0-1,-1 0 1,0 1-1,0 1 1,-1 0-1,16 22 1,-16-16 61,0 0 1,-2 0-1,0 1 0,-2 1 1,0-1-1,0 1 0,-2 0 1,5 33-1,-4 6 173,-1 93 1,-5-129-234,0-18-17,-1-1-1,1 1 1,-1-1 0,0 1-1,1-1 1,-1 0 0,-1 1-1,1-1 1,0 0 0,-1 0 0,0 0-1,0 0 1,0 0 0,0 0-1,0-1 1,0 1 0,-1 0-1,1-1 1,-1 0 0,0 0-1,0 0 1,0 0 0,0 0-1,0 0 1,0-1 0,-6 3 0,-6 1 11,1-1 1,-1-1 0,0 0 0,0 0-1,-18 0 1,-20 0 10,0-2-1,0-2 1,0-2-1,0-3 1,-84-20-1,2-13-97,133 39 23,-29-13-133,30 13 151,1 0 0,-1 0 1,1 0-1,-1-1 0,1 1 0,-1 0 1,1 0-1,-1-1 0,1 1 0,0 0 1,-1-1-1,1 1 0,-1 0 0,1-1 1,0 1-1,-1-1 0,1 1 0,0-1 1,0 1-1,-1-1 0,1 1 0,0-1 1,0 1-1,0-1 0,0 1 0,-1-1 1,1 1-1,0-1 0,0 1 0,0-1 1,0 1-1,0-1 0,0 1 0,1-1 1,-1 1-1,0-1 0,0 1 0,0-1 1,0 1-1,1-1 0,-1 1 0,0-1 0,0 1 1,1-1-1,-1 1 0,0-1 0,1 1 1,-1 0-1,0-1 0,1 1 0,-1 0 1,1-1-1,0 1 0,42-25-3256,27-9-3032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4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1 15063,'0'0'4485,"-30"14"-3504,-102 53-215,122-60-678,-1 1-1,1-1 1,1 2-1,0 0 1,0 0-1,0 0 1,1 1-1,1 0 1,-13 22 0,4-6 37,4-9-69,2 0 0,0 1 0,1 0 0,1 0 1,0 1-1,2 0 0,0 1 0,1-1 1,1 1-1,0 0 0,2 0 0,0 22 1,2-34-53,0 0 1,1 0 0,0 1 0,0-1 0,0 0 0,1 0 0,1 0 0,-1 0-1,1-1 1,1 1 0,-1-1 0,1 0 0,1 1 0,-1-2 0,1 1-1,0-1 1,1 1 0,0-1 0,0-1 0,0 1 0,0-1 0,8 4 0,1 1-4,1 0 1,0-2-1,1 0 1,0-1-1,0-1 1,0 0-1,1-1 1,19 2-1,-5-2-76,0-2 1,1-2-1,55-3 0,-82 1 59,0 0-1,0 0 1,0 0-1,0-1 1,0 1-1,0-1 1,-1-1-1,1 1 1,-1-1-1,0 0 1,0 0-1,0-1 1,5-4-1,-7 6 17,-1-1-1,0 1 0,1-1 1,-1 0-1,0 0 1,-1 0-1,1 0 1,0 0-1,-1-1 0,0 1 1,1 0-1,-1-1 1,-1 1-1,1-1 0,0 1 1,-1-1-1,0 1 1,0-1-1,0 1 1,0-1-1,-1 1 0,1-1 1,-1 1-1,-1-5 1,1 4-5,-1 0 1,0 1 0,1 0 0,-1-1-1,0 1 1,-1 0 0,1 0-1,-1 0 1,1 0 0,-1 0 0,0 1-1,0-1 1,-6-3 0,-5-3 0,-30-13 0,18 10 5,-11-5 8,26 13-1,0-1 0,1 1 0,0-2 1,0 0-1,0 0 0,-11-10 1,21 16-6,-1-1 1,1 1 0,-1 0-1,1-1 1,-1 1 0,1-1-1,-1 1 1,1-1 0,0 1-1,-1-1 1,1 0 0,0 1-1,-1-1 1,1 1-1,0-1 1,0 0 0,0 1-1,-1-1 1,1 0 0,0 1-1,0-1 1,0 0 0,0 1-1,0-1 1,0 1 0,0-1-1,1 0 1,-1 1 0,0-1-1,0 0 1,0 1 0,1-1-1,-1 0 1,0 1 0,1-1-1,-1 1 1,0-1-1,1 1 1,-1-1 0,1 1-1,-1-1 1,1 1 0,-1-1-1,1 1 1,28-14 34,-28 13-40,40-12 1,0 2 0,50-7 0,90-4-117,-109 15 17,-32 6 80,-40 1 20,0 0 1,1 0-1,-1 0 1,0 0-1,0 0 1,0 0-1,0 0 1,0 0-1,1 0 1,-1 0-1,0 0 1,0 0-1,0 0 1,0 0-1,0 0 1,0 1-1,1-1 0,-1 0 1,0 0-1,0 0 1,0 0-1,0 0 1,0 0-1,0 0 1,0 1-1,0-1 1,0 0-1,0 0 1,1 0-1,-1 0 1,0 0-1,0 1 0,0-1 1,0 0-1,0 0 1,0 0-1,0 0 1,0 0-1,0 1 1,0-1-1,0 0 1,0 0-1,-1 0 1,2 5 10,7 75 263,-7-57-193,1-1-1,0 1 1,9 31 0,-9-48-187,6 25 300,-8-30-250,0 0 0,0-1 0,0 1 0,0 0 0,0 0 0,0-1 0,0 1 0,0 0-1,0-1 1,0 1 0,-1 0 0,1 0 0,0-1 0,0 1 0,-1 0 0,1-1 0,0 1 0,-1-1 0,1 1 0,-1 0 0,1-1 0,-1 1-1,1-1 1,-1 1 0,1-1 0,-1 1 0,1-1 0,-1 0 0,0 1 0,1-1 0,-1 0 0,0 1 0,1-1 0,-1 0 0,0 0-1,1 0 1,-1 0 0,-1 1 0,-18-1-3510,6 0-2585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51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6 255 7523,'0'0'13263,"11"-10"-12722,-4 4-479,-4 3-33,-1 1-1,1-1 1,0 1-1,0 0 0,0-1 1,1 1-1,-1 1 1,7-4-1,-9 5-16,-1 0 0,1 0 0,0 0 0,0 0-1,-1 0 1,1 0 0,0 0 0,0 0 0,0 0 0,-1 0-1,1 0 1,0 0 0,0 1 0,-1-1 0,1 0 0,0 1-1,-1-1 1,1 0 0,0 1 0,1 0 0,-1 1 25,1 0 1,-1 0-1,0 0 1,0 0-1,1 0 1,-1 0-1,0 0 1,-1 0-1,1 0 1,1 4-1,32 170 1277,-18-81-958,-9-57-286,-2-1-1,-1 51 0,-4-87-69,1-1-1,-1 1 0,0-1 0,-1 1 0,1 0 0,0-1 0,0 1 0,0-1 0,0 1 0,0-1 1,0 1-1,-1-1 0,1 1 0,0-1 0,0 1 0,-1-1 0,1 1 0,0-1 0,-1 1 1,1-1-1,-1 0 0,1 1 0,0-1 0,-1 0 0,1 1 0,-1-1 0,1 0 0,-1 0 1,1 1-1,-1-1 0,1 0 0,-1 0 0,1 0 0,-1 0 0,0 1 0,1-1 0,-2 0 0,0 0-2,0-1 0,-1 1-1,1 0 1,0-1 0,0 1-1,0-1 1,-1 0 0,-2-1-1,-1-1-7,1-1 0,1 1 1,-1-1-1,0 0 0,1 0 0,0 0 0,0-1 0,0 0 0,0 1 0,1-1 0,-4-8 0,-3-5-11,2-1 0,-8-22 0,9 18 26,1 0 0,1-1 0,1 1 1,1-1-1,1 0 0,1 0 0,1-1 0,4-27 0,-4 49-6,1 0 0,0-1 0,-1 1-1,1 0 1,0 0 0,0 0 0,1 0-1,-1 0 1,1 1 0,-1-1 0,1 0 0,0 0-1,0 1 1,0-1 0,0 1 0,1 0-1,-1 0 1,1 0 0,-1 0 0,1 0-1,0 0 1,-1 1 0,1-1 0,0 1 0,5-2-1,4 0 26,1 1-1,-1 0 1,1 1 0,-1 0-1,16 1 1,-23 0-19,0 1 0,0 0 1,-1 0-1,1 0 1,0 1-1,-1-1 0,1 1 1,-1 0-1,0 1 1,1-1-1,-1 1 1,0-1-1,-1 1 0,1 1 1,0-1-1,-1 0 1,4 5-1,7 10 8,0 0 0,16 28 0,-14-20 3,-3-6-12,15 23-5,-26-39 0,1-1 0,0 0 0,0 0 0,0 0 0,0 0 0,0-1 0,0 1 1,1-1-1,4 3 0,-7-5 4,0 1-1,0-1 1,0 0 0,0 1 0,0-1 0,0 0 0,0 1 0,0-1-1,0 0 1,0 0 0,0 0 0,0 0 0,0 0 0,0 0 0,0 0 0,1 0-1,-1-1 1,0 1 0,0 0 0,0-1 0,0 1 0,0 0 0,0-1-1,0 1 1,-1-1 0,1 0 0,0 1 0,0-1 0,0 0 0,0 0-1,-1 1 1,1-1 0,0 0 0,-1 0 0,1 0 0,-1 0 0,1 0-1,0-1 1,1-4 20,0 0 0,0-1-1,0 1 1,-1-1 0,1-7-1,-1 5-15,5-51 94,-4-121 1,-3 93-43,1 75 33,-1 10-266,1 0 0,0 0 0,0-1 0,0 1 0,1 0 0,-1 0 0,1 0 0,1-6 0,-1 7-311,0 1 1,0-1-1,0 1 0,0-1 0,1 1 1,-1-1-1,0 1 0,1 0 0,-1-1 0,1 1 1,2-2-1,29-14-11984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51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930 79 9652,'0'0'8911,"-14"-13"-8193,5 5-619,4 2-60,-1 1 0,1 0 0,-1 0 0,0 1 0,0 0 0,0 0-1,-1 0 1,0 1 0,1 0 0,-1 0 0,0 0 0,0 1 0,-1 0 0,1 1-1,0-1 1,-14 1 0,3 1 115,0 0 0,-1 2 0,1 1 0,0 0 0,0 1-1,-21 7 1,33-8-102,0-1 0,-1 1 0,1 0 0,0 0 0,1 1 0,-1-1-1,1 1 1,-1 1 0,1-1 0,1 1 0,-1 0 0,0 0 0,1 0-1,0 1 1,1-1 0,-1 1 0,1 0 0,0 0 0,0 0 0,-2 10 0,3-10-36,0 1 0,1-1 1,-1 1-1,2-1 1,-1 1-1,1-1 1,0 1-1,0-1 1,1 1-1,-1-1 0,2 1 1,-1-1-1,1 1 1,0-1-1,0 0 1,0 0-1,1 0 1,0 0-1,1 0 1,-1-1-1,1 1 0,0-1 1,5 5-1,7 5-15,1-1-1,0-1 1,32 20-1,63 26 5,1 0 4,-102-52-3,0 0 0,-1 0 0,0 1 0,0 0 0,14 16 0,-20-19-4,0 0 0,-1 0 0,1 0 0,-1 1 0,0-1 0,-1 1 0,0 0 0,0 0 0,0 0 0,0 0 0,-1 0 0,0 0 0,0 9 0,0-8 1,-1 0 0,0 0-1,0 0 1,-1 0-1,0 0 1,-3 10-1,3-13 3,-1-1-1,1 0 1,-1 0-1,0 0 0,0-1 1,0 1-1,0 0 0,-1-1 1,1 1-1,-1-1 1,1 0-1,-1 1 0,0-2 1,0 1-1,-4 2 0,-11 5 57,0-1 0,-1-1 0,0 0 0,0-2 0,0 0 0,-1-1 0,-24 1 0,-147 1 303,139-7-354,-147-4-459,156 1-1211,0-1 0,-67-19 0,-32-19-7915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5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10965,'0'0'10762,"0"0"-10442,-1 100 1103,2 109 311,1-157-1349,20 102 1,-17-125-387,-4-20-41,1 0 1,0 1-1,1-1 1,5 13-1,-8-22-199,2 3 344,0-10-3382,0-32-1870,1-30-4720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55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10709,'0'0'7427,"0"200"-5794,0-134-320,15 4-593,13-7-400,-4-8-288,0-10-32,-12-21-32,-12-5-928,0-4-1265,-6-15-1041,-33 0-2913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55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10117,'0'0'5026,"194"21"-4770,-91-12-256,-3-9-1313,-12 0-4513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55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 11989,'0'0'4130,"-100"166"-2081,76-81-1184,0 9-865,-3-6-160,-13-19-5251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5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5028 128 7219,'0'0'8786,"5"-12"-7722,15-37 27,-16 36-605,-10 10-67,-29 0 210,-66 3 0,33 2-257,-45-2 246,-520-13 1336,510 5-1745,-518-20 830,496 27-746,-216 4 249,254 3-379,-142 25 0,139-7 0,-118 42 0,-102 55 155,-14 4-226,-403 133 60,355-89 64,365-156-205,0 2 0,1 1-1,1 1 1,1 1-1,-39 37 1,51-43 10,0 2 1,1 0-1,1 0 1,0 1-1,1 0 0,1 0 1,0 1-1,1 0 0,1 1 1,0 0-1,-3 21 0,-2 37 233,3 0 0,4 119 0,4-185-234,1 19 55,1-1 1,2 1-1,0-1 0,12 37 1,42 101 315,-52-149-361,290 654 834,-278-632-871,2-1 0,1-1 0,1-1 0,31 37 0,-44-61 6,1-1 0,0 0-1,1 0 1,0-1 0,0 0-1,1-1 1,0-1 0,0 0-1,1 0 1,-1-1 0,2-1-1,-1 0 1,1-1 0,-1 0-1,27 3 1,109-2 71,-42-3-30,-23 2-40,771 27 21,-821-31-18,285-1 39,2-22-15,-143-3-32,0-8 0,-3-8-1,333-127 1,-369 109 1,-3-6 0,-3-5 0,-3-6 0,-3-6 0,130-112 0,-199 146 6,-3-2 1,59-70 0,-98 103-3,-1-1 1,-1-1 0,-1-1-1,0 1 1,-2-2 0,-1 0-1,0 0 1,-2-1 0,0 0-1,-2 0 1,4-27 0,-7 21-7,-1 0-1,-1 0 1,-2 0 0,-1 1 0,-1-1 0,-1 0 0,-2 1 0,-1 0 0,-1 0 0,-19-44 0,-28-41-13,-129-195 1,174 293-6,1 1 23,-1 0-1,-1 0 1,-15-15 0,22 25-24,-1 1 0,1-1 0,-1 1 0,0 0 0,0 0 0,0 0 0,-1 1 0,1-1 0,-1 1 0,1 1 0,-1-1 0,0 1 0,-8-1 0,-12 1-1080,0 0 1,0 2-1,-49 9 1,-20 9-4784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7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7555,'0'0'12582,"-3"26"-11587,1-12-806,-12 175 1356,14-133-1098,2-1 0,2 0 0,17 77 0,-19-123-448,-1-6-18,0 0 0,0 0 0,0 0 1,-1 0-1,1 1 0,-1-1 0,0 0 0,0 0 0,-1 6 1,-6-7-823,2-2 502,1 0-123,-1 1 0,1-1-1,0-1 1,0 1 0,0-1 0,0 1 0,-1-1 0,1 0 0,0-1 0,0 1-1,1-1 1,-7-3 0,5 0-1124,0 0 1,0-1-1,0 1 0,-6-12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7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0 221 6931,'0'0'7444,"122"-157"-6260,-53 129-480,1 4-479,-4 15-65,-8 6-128,-13 3-32,-15 0-96,-11 0-1153,-16 12-1152,-3 21-961,0 7 305,-37-1-1489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2129,'0'0'9508,"100"45"-8835,-45-45-529,-1 0 48,-3-9-192,-2-12-737,-13-10-3681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11141,'0'0'7729,"-2"26"-7075,-11 159 279,2 17 777,8-192-1613,1-9 106,-3-21-38,4-8-164,0 0 1,2 0-1,1 0 1,8-45-1,-7 65-6,-1 0 0,1 0-1,0 0 1,0 0 0,1 0 0,1 1-1,-1-1 1,10-11 0,-10 15-2,0 0 1,0 0 0,1 0 0,0 1 0,-1-1-1,1 1 1,1 0 0,-1 0 0,0 1-1,1 0 1,-1 0 0,1 0 0,0 0 0,6 0-1,-2 0 4,0 1-1,0 0 0,0 0 1,0 1-1,0 1 0,0 0 1,16 3-1,-20-2 4,0 0 1,0 0-1,0 0 1,-1 1-1,1 0 0,-1 0 1,0 1-1,0-1 0,0 1 1,0 0-1,-1 0 1,1 1-1,4 5 0,-3-3-75,-1 0-1,1 1 0,-1-1 1,0 1-1,-1 0 0,0 0 1,0 1-1,-1-1 0,0 1 1,0 0-1,-1-1 0,0 1 1,1 19-1,-3-28-47,0 1 0,0-1 1,0 1-1,0 0 0,0-1 0,0 1 0,0-1 0,0 1 0,-1-1 0,1 1 0,0 0 1,0-1-1,-1 1 0,1-1 0,0 1 0,-1-1 0,1 1 0,0-1 0,-1 1 1,1-1-1,-1 0 0,1 1 0,-1-1 0,1 1 0,-1-1 0,1 0 0,-1 0 1,1 1-1,-1-1 0,-1 0 0,-9 2-6353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352 160 7299,'0'0'9669,"-31"-6"-8052,-11-1-1105,-46-3 0,84 10-463,0 0-1,-1 0 1,1 0 0,0 1-1,0 0 1,-1 0 0,1 0 0,0 0-1,0 1 1,0-1 0,0 1-1,0 0 1,0 1 0,1-1-1,-1 0 1,1 1 0,0 0 0,-1 0-1,1 0 1,0 0 0,1 0-1,-1 1 1,-2 3 0,-5 7 153,-2-1 3,1 0 0,1 1 0,0 1-1,1 0 1,-9 18 0,15-24-168,-1 0-1,1 0 0,0 0 1,1 1-1,0-1 1,1 1-1,0 0 1,0-1-1,1 1 1,2 16-1,-2-25-37,1 1-1,-1-1 1,1 1 0,0 0-1,0-1 1,0 1-1,0-1 1,0 0 0,0 1-1,0-1 1,0 0-1,0 0 1,1 1-1,-1-1 1,1 0 0,-1 0-1,0-1 1,1 1-1,0 0 1,-1 0-1,1-1 1,-1 1 0,1-1-1,0 1 1,-1-1-1,1 0 1,0 0-1,0 1 1,1-1 0,10 0 1,0 1 1,23-3 0,-27 1-6,-4 1-5,0-1 1,0 0-1,0 0 1,0-1-1,0 1 0,0-1 1,0 0-1,0-1 1,-1 1-1,1-1 1,6-4-1,-4 0-26,0 1-1,0-1 1,0 0 0,-1-1-1,9-13 1,0-4-85,-2-1 0,-1 0 1,11-33-1,-3 5 106,21-100 0,-41 150 57,5-14 554,-2 16-502,1 13-490,0 33-4456,-4-30-2202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8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1825,'0'0'19158,"-3"17"-18286,-9 79 475,11-80-1195,1-1 1,1 1 0,0 0-1,1 0 1,5 22 0,32 62 462,-25-66-478,-4-13-41,18 30 1,6 11-28,-34-62-86,0 0 1,0 0-1,0 0 1,0 0 0,0 0-1,0 0 1,0 0 0,0 0-1,0 0 1,0 0-1,0 0 1,0 0 0,0 0-1,1 0 1,-1 0 0,0 0-1,0 0 1,0 0-1,0 0 1,0 0 0,0 0-1,0 0 1,0 0 0,0 0-1,0 0 1,0 0-1,0 0 1,0 0 0,0 0-1,0 0 1,0 0 0,0 0-1,0 0 1,0 0-1,0 0 1,0 0 0,0 0-1,1 0 1,-1 0 0,0 0-1,0 0 1,0 0-1,0 0 1,0-10-1966,2-15-2890,8-29-3257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83 198 11029,'0'0'10042,"20"29"-9466,58 91-149,-74-114-390,0 1 1,-1 0-1,0 0 0,4 11 0,-7 5 140,-1-12-68,1-9-102,0-1-1,0 1 1,-1-1 0,1 1-1,0-1 1,-1 1-1,1-1 1,-1 0 0,1 1-1,-1-1 1,0 0-1,1 1 1,-1-1 0,0 0-1,0 0 1,0 0-1,0 0 1,0 0-1,0 0 1,-1 0 0,1 0-1,0 0 1,0 0-1,-1-1 1,1 1 0,0 0-1,-1-1 1,1 1-1,-1-1 1,-2 1-1,-4 1 7,-1-1-1,0 0 1,1-1-1,-11 0 1,11 0 6,4 0-20,0 0-1,0 0 1,-1 0 0,1-1 0,0 0 0,0 0-1,0 0 1,0 0 0,0-1 0,0 1 0,0-1-1,1 0 1,-1 0 0,1-1 0,-1 1 0,1-1-1,0 1 1,0-1 0,0 0 0,0 0-1,0-1 1,1 1 0,-1 0 0,1-1 0,0 0-1,0 1 1,1-1 0,-1 0 0,1 0 0,-2-7-1,-1-5-1,2 0-1,0 0 1,0 0 0,2-29-1,0 26 3,0 9-2,0 1 1,0 0 0,1-1 0,0 1-1,1-1 1,0 1 0,0 0-1,1 0 1,1 0 0,-1 0 0,1 1-1,1 0 1,9-15 0,-7 13 9,0 1-1,1 0 1,-1 1 0,2 0 0,-1 0 0,1 0 0,1 1 0,-1 1-1,1 0 1,0 0 0,1 1 0,-1 0 0,1 1 0,0 0 0,0 0 0,0 2-1,1-1 1,-1 1 0,1 1 0,17 0 0,-9 0 44,0 1 0,31 5 0,-43-4-40,-1 1 0,1 0 1,-1 0-1,0 1 1,0 0-1,0 0 0,0 1 1,0-1-1,11 10 1,-6-2-14,0 0 1,-1 0 0,0 2-1,-1-1 1,0 1 0,-1 1-1,-1 0 1,0 0 0,0 0-1,-2 1 1,0 0 0,0 1-1,-2-1 1,0 1 0,2 16-1,-6-30-193,0 0-1,1 0 0,-1 0 1,1 0-1,-1 0 0,1 0 1,-1 0-1,1 0 0,0 0 1,0 0-1,0-1 1,0 1-1,0 0 0,1-1 1,-1 1-1,0 0 0,1-1 1,1 2-1,-1-3-163,-1 1-1,1-1 1,-1 1-1,1-1 1,0 1 0,-1-1-1,1 0 1,0 0 0,-1 0-1,1 0 1,-1 0-1,1 0 1,0-1 0,-1 1-1,1 0 1,-1-1 0,1 1-1,0-1 1,-1 0-1,0 0 1,1 1 0,-1-1-1,1 0 1,0-1-1,28-26-8374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9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217 350 9348,'0'0'11304,"-32"20"-10592,-96 66-154,122-82-493,0 0 0,0 0 0,1 1 0,0 0 0,0 0 0,0 0 0,-8 11-1,12-13-37,0-1 0,0 1 0,1-1 0,-1 1 0,1-1 0,-1 1 0,1-1 0,0 1-1,0 0 1,0-1 0,0 1 0,1 4 0,-1-6-24,1 0-1,-1 0-1,1 0 1,-1 0-1,1 0 0,0 0 1,-1 0-1,1 0 0,0 0 1,0-1-1,0 1 1,0 0-1,-1 0 0,1-1 1,0 1-1,0-1 0,0 1 1,1-1-1,-1 1 0,0-1 1,0 1-1,0-1 1,0 0-1,0 0 0,0 0 1,1 1-1,-1-1 0,0 0 1,2-1-1,40 0 20,-37 1-12,1-1 0,-1 0 1,1-1-1,-1 0 1,0 0-1,0 0 1,1-1-1,-2 0 1,1 0-1,0 0 1,-1-1-1,1 0 1,-1 0-1,0 0 1,0-1-1,-1 1 1,1-1-1,-1 0 1,0-1-1,-1 1 1,6-10-1,0-3-3,0 0-1,-1-1 1,-1 0-1,-1 0 0,7-33 1,-4-18 298,-2-1 0,-4-98 0,-3 149 59,9 57-72,17 254 183,-22 4-3042,-2-274-1301,5-15-3817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1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52 280 8980,'0'0'10749,"-4"10"-10023,0 1-523,1-1 1,-1 1-1,2 0 1,-1 0-1,1 0 1,0 16-1,2-10-73,-1-10-88,1 0 1,0-1-1,0 1 0,2 7 0,-2-13-38,0 1 0,1 0 0,-1-1 0,1 0 0,-1 1 0,1-1 0,0 1 0,0-1 0,-1 0 0,1 1 0,0-1 0,0 0 0,0 0 0,0 0 0,1 0 0,-1 0 0,0 0 0,0 0 0,1 0 0,-1 0 0,0 0 0,3 0 0,0 1 3,0-1 1,0 0-1,0 0 1,0 0-1,0-1 1,1 1-1,-1-1 1,0 0 0,0 0-1,0-1 1,1 1-1,-1-1 1,0 0-1,0 0 1,5-2-1,-3 0 6,0 0-1,0 0 0,-1-1 0,1 1 0,-1-1 1,0-1-1,0 1 0,8-10 0,2-6 33,-1-1-1,-1 0 0,-1 0 0,10-26 1,-21 47-44,9-22 146,-1 1 0,-1-1-1,-1-1 1,-1 0 0,-1 1-1,-1-2 1,3-44 0,-7 67-129,0 0 0,-1 0 1,1 0-1,0 0 0,0 0 0,0 0 0,-1 1 0,1-1 1,0 0-1,-1 0 0,1 0 0,-1 0 0,1 0 1,-1 1-1,0-1 0,1 0 0,-1 0 0,0 1 0,1-1 1,-1 1-1,0-1 0,0 0 0,0 1 0,1 0 1,-1-1-1,0 1 0,0-1 0,0 1 0,0 0 0,0 0 1,0-1-1,0 1 0,0 0 0,0 0 0,0 0 1,-1 0-1,-6 0 15,0 1 0,0-1 1,-13 4-1,19-4-23,-10 3-1,0 1-1,1 0 1,0 0 0,0 1-1,0 0 1,1 1-1,-1 0 1,2 1-1,-1 0 1,1 0-1,0 1 1,0 0-1,1 1 1,0 0 0,0 0-1,-8 16 1,6-11 0,2 1 1,0 1-1,1 0 0,0 0 1,2 0-1,0 1 1,0 0-1,2-1 1,0 2-1,1-1 1,0 18-1,2-31-10,-1 1 1,1-1-1,1 1 0,-1-1 0,1 1 1,-1-1-1,1 1 0,1-1 0,-1 0 1,0 0-1,1 1 0,0-1 0,0 0 1,0-1-1,1 1 0,-1 0 0,1-1 1,0 1-1,0-1 0,0 0 0,1 0 1,-1 0-1,1 0 0,6 4 0,0-1-6,-1-1 0,1 0 0,0-1-1,0 1 1,0-2 0,1 0 0,17 3-1,-3-2-41,1-2 0,25-1 0,-43-1 13,1 0 0,0 0 0,0-1 0,-1-1 0,1 0 0,-1 0 0,1 0 0,8-5 0,-11 4 15,0 0 0,-1-1 0,1 1 0,-1-1 1,0-1-1,0 1 0,-1-1 0,1 1 1,-1-1-1,0-1 0,4-6 0,0-1-7,0 0 0,-1-1 0,-1 0 0,0 0 0,0-1 0,-2 1-1,0-1 1,-1 0 0,0 0 0,1-31 0,-4 45 167,0 13-70,0-2-81,-1-3 18,1-1 0,0 0 1,0 0-1,1 1 0,-1-1 0,1 0 0,1 0 1,-1 0-1,1 0 0,0 0 0,1 0 0,-1 0 1,5 6-1,-7-12-5,0 1 1,0-1 0,1 0-1,-1 1 1,0-1-1,0 0 1,1 1 0,-1-1-1,0 0 1,1 0-1,-1 1 1,0-1 0,1 0-1,-1 0 1,0 0-1,1 1 1,-1-1 0,1 0-1,-1 0 1,0 0-1,1 0 1,-1 0 0,1 0-1,-1 0 1,0 0-1,1 0 1,-1 0 0,1 0-1,-1 0 1,1 0-1,9-11 99,3-19 9,-13 29-119,28-113 45,-21 80-17,1 0-1,13-33 1,-21 66-15,0 0 1,0 0-1,1 0 1,-1 0-1,0 0 1,1 0-1,-1 0 1,0 0 0,1 0-1,-1 0 1,1 0-1,0 1 1,-1-1-1,1 0 1,0 0-1,-1 1 1,1-1-1,0 0 1,1 0-1,-1 18 82,0-5-67,5 77 192,2 97-92,-2-212-101,0 0-1,11-25 1,-14 44-19,3-14 2,2 1-1,0 0 0,17-30 0,-23 46-3,1 0 0,0-1 0,0 1 0,1 0 0,-1 0 0,1 0 0,0 1 0,0-1 0,0 1 0,0 0 0,0 0 0,1 1 0,0-1 0,-1 1 0,1 0 0,0 0 0,0 0 0,0 1-1,0 0 1,8-1 0,-8 1 2,1 1 0,0 0 0,0 0 0,-1 1 0,1 0 0,0 0 0,-1 0 0,1 0 0,-1 1 0,0 0 0,8 4 0,-7-3 5,-1 1-1,1 1 1,-1-1-1,0 1 0,0 0 1,0 0-1,-1 0 0,7 11 1,0-2-8,-7-9-1,-1-1 1,1 1-1,-1 0 1,1 1-1,-1-1 0,-1 1 1,1-1-1,-1 1 1,0 0-1,0 0 0,1 11 1,-6-18 13,0-2-5,-1-1-1,0 1 1,1-1 0,0 0 0,0 0 0,0 0 0,1 0 0,-1-1-1,1 1 1,0-1 0,0 1 0,1-1 0,-1 0 0,1 1 0,-1-6-1,-1-8 13,0 0 0,1-35 0,2 49-14,0-1 0,0 0-1,1 0 1,-1 1-1,1-1 1,0 0 0,1 1-1,-1-1 1,1 1-1,0 0 1,0-1-1,0 1 1,3-4 0,-2 5-5,-1 0 1,1 1 0,-1 0 0,1-1-1,0 1 1,0 0 0,0 0-1,0 1 1,0-1 0,0 0 0,0 1-1,1 0 1,-1 0 0,1 0 0,-1 0-1,1 1 1,6-1 0,-6 0 5,1 1 0,-1 0 0,0 0 0,0 0 0,1 1 0,-1-1 1,0 1-1,0 0 0,0 0 0,0 0 0,0 1 0,0 0 0,0-1 0,0 1 0,0 1 1,-1-1-1,1 0 0,-1 1 0,0 0 0,0 0 0,0 0 0,0 0 0,4 5 0,4 5 21,7 6-5,27 39 0,-45-58-13,0 1 0,0 0-1,1 0 1,-1-1 0,1 1 0,-1 0-1,0-1 1,1 1 0,-1 0-1,1-1 1,0 1 0,-1-1 0,1 1-1,-1-1 1,1 1 0,0-1 0,-1 0-1,1 1 1,0-1 0,0 0 0,-1 1-1,1-1 1,0 0 0,0 0 0,-1 0-1,1 0 1,0 1 0,0-1-1,0 0 1,-1-1 0,1 1 0,0 0-1,0 0 1,-1 0 0,1 0 0,0 0-1,0-1 1,-1 1 0,1 0 0,0-1-1,0 1 1,-1-1 0,1 1-1,-1-1 1,2 0 0,2-3 30,1-1 1,-1 0-1,0-1 1,6-10-1,4-4-91,-13 20 50,-1-1 0,1 1 1,0 0-1,0 0 0,0-1 0,0 1 0,0 0 1,0 0-1,0 0 0,0 0 0,0 0 0,0 0 1,0 0-1,0 0 0,0 0 0,1 1 0,-1-1-15,3 0-78,-3 0-2,-1 0-1,1 0 0,0 0 0,-1 0 0,1 0 1,0 0-1,-1 0 0,1 0 0,0 0 0,0 0 0,-1 0 1,1 0-1,0 0 0,-1 1 0,1-1 0,-1 0 1,1 1-1,0-1 0,-1 0 0,1 1 0,-1-1 0,1 1 1,-1-1-1,2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2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9044,'0'0'10175,"25"32"-9305,78 109-157,-91-123-590,-2 0 1,0 1-1,-1 0 1,-1 0-1,-1 1 1,6 29-1,-6-24-11,2 11-60,-2 0 1,-1 1-1,-2 0 0,-1 41 0,-3-77-51,0 0 0,0 0 0,0 0 0,0 0 0,0 0 0,0 0 0,0 0 0,0 0 0,-1-1 0,1 1-1,0 0 1,-1 0 0,1 0 0,0 0 0,-1 0 0,1 0 0,-2 1 0,1-2 4,1 0 1,-1 0 0,0 0 0,1 1-1,-1-1 1,0 0 0,0 0-1,1 0 1,-1 0 0,0 0-1,0 0 1,1 0 0,-1 0-1,0-1 1,0 1 0,1 0-1,-1 0 1,0-1 0,1 1-1,-1 0 1,-1-1 0,0-1-2,0 1 0,0-1 0,0 1 0,0-1 0,1 1-1,-1-1 1,0 0 0,1 0 0,0 0 0,-1 0 0,1 0 0,0 0 0,0 0 0,0-1 0,0 1 0,0 0 0,1 0 0,-1-1 0,0-2 0,-1-8 7,0 0 1,1-17 0,1 23-3,0 4-6,-1-18 26,4-35 0,-3 49-23,2 0 0,-1 0 1,1 1-1,0-1 1,0 1-1,1-1 1,0 1-1,0 0 1,5-7-1,-2 5-8,0-1 0,1 1-1,0 0 1,0 1 0,1 0 0,14-10 0,-19 15 0,0-1 0,1 1 1,-1 0-1,1 1 0,0-1 0,-1 1 1,1-1-1,0 1 0,0 0 1,0 1-1,0-1 0,0 1 1,0 0-1,0 0 0,0 0 1,0 0-1,0 0 0,0 1 1,0 0-1,6 2 0,-6 0 4,0-1 0,0 1-1,-1 0 1,0 0 0,1 0 0,-1 1-1,-1-1 1,1 1 0,0-1-1,-1 1 1,0 0 0,1 0 0,1 8-1,1 1 8,-1 0-1,-1 0 0,0 0 1,-1 1-1,-1-1 1,0 1-1,0 0 0,-3 19 1,1-1-63,2-31 15,-1 1 1,0-1 0,0 0-1,0 1 1,0-1-1,0 1 1,0-1 0,0 1-1,-1-1 1,1 0 0,-1 1-1,1-1 1,-1 1 0,1-1-1,-1 0 1,0 0-1,1 1 1,-1-1 0,0 0-1,0 0 1,0 0 0,0 0-1,0 0 1,0 0 0,0 0-1,0 0 1,-1 0 0,1-1-1,0 1 1,0 0-1,-1-1 1,1 1 0,-1-1-1,1 1 1,0-1 0,-3 1-1,7-17-2316,4 4 1713,2 1 0,-1-1 1,1 1-1,16-14 0,1-3 294,68-82 356,-91 106 177,1 0 0,-1 0 0,1 0-1,0 0 1,0 1 0,0-1 0,1 1 0,5-3-1,-8 5-83,0 1 0,0-1 0,1 1 0,-1-1 0,0 1 0,0 0 0,1 0 0,-1 0 0,0 0 0,1 0 0,-1 0 0,0 1 0,0-1 0,0 1 0,1-1 0,-1 1 0,0 0 0,0 0 0,0 0 0,0 0 0,2 2 0,1 0-45,0 0 1,1 0-1,-1-1 1,1 1-1,-1-1 1,1 0-1,0-1 0,0 1 1,-1-1-1,1 0 1,10 0-1,-15-2-29,-1 1-1,1 0 0,-1 0 1,1-1-1,-1 1 1,0 0-1,1-1 0,-1 1 1,1 0-1,-1-1 1,0 1-1,1-1 0,-1 1 1,0-1-1,1 1 1,-1-1-1,0 1 0,0-1 1,0 1-1,1-1 0,-1 1 1,0-1-1,0 1 1,0-1-1,0 1 0,0-1 1,0 1-1,0-1 1,0 0-1,0-24 348,-1 18-246,1 4-107,0 1 0,0 0 0,0 0 0,0 0 0,-1 0 0,1 0-1,-1 0 1,0 0 0,1 0 0,-1 0 0,0 0 0,0 0 0,0 0 0,0 1-1,-1-1 1,1 0 0,0 1 0,-1-1 0,1 1 0,-1-1 0,0 1 0,1 0 0,-1 0-1,0 0 1,0 0 0,0 0 0,0 0 0,0 0 0,-2 0 0,-5-2 113,0 1 0,0 1 1,-1 0-1,1 0 1,-14 1-1,22 0-124,-1-1 0,1 1 0,0 1 0,0-1 0,0 0 0,-1 0 0,1 0 0,0 1 0,0-1 0,0 0 0,-1 1 0,1-1 0,0 1 0,0 0 0,0-1 0,0 1 0,0 0 0,0 0 0,0-1 0,0 1-1,1 0 1,-1 0 0,0 0 0,0 0 0,1 0 0,-1 0 0,1 0 0,-2 3 0,1 1-5,0 0 0,0 0-1,0 0 1,1 0 0,0 9-1,0-9-1,0-4-4,0 1 0,0-1-1,1 1 1,-1-1 0,0 1 0,1-1-1,-1 1 1,1-1 0,-1 1-1,1-1 1,0 0 0,-1 1 0,1-1-1,0 0 1,0 0 0,0 1 0,0-1-1,0 0 1,2 1 0,0 0 4,0 0 0,0 0 0,0-1 1,0 1-1,0-1 0,1 1 0,-1-1 0,4 0 1,8 2 12,0-1-1,0-1 1,16 0 0,-28-1-16,5 0-6,1-1-1,0 1 1,-1-1 0,1-1 0,-1 1-1,1-2 1,-1 1 0,0-1 0,15-7 0,-19 7 3,0 0 1,0 0-1,0 0 1,0 0-1,0-1 1,-1 1-1,1-1 1,-1 0-1,0 0 1,0 0-1,-1-1 1,1 1-1,-1-1 1,0 1-1,0-1 1,0 0-1,-1 0 1,2-7-1,-3 8 5,5-36-4,-5 39 5,0 0 0,0 0 0,0 0 0,-1 0 0,1 0 0,0 0 0,0 0 0,0 0 0,-1 0-1,1 0 1,-1 0 0,1 0 0,-1 0 0,1 0 0,-1 1 0,1-1 0,-1 0 0,0 0 0,1 0 0,-1 1 0,0-1 0,0 0-1,0 1 1,1-1 0,-1 1 0,0-1 0,0 1 0,0-1 0,0 1 0,0 0 0,-2-1 0,0 0 14,-1 1 1,1-1-1,-1 1 0,1 0 1,-1 0-1,1 0 0,-1 0 1,1 0-1,-4 2 1,6-2-18,0 1 0,0 0 1,0-1-1,0 1 1,1 0-1,-1 0 1,0-1-1,0 1 1,0 0-1,1 0 1,-1 0-1,1 0 1,-1 0-1,1 0 0,-1 0 1,1 0-1,-1 0 1,1 1-1,0-1 1,0 0-1,0 0 1,-1 0-1,1 0 1,0 0-1,0 1 1,1-1-1,-1 1 1,0-1-2,0 0 1,1-1 0,-1 1 0,0 0 0,1-1 0,-1 1 0,0 0 0,1-1 0,-1 1 0,1 0 0,-1-1 0,1 1 0,-1-1-1,1 1 1,0-1 0,-1 1 0,1-1 0,-1 0 0,1 1 0,0-1 0,-1 0 0,1 1 0,0-1 0,0 0 0,-1 0 0,1 0-1,0 0 1,0 0 0,-1 0 0,1 0 0,1 0 0,32 0-11,-27 0 8,-3 0-3,1-1 0,-1 1 0,0-1 0,0 0 0,0 0 0,0 0 0,1 0 0,-2-1 0,1 0 0,0 0-1,0 0 1,0 0 0,-1 0 0,6-6 0,-2 1-7,-1 0 1,0-1-1,0 1 0,0-2 0,8-15 0,-8 9-3,1 0-1,-2-1 0,0 1 1,0-1-1,-2 0 0,3-24 1,-1-91 829,-5 115-410,1 78-237,0-13-95,-1 1-1,-14 95 1,12-137-279,0 1 0,0-1 0,-1 1 0,-1-1 0,1 0 0,-7 9 0,4-8-630,-1 0-1,-1-1 1,1-1 0,-10 9 0,15-15 685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3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0,'0'0'2273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303 294 528,'-206'0'875,"197"0"-905,7 1 124,1-1 1,0 0-1,-1 0 1,1 0-1,-1 0 0,1 0 1,-1 0-1,1 0 1,-1 0-1,1 0 1,-1-1-1,1 1 1,0-1-1,-1 1 0,1-1 1,-1 1-1,1-1 1,0 0-1,0 0 1,0 1-1,-1-1 1,1 0-1,0 0 1,0 0-1,-2-3 0,1 0 359,-1-1-1,0 1 0,0 0 1,0 0-1,0 0 0,-1 0 1,0 0-1,0 1 0,0 0 1,-12-9 8324,14 7-4575,2 4-4053,1 1 0,-1-1 0,0 0 0,1 1 0,-1-1 0,1 1 0,-1-1 0,1 1 0,-1-1 0,1 1 0,-1-1 0,1 1 0,-1 0 1,1-1-1,0 1 0,-1 0 0,1-1 0,0 1 0,-1 0 0,1 0 0,0 0 0,-1-1 0,1 1 0,1 0 0,26-5 746,41-4 1,-7 3-230,-39 2-472,112-15 1108,138-40 1,-217 44-1027,-1 0 248,73-30-1,-104 34-368,-14 6-81,1 0-1,0 0 1,1 1-1,13-3 1,-25 7-149,1 0 0,-1 0 0,1 0 0,-1 0 0,0 0-1,1 0 1,-1 0 0,0 0 0,1 0 0,-1 0 0,0 0 0,1 0 0,-1 0 0,0 0 0,1 0 0,-1 0 0,0 1 0,1-1 0,-1 0 0,0 0 0,1 0 0,-1 1 0,0-1 0,0 0 0,1 0 0,-1 1 0,0-1 0,0 0-1,0 0 1,1 1 0,-1-1 0,0 1 0,0 14-1697,-1-11 1175,0 0 1,0 1-1,-1-1 0,1 0 1,-1 0-1,-3 4 1,-27 28-6248,-7-2-5740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4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1 336 9716,'0'0'9658,"24"-5"-8121,-5 1-1151,140-35 2448,276-54 2569,-287 66-4664,-125 23-630,21-5 47,0 2 1,55-1-1,-98 7-215,0 1 0,0 0 0,0 0-1,0-1 1,0 1 0,0-1-1,0 1 1,0-1 0,0 1-1,0-1 1,0 0 0,0 1-1,0-1 1,0 0 0,-1 0-1,1 0 1,0 0 0,-1 1-1,1-1 1,0 0 0,-1 0 0,1 0-1,0-2 1,8-27-2925,-6-8-1965,-2-16-3564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14375,'0'0'6218,"-1"7"-5212,0-4-891,1 0-1,-1 0 1,1 1 0,0-1-1,0 0 1,1 0-1,-1 1 1,1-1-1,-1 0 1,1 0 0,0 0-1,0 0 1,0 0-1,1 0 1,-1 0-1,1 0 1,0 0 0,2 3-1,28 32 820,2-1-1,66 57 1,-64-62-688,-32-28-218,25 21 99,-2 2 0,29 36 1,-49-54-121,0 0 1,0 1 0,-1 1-1,-1-1 1,0 1 0,0 0-1,-1 0 1,0 0 0,-1 0-1,0 1 1,1 19 0,-4-27-6,3 28 49,-4 42 0,0-65-18,0 1-1,0-1 0,-1 1 0,-1-1 1,1 0-1,-2 0 0,1 0 0,-10 16 0,0-5 141,-2 1 0,-1-2 0,0 0 0,-38 32-1,-84 55 751,72-59-727,47-33-172,8-7-61,0 1 0,0 1 0,0 0 0,-11 14 1,22-22-36,-1-1 0,1 0 1,-1 1-1,1-1 0,0 1 1,-1-1-1,1 1 0,0-1 1,0 1-1,-1-1 0,1 1 1,0-1-1,0 1 0,0-1 1,0 1-1,0 0 0,0-1 1,0 1-1,0-1 0,0 1 1,0-1-1,0 1 0,0 0 1,0-1-1,0 1 1,0-1-1,1 2 0,0-2-71,-1 0 0,1 1 0,0-1 0,0 0-1,0 0 1,-1 0 0,1 0 0,0 1 0,0-1-1,0 0 1,0 0 0,-1-1 0,1 1 0,0 0 0,0 0-1,0 0 1,-1 0 0,1-1 0,0 1 0,0 0 0,-1-1-1,1 1 1,0-1 0,0 1 0,-1-1 0,2 0 0,12-7-3270,25-22 1,34-34-9895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5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14311,'0'0'10135,"4"7"-9308,2 6-481,0 1 1,0 0-1,-2 0 1,1 0-1,3 30 1,5 87 557,-10-99-720,17 275 798,9 94-412,-18-302-440,28 115-1,-36-200-123,-1-5-5,0 1 0,0 0-1,1-1 1,1 1 0,0-1-1,7 14 1,-10-22-26,0 0 0,1-1 0,-1 1 0,0 0 0,0-1-1,0 1 1,1 0 0,-1-1 0,0 0 0,1 1 0,-1-1 0,0 0 0,1 0 0,-1 1 0,1-1 0,-1 0 0,0 0 0,3-1 0,23-5-1012,-24 4 831,0 0-1,1 0 0,-1-1 1,-1 1-1,1-1 0,0 0 1,0 0-1,-1 0 1,0 0-1,1 0 0,-1-1 1,2-4-1,17-48-3398,2-39-4478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26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39 894 6979,'0'0'8844,"-7"-22"-8262,-20-67 10,26 87-527,0 0 0,0 0 0,1 0-1,0 0 1,-1 0 0,1 0 0,0 0 0,0 0-1,0 0 1,0 0 0,0 0 0,0 0 0,0 0-1,1 0 1,0-2 0,0 3-28,-1 0 0,1 1 0,-1-1 0,1 1 0,-1-1 0,1 1 0,0 0 0,-1-1 0,1 1 0,0-1 0,-1 1 0,1 0 1,0 0-1,-1-1 0,1 1 0,0 0 0,0 0 0,-1 0 0,2 0 0,3-1 213,19-6 648,0 2 1,0 1-1,39-3 1,76 6 536,-75 2-1056,618-41 1288,-2-51-555,-538 66-1058,220-70-1,22-18-98,51-16 77,88-13-13,-479 133-9,45-13 22,-80 19-3,1-1 0,-1 0 0,0 0 0,0-1 0,0 0 0,15-12 0,-21 13 83,2-1 5,-4 10 1036,-2 25-998,-12 60-1,-2 10 209,8 348 379,8-441-739,3 68 105,4 0 1,3-1 0,38 132-1,55 79 255,-23-73-288,-66-168-70,-5-19-5,-2 0 0,0 0 0,-2 1 0,-1 0 0,2 30 0,-6 119 16,-1-170-16,0 0-1,0 0 0,-1 0 0,0 0 1,1 0-1,-2 0 0,1-1 0,0 1 1,-1 0-1,0-1 0,0 1 1,-1-1-1,1 0 0,-1 0 0,0 0 1,0 0-1,0 0 0,0-1 0,-1 1 1,0-1-1,-6 5 0,-4 2 0,0-1 0,-1 0 0,-1-1 0,1-1 0,-1 0 0,0-1 0,-1-1 0,-18 3 0,-139 17 52,162-23-47,-381 29 9,-234 28 110,-371 106 152,441-27 118,17-5-224,478-124-161,39-7 3,-43 11 0,46-11 26,19-2-56,20-11-850,-2-4-518,-1-1 0,0-1 1,16-22-1,20-39-5925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5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12886,'0'0'9807,"7"0"-9308,-5 0-463,0 0 0,0 1 0,-1-1 0,1 1 0,0-1 0,0 1 0,0 0 0,0 0 0,-1 0 0,1 0 0,0 0 0,-1 0 0,1 1 0,-1-1 0,1 0 0,-1 1 0,0-1 0,0 1 0,0 0 0,1-1 0,-1 1 0,-1 0 0,1-1 0,0 1 0,0 0 0,-1 0 0,1 0 0,0 3 0,3 12 245,-1 0 0,3 27 0,-3-15-63,-2-21-167,43 368 1149,-43-302-3289,-1-73 1911,0 0 0,0 0 0,0 0 0,0-1 0,0 1 0,0 0 0,0 0 0,0-1 0,0 1 0,0 0 0,-1 0 0,1-1 0,0 1 0,-1 0 0,1-1 0,0 1 0,-1 0 0,1-1 0,-1 1 0,1 0 0,-1-1 0,1 1 0,-1-1 0,0 1 0,1-1 0,-1 1 0,0-1 0,1 0 0,-1 1 0,0-1 0,1 0 0,-1 1 0,0-1 0,0 0 0,1 0 0,-1 0 0,0 0 0,0 0 0,1 0 0,-1 0 0,0 0 0,-1 0 0,-28 1-7295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1 209 10325,'0'0'11141,"205"0"-11013,-120-18-128,-3-6-384,-10-7-977,-23-5-1248,-25-9-2561,-24-10-5747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25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0 270 12246,'0'0'7267,"170"-118"-5746,-67 94-1105,18 0-416,9-1-48,3 4-1553,-12-9-2673,-18 3-7059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0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14166,'0'0'9826,"7"30"-9023,21 103 86,20 130 2088,-34-167-2227,71 486 1080,-46 6-304,-20-54-1526,29-159 0,27-7 0,-61-299 0,-1-4-235,-3 0 0,2 126 1,-13-198-145,1-1 0,-1 1 1,0 0-1,-1 0 1,-3-11-1,-3-14-439,-19-156-5295,26 185 5989,-14-132-6092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10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1 412 656,'0'0'12201,"7"4"-11342,6 3-211,0-1 0,1 0 1,1-1-1,26 7 0,8-7 683,1-2 1,53-4-1,-32 0-208,-25-1-495,-1-1 0,61-13 1,88-30 209,32-6-421,185 2-177,6 25 141,214-21-28,-216-17-264,-11-36 25,-355 85 158,2 1 1,-1 3-1,2 2 1,-1 2 0,59 2-1,-108 4-249,-1 0-1,1 0 0,0 0 1,-1 1-1,1-1 1,0 1-1,-1-1 0,1 1 1,-1 0-1,1-1 1,-1 1-1,1 0 0,-1 0 1,1 0-1,-1 0 1,0 0-1,1 0 0,-1 1 1,0-1-1,1 2 1,16 32 255,-16-28-218,26 70 499,30 145 0,-37-133-378,123 675 804,-45-204-617,45-10-318,-8-189 4,-29-80-31,-96-250-61,-2 1 0,-1-1 0,-1 1 0,-2 1 0,-1-1 0,-1 43 0,-2 45-265,-3 141-285,-2-230 564,-1 0 0,-1 0 1,-2-1-1,-2 0 0,0 0 1,-25 47-1,29-65 0,0 0 0,-1 0 0,0-1-1,-11 13 1,14-20 18,0 0 0,0 1 0,0-2 0,-1 1 0,1 0 0,-1-1 0,0 0-1,0 0 1,0 0 0,0-1 0,-1 0 0,-5 2 0,-39 6-33,-61 5 1,26-6 24,-239 16 60,-2-24-5,144-3-109,43 1 55,-157 3 2,198 2 55,-98 19 0,-147 51 119,281-56-151,-473 126 146,-8-29-125,408-93-105,-229 7 0,363-29 96,1-15 13,1 12-32,-1 0-1,1-1 1,0 1 0,0 0 0,0 1-1,0-1 1,1 0 0,-1 0 0,1 0 0,1-2-1,0 1-11,-1 1-1,0-1 1,0 0 0,0 0-1,2-8 1,-3 2-259,0-1 0,0 1 0,-1-1 0,0 0 1,0 1-1,-4-18 0,0 12-1162,1 1 0,-8-16 1,-29-56-9325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0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14807,'0'0'8476,"4"14"-7164,8 38 266,11 104 0,-20-120-1277,26 291 1501,-28-290-1720,2-172-11810,-3 45 2516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0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5875,'0'0'15028,"12"23"-13761,-2-3-1009,0-2-48,-1 0 1,0 0-1,-2 1 1,0 0-1,-1 1 1,5 34 0,16 105 1246,-12-72-956,-12-65-500,-2 0-1,0 23 1,-1-27-97,-1-15-89,1 1-1,0-1 0,-1 0 1,0 0-1,0 0 0,0 0 0,0 0 1,0 0-1,-1 0 0,1 0 0,-1 0 1,0-1-1,1 1 0,-1 0 0,-1-1 1,1 0-1,0 1 0,-1-1 0,1 0 1,-1 0-1,1 0 0,-1-1 0,0 1 1,-3 1-1,-9 3-1749,0 0 0,0 0-1,-26 5 1,31-9 799,-66 14-9253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0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4498,'0'0'14759,"200"57"-14215,-140-42-240,7-3-304,-1-12 0,-5 0-1472,-7-9-2066,-2-27-5778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1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 14631,'0'0'7747,"-15"184"-6802,-9-114-529,-1-1-64,-2-11-256,-12-1-96,-7-2-80,-11-10-1825,-7-18-3473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2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15975,'0'0'8596,"60"169"-7891,-23-99-65,-4 3-208,-6-4-256,-6-8-48,-12-7-128,-9-5 0,0-4-304,-12-9-977,-21-5-1904,-9-13-2482,-10-6-8691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2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1 231 11685,'0'0'5699,"154"-30"-5523,-72 2-128,0-5-16,-1 6 128,-17-3-96,-22 8-64,-21 1-368,-21 0-1393,0 3-2961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1 333 4642,'0'0'13414,"197"-166"-13174,-88 126-240,-1 7-176,-5-3-1024,-12 6-2690,-18 2-7651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3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0 12230,'0'0'7966,"-32"3"-7579,-12 0-106,-50 12 1,86-13-209,1 0 1,-1 0 0,1 1 0,0 0-1,0 1 1,0 0 0,0 0 0,1 0-1,-1 1 1,1 0 0,0 0 0,1 1-1,-1-1 1,1 1 0,0 0 0,1 1-1,-1-1 1,1 1 0,0 0 0,1 0-1,0 0 1,0 0 0,1 1 0,-1-1-1,2 1 1,-1 0 0,0 13 0,1-16-66,1 0 0,-1 0 0,1 0 0,0 0 0,1 0 0,-1 0 0,1 0 0,0 0 0,0 0 0,1 0 0,0-1 0,-1 1 0,2 0 0,-1-1 0,0 0 0,1 1 0,0-1 0,5 6 0,2-1-9,0 0-1,0-1 1,1 0-1,1 0 1,20 9 0,4 2-16,-19-12 17,0 2 0,-1 0-1,0 1 1,25 21-1,-37-28 2,-1 1 0,0-1 0,0 1 0,0-1 0,0 1 0,-1 0 0,1 0-1,-1 0 1,0 1 0,0-1 0,0 0 0,-1 1 0,0-1 0,0 1 0,0 0-1,0-1 1,-1 1 0,0 0 0,0-1 0,0 1 0,0 0 0,-1-1-1,-2 10 1,2-11 1,0 0-1,0 0 1,0 0-1,-1 0 0,1 0 1,-1 0-1,0-1 0,0 1 1,0 0-1,0-1 1,0 0-1,-1 1 0,1-1 1,-1 0-1,-3 2 1,-5 2 4,1 0 0,-22 7 1,18-8-1,-3 2-4,1-1-1,-1-1 0,-1-1 0,1 0 0,-1-1 0,-34 1 0,51-4-67,0 0 0,0 0 0,0-1 0,1 1 0,-1 0 0,0 0 0,0-1 0,1 1 0,-1 0 0,0-1 0,1 1 0,-1-1 0,0 1 0,1-1 0,-1 1 0,1-1 0,-1 0 0,1 1 0,-1-1 0,1 0 0,-1 1 0,1-1 0,0 0 0,-1 1 0,1-1 0,0 0 0,0 0 0,0 1 0,-1-1 0,1 0 0,0 0 0,0 0 0,0 1 0,0-1 0,0 0 0,0 0 0,1-1 0,5-35-3348,0 20 263,14-27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3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138 216 13734,'0'0'6827,"-18"22"-6138,-58 75-102,71-90-537,0 0 1,0 0 0,1 0 0,0 1-1,0 0 1,1 0 0,0 0 0,1 0-1,0 0 1,0 0 0,0 1 0,1-1-1,0 1 1,1-1 0,1 12 0,-1-10-34,-1-8-16,1 0-1,0 0 1,0 0-1,0 0 0,0-1 1,1 1-1,-1 0 1,0 0-1,1 0 1,-1 0-1,1-1 0,0 1 1,-1 0-1,1 0 1,0-1-1,0 1 0,2 1 1,-1-2-10,0 1 0,0-1 0,0-1-1,0 1 1,1 0 0,-1 0 0,0-1 0,0 0 0,1 1 0,-1-1 0,0 0 0,1 0-1,2 0 1,1 0-28,-1 0 0,0 0 0,1-1-1,-1 1 1,0-1 0,0 0 0,1 0-1,-1-1 1,0 0 0,0 0 0,0 0 0,-1 0-1,1-1 1,-1 0 0,1 0 0,-1 0-1,0 0 1,0-1 0,0 1 0,0-1 0,5-8-1,5-6-125,-1 3 71,-2 0-1,0-1 1,0 0-1,-2 0 1,13-29 0,-19 50 201,0-1 0,1 0 0,0 1 0,0-1 0,0-1 0,0 1 1,0 0-1,1-1 0,0 0 0,8 4 0,-6-5-157,0 0 0,0 0 0,0-1 0,1 0 0,-1 0 0,0-1 0,14-1 0,-17 1-21,0-1 0,0 1-1,0-1 1,-1 0 0,1-1 0,0 1 0,0-1-1,-1 1 1,1-1 0,-1 0 0,1-1 0,-1 1-1,0 0 1,0-1 0,3-3 0,0-1 56,0-1 1,0 1-1,-1-1 1,0 0-1,-1 0 0,0 0 1,0-1-1,-1 0 1,0 1-1,0-1 0,-1 0 1,0 0-1,1-19 1351,-3 34-946,-1 5-333,2 21 192,-1-30-245,1-1 0,-1 0 0,0 1 0,1-1 0,-1 0 0,1 1 0,-1-1 0,1 0 0,0 0 0,-1 0 1,1 1-1,0-1 0,0 0 0,0 0 0,0 0 0,0 0 0,0 0 0,0-1 0,0 1 0,2 1 0,5 0-28,0 1-1,0-2 0,-1 1 1,1-1-1,0-1 0,0 1 1,0-1-1,0 0 0,0-1 1,0 0-1,0-1 0,-1 1 1,1-1-1,0-1 0,-1 1 1,1-1-1,9-6 0,-10 4-26,1 0 1,-1 0-1,0-1 0,0 1 0,0-2 0,-1 1 0,0-1 0,-1 0 1,1 0-1,-1-1 0,-1 1 0,5-10 0,-7 11 633,-2 11-212,-5 32-9,5-36-355,0 0 0,0 0 0,0 0 0,0 0 0,0 0 0,0 0 0,0 0-1,0 0 1,0 0 0,0 0 0,1 0 0,-1 1 0,0-1 0,1 0-1,-1 0 1,1 0 0,-1-1 0,1 1 0,-1 0 0,1 0 0,0 0 0,0 0-1,-1 0 1,1-1 0,0 1 0,0 0 0,0-1 0,1 2 0,9 0 0,-1-1 1,1 0 0,-1-1-1,21-1 1,-25 0-4,0 1 0,0-1 0,0-1 0,-1 1 0,1-1 0,0 0 0,-1 0 0,0-1 0,1 1 0,7-6 0,-8 3 35,-1 1-1,1 0 1,-1-1-1,0 0 1,0 0-1,0 0 1,-1-1-1,0 1 1,0-1-1,0 1 1,-1-1-1,1 0 1,0-8-1,1-3 94,-2 1 1,0-1-1,-1-29 0,0 45-202,0-1-1,0 1 1,0 0-1,0 0 0,0-1 1,0 1-1,0 0 1,0 0-1,1 0 1,-1 1-1,0-1 0,1 0 1,-1 0-1,3 0 1,2-3-915,24-13-3448,11-1-4284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4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43 15463,'0'0'6499,"-11"-10"-6029,6 6-436,0 0 1,0 0 0,-1 0-1,1 1 1,-1 0 0,1 0-1,-1 0 1,-7-1 0,10 3-22,-1 1 1,0 1-1,1-1 0,-1 0 1,0 1-1,1 0 0,-1-1 1,1 2-1,-1-1 1,1 0-1,0 1 0,-1-1 1,1 1-1,-3 2 0,-46 34 341,49-35-313,-11 9 149,0 0 1,0 1-1,-17 23 0,27-31-131,0 1-1,0 0 0,1-1 0,0 2 0,0-1 1,0 0-1,1 1 0,0-1 0,0 1 0,1-1 0,0 1 1,-1 13-1,2-18-59,0 0 0,0 0 0,1 0 1,-1 0-1,1 1 0,-1-1 0,1 0 0,0 0 1,-1 0-1,1 0 0,0 0 0,0-1 0,1 1 1,-1 0-1,0 0 0,1-1 0,-1 1 0,1 0 1,-1-1-1,1 0 0,0 1 0,0-1 0,-1 0 1,1 0-1,0 0 0,0 0 0,0 0 0,0 0 1,0-1-1,0 1 0,3 0 0,8 1-106,0 0 1,-1-1-1,2 0 0,14-2 1,-11 1-93,-6 0 66,0-1-1,0 0 1,0-1-1,0 0 1,0-1-1,0 0 1,-1-1-1,1 0 1,9-5-1,-4 0-8,-1-1 0,-1 0 0,1 0 0,-2-1 0,14-15-1,-25 25 170,-1 0 1,1-1-1,-1 1 0,0-1 0,0 1 0,1-1 0,-1 0 0,0 0 0,0 1 1,-1-1-1,1 0 0,0 0 0,-1 0 0,1 0 0,-1 0 0,1 0 0,-1-2 1,0 3 1201,0 7-711,0 7-459,0-7-11,0 1 1,0-1 0,0 1 0,1-1-1,0 0 1,2 9 0,-1-12-119,-1-1 1,0 1-1,1 0 1,0-1-1,-1 1 1,1-1-1,0 0 1,0 0-1,0 0 1,1 0-1,-1 0 1,0 0-1,1 0 1,-1-1-1,1 1 1,0-1-1,4 2 1,29 6-3171,-11-8-2153,0-1-6645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4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3169,'0'0'14439,"0"-31"-14439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5635,'0'0'16842,"2"0"-15300,13 0-219,23-7-129,66-23 0,-25 6-564,-18 8-280,347-89 812,-97 24-388,-310 81-753,0-1-1,0 1 1,-1-1-1,1 1 1,0-1 0,0 1-1,-1-1 1,1 1-1,0-1 1,-1 0 0,1 1-1,0-1 1,-1 0-1,1-1 1,0 2-9,-1 0 1,0-1 0,0 1-1,0 0 1,0 0-1,0-1 1,0 1 0,0 0-1,0 0 1,0-1-1,0 1 1,0 0-1,0 0 1,0-1 0,0 1-1,0 0 1,0 0-1,0-1 1,0 1 0,0 0-1,-1 0 1,1-1-1,0 1 1,0 0-1,0 0 1,0 0 0,0-1-1,-1 1 1,1 0-1,0 0 1,0 0-1,0 0 1,-1 0 0,1-1-1,0 1 1,0 0-1,0 0 1,-1 0 0,1 0-1,0 0 1,0 0-1,-1 0 1,1 0-1,0 0 1,0 0 0,-1 0-1,1 0 1,0 0-1,0 0 1,-1 0 0,1 0-1,-112-1 119,-408 16-75,220 15 16,370-31-72,146-23 34,90-6 87,-115 28-22,-122 2-52,-65 0 52,-23 0 312,-7 1-397,0 2 0,0 0 0,0 2 0,-42 13 1,-105 45 2,96-33-17,60-23 0,36-4 0,-13-2-38,19-2-522,-24 1 512,-1 1 0,1-1 1,0 0-1,-1 0 1,1 0-1,-1-1 1,1 1-1,-1 0 1,1 0-1,0 0 0,-1 0 1,1 0-1,-1-1 1,1 1-1,-1 0 1,1-1-1,-1 1 1,1 0-1,-1-1 1,1 1-1,-1 0 0,0-1 1,1 1-1,-1-1 1,0 1-1,1-1 1,-1 1-1,0-1 1,1 0-1,-8 0-3546,-25 1-3225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07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5835 28 6755,'0'0'8132,"1"-5"-7564,5-18 2172,-12 23-2057,-100 8 2099,6 0-1552,-161-1 483,-259 12 24,-969 161-243,1168-113-1405,-436 150 1,718-204-89,-368 121-56,-4-20 31,81-58 31,4-1-80,202-24-56,-169 31-439,106-29 526,63-10 15,83-12 16,41 3-165,1-5 184,1-1 0,0 1 0,0 0 0,1 0 0,0-1 0,1 0 0,0 1 0,0-1 0,1-1 0,6 10 0,7 13 51,55 128 180,-44-91-150,49 130 118,-46-113-78,69 196 178,-10-3-179,-27-73-80,-43-144-23,55 178-2,-72-222-24,1 0 0,0 0 0,1-1 0,1 1 0,1-2 0,0 1 0,19 25 0,-25-38 0,-1-1 0,1 1 0,0-1 0,-1 0 0,1 0 0,0 1 0,0-1 0,0 0 0,0-1 0,0 1 0,0 0 0,0 0 0,0-1 0,4 1 0,32 0-47,-20-2 50,5 1-2,0 0 1,0-2 0,0 0-1,41-11 1,385-92 46,8 25 114,20 5 249,470-82 65,-760 121-455,488-87 105,2 30 21,-411 63-184,362-89-1,-584 108 34,4 0 5,0-2 0,82-35 0,-110 39 10,40-19 26,111-72 1,-155 89-31,0-1 0,0-1 0,-2-1 0,1 0 1,-2-1-1,0 0 0,0-1 0,-2 0 0,0-1 1,-1 0-1,9-22 0,-14 25 2,0-1 0,-1 0 0,-1 0 0,0 0 1,0-16-1,-1-78 139,-2 65-20,-2 3 29,-1-1 1,-2 1-1,-14-54 1,-44-121 427,30 112-319,27 84-211,-6-23 148,-34-77 0,40 106-194,-2 1-1,1 0 1,-2 1-1,0 0 1,0 0-1,-1 0 1,-1 2 0,0-1-1,-17-12 1,5 7-269,0 2 1,-1 1-1,-1 1 1,0 1-1,-29-8 1,-136-30-6282,178 46 5816,-111-24-9284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10117,'0'0'11079,"4"-4"-10046,-3 4-997,-1-1 0,1 1 0,-1 0 0,1-1 0,-1 1 0,1 0 0,0-1 0,-1 1 0,1 0 0,0-1 0,-1 1 0,1 0 0,0 0 0,-1 0 0,1 0 0,0 0 0,-1 0 0,1 0 0,0 0 0,-1 0 0,1 0 0,0 0 0,-1 0 0,1 0 1,0 1-1,-1-1 0,1 0 0,-1 0 0,2 1 0,-1 1 25,1-1 1,0 1-1,-1-1 1,0 1-1,1 0 1,-1 0 0,0-1-1,0 1 1,0 0-1,1 3 1,5 13 351,7 37 0,-8-31-65,11 49 209,-4 1 1,-2 1 0,0 145-1,-12-40-327,-2-156-223,-2-14-6,5-9-1,0-1 0,0 0 1,0 0-1,0 0 0,0 0 0,-1 0 0,1 1 1,0-1-1,0 0 0,0 0 0,-1 0 0,1 0 1,0 0-1,0 0 0,0 0 0,-1 0 0,1 0 1,0 0-1,0 0 0,0 0 0,-1 0 0,1 0 1,0 0-1,0 0 0,0 0 0,-1 0 0,1 0 1,0 0-1,0 0 0,0 0 0,-1 0 0,1 0 1,0-1-1,0 1 0,0 0 0,0 0 0,-1 0 1,0-1 1,1 0-1,-1 0 1,0 0 0,1 0 0,-1 0 0,1 0 0,-1 0 0,1 0 0,-1 0-1,1 0 1,0 0 0,0 0 0,-1 0 0,1 0 0,0 0 0,0-2 0,-3-44-6,3-67 1,2 38-1,-2 47 2,1 0-1,1 0 1,2 0 0,1 1 0,11-34-1,-11 47 6,0 0 0,1 1 0,1 0 0,1 0 0,0 0 0,1 1 0,0 0 0,1 1 0,0 0-1,1 1 1,15-13 0,-16 16 0,-1 2-1,1 0 0,1 0 1,-1 0-1,1 1 0,0 1 1,0 0-1,0 1 1,0 0-1,1 0 0,-1 1 1,1 1-1,0 0 0,0 0 1,-1 1-1,16 3 0,-21-2-7,-1 0 0,1 1 0,-1 0 0,1 1 0,-1-1 0,0 1 0,0 0 0,0 0 0,0 0 0,0 1 0,-1 0 0,0 0 0,0 0 0,0 0-1,0 1 1,-1-1 0,1 1 0,-1 0 0,3 6 0,4 8-13,-1 1 0,-1 0 0,10 39 0,-9-17-55,-2 0 0,-2 0 0,-1 1 0,-4 55 0,0-96 64,0-1-484,0-2-337,0-50-3852,0-6-1518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3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17960,'0'0'4189,"10"28"-3818,32 87-222,-40-111-145,-1 0 1,1 0-1,0-1 0,0 1 1,0 0-1,1-1 0,-1 1 1,1-1-1,0 0 1,-1 0-1,2 0 0,3 3 1,-5-5-4,1 0 0,-1 0 0,1 0 0,-1 0 0,1-1 0,0 1 1,-1-1-1,1 1 0,-1-1 0,1 0 0,5-1 0,3 1 4,-5-1-7,0 1 1,0-1-1,1-1 1,-2 1-1,1-1 1,0 0-1,0 0 1,0-1 0,-1 1-1,1-1 1,-1-1-1,0 1 1,0-1-1,7-6 1,5-7-51,-1 0 1,20-28 0,-36 45 51,2-2-6,19-25-90,18-31 0,-35 51 105,0-1 0,0 0-1,0 0 1,-1 0 0,0 0 0,-1-1 0,0 1 0,0-1-1,1-14 1,-3 22 9,-1 1-1,1-1 1,0 1-1,0-1 0,-1 1 1,1-1-1,0 0 1,-1 1-1,1-1 0,0 1 1,-1-1-1,1 1 1,-1 0-1,1-1 1,-1 1-1,1-1 0,-1 1 1,1 0-1,-1 0 1,1-1-1,-1 1 1,0 0-1,1 0 0,-1-1 1,1 1-1,-1 0 1,0 0-1,1 0 0,-1 0 1,0 0-1,1 0 1,-1 0-1,-29 0 210,20 1-148,0 0-25,-1 0 1,0 0 0,1 1-1,-1 1 1,1 0-1,-1 0 1,1 1 0,0 0-1,1 1 1,-1 0-1,1 0 1,-15 12 0,5-2 107,1 1 0,0 1 0,2 1 0,-25 32 0,32-37-50,1 0 0,0 1-1,1 0 1,0 1 0,1-1-1,1 1 1,1 0 0,0 0-1,0 1 1,2-1 0,0 1-1,1 0 1,0 18 0,1-28-84,0 1 0,1 0 0,0-1 0,0 1 0,0-1-1,0 0 1,1 1 0,0-1 0,1 0 0,-1 0 0,1 0 0,0-1 0,1 1 0,-1-1 0,1 1 0,0-1 0,1 0 0,-1 0 0,1-1 0,0 0 0,0 0 0,10 7 0,-8-7-13,0 0 0,1 0 1,0 0-1,-1-1 0,1 0 1,0 0-1,0-1 0,13 2 1,4-2 25,39 0-1,-51-2-38,2 0-2,1-1-1,0 0 1,0-1-1,-1-1 1,1-1-1,-1 0 0,0 0 1,26-13-1,-33 12-196,0 1 0,0-1 0,-1 0 0,0-1 0,0 0 0,0 0 0,-1 0 0,0-1 0,0 0 1,-1 0-1,1 0 0,-1-1 0,-1 0 0,0 0 0,0 0 0,5-17 0,-5 10-2066,0 0 0,-1-1 0,1-27-1,-4-1-8967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4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11509,'0'0'6702,"0"25"-5467,0-6-958,0 34 704,-8 64 0,1 44 721,7-157-1686,0 0 0,0-1 0,0 1 0,0 0 0,1-1 0,-1 1 0,1 0 0,0-1 0,0 1 0,0-1 0,1 1 0,-1-1 0,3 5 0,-2-6-15,0 0 1,0 0 0,0 0-1,0 0 1,1-1 0,-1 1-1,0-1 1,1 0-1,-1 1 1,1-1 0,-1 0-1,1-1 1,0 1 0,-1 0-1,1-1 1,0 1 0,3-1-1,4 1 0,0-1 0,0-1 0,-1 0 0,1 0 0,0 0 0,-1-2 0,1 1 0,-1-1 0,0 0 0,0-1 0,0 0 0,0 0 0,-1-1 0,1-1 0,-1 1 0,-1-1 0,12-11 0,-1 0-47,-2-1 0,0 0 0,-1-1 0,-1-1 0,23-41-1,-28 44 50,0-1 1,-1 1-1,-1-2 0,-1 1 0,5-25 0,-12 65 416,0 0-1,3 24 1,-1-15-218,-1-24-174,1 1 0,0 0 0,0-1 0,1 1 0,-1-1 0,2 1 1,-1-1-1,1 0 0,0 0 0,0 0 0,9 13 0,-8-16-33,-1 0 0,1 0 0,-1-1 0,1 1-1,0-1 1,0 0 0,1 0 0,-1 0 0,1-1-1,-1 1 1,1-1 0,0 0 0,0 0 0,0-1 0,0 0-1,0 0 1,0 0 0,8 0 0,-8 0-4,-2-1-94,0 0 0,0 1-1,0-1 1,1-1-1,-1 1 1,0 0 0,0-1-1,4 0 1,-6 0 7,0 0 0,0 0 0,0 1 0,0-1 0,0 0 0,0 0 0,0 0 0,0 0 0,0-1 0,0 1 0,0 0 0,-1 0 0,1 0 0,0-1 0,-1 1 0,1 0 0,-1 0 0,0-1 0,1 1 0,-1-1 0,0 1 0,0-2 0,4-38-3065,-4-9-1635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4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17608,'0'0'5480,"24"33"-5125,74 103-265,-90-125-85,-1 0-1,0 1 0,11 25 0,-17-32-4,1 0-1,-1 1 1,-1-1-1,1 0 1,-1 0 0,0 10-1,0-3 1,0-10 1,0-1 0,0 0 1,0 1-1,0-1 0,0 1 1,-1-1-1,1 0 0,0 1 1,-1-1-1,1 0 0,-1 0 1,0 1-1,1-1 0,-1 0 1,0 0-1,1 0 0,-1 0 1,0 0-1,0 0 0,0 0 1,0 0-1,0 0 0,0 0 1,-1 0-1,1 0 0,0-1 1,0 1-1,-3 0 0,-2 1 10,1-1-1,-1 0 1,0 0-1,0-1 1,-10 0-1,15 0-8,0 0 1,0 0-1,0 0 0,0 0 1,0-1-1,0 1 0,-1 0 0,1-1 1,0 1-1,0-1 0,0 1 1,0-1-1,1 0 0,-1 1 0,0-1 1,0 0-1,0 1 0,0-1 1,1 0-1,-1 0 0,0 0 1,1 0-1,-1 0 0,1 0 0,-1 0 1,1 0-1,-1 0 0,1 0 1,0 0-1,-1 0 0,1 0 0,0-2 1,-1-5 8,0 0 0,0-1 1,2-13-1,-1 5-6,0 3-3,0 0 0,1 0 0,0-1 0,1 1 0,1 0 0,1 0 0,-1 0 0,2 1 0,0 0 0,1-1 0,13-22 0,-8 20-23,1 1 0,1 0 0,0 1 1,0 1-1,1 0 0,1 0 1,0 2-1,1 0 0,23-13 1,-24 17-866,0 0 1,21-6-1,-22 9-1292,0 1-1,29-3 1,-6 5-6955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 14038,'0'0'8188,"-20"20"-7681,-60 68-83,72-80-334,2 1-1,-1 0 0,1 0 0,0 0 1,1 1-1,0 0 0,1 0 1,0 0-1,0 0 0,1 1 0,-3 20 1,5-25-52,1-6-37,-3 12 68,1-1-1,0 20 1,2-30-70,0 0 0,-1 1-1,1-1 1,0 0 0,0 1-1,0-1 1,1 1 0,-1-1 0,0 0-1,0 1 1,1-1 0,-1 0 0,1 1-1,-1-1 1,1 0 0,0 0 0,-1 0-1,1 1 1,0-1 0,0 0 0,0 0-1,0 0 1,0 0 0,0 0 0,0 0-1,0-1 1,0 1 0,0 0 0,1-1-1,-1 1 1,0 0 0,2 0 0,2 0-79,1-1 0,0 1 0,-1-1 1,1 0-1,0 0 0,0-1 1,-1 1-1,1-1 0,-1 0 1,1-1-1,-1 0 0,1 1 1,-1-2-1,0 1 0,0-1 1,0 1-1,0-2 0,0 1 0,-1 0 1,1-1-1,-1 0 0,7-8 1,-1 0-101,0-1 1,-2 0-1,1 0 1,-2-1 0,0 0-1,0-1 1,7-28-1,-11 32-37,-1 3 1531,4 22-532,2 15-547,-7-20-230,2 0-1,-1 0 1,1 0 0,1 0-1,0-1 1,0 1 0,0-1-1,11 14 1,-14-43-5069,2-18 113,6-15-2095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5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6755,'0'0'16600,"91"221"-16264,-82-154 0,3-7-112,-6-5-144,-6-16-32,0-5-96,0-13 16,0-6-656,0-33-19177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5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14599,'0'0'8147,"21"31"-7640,61 98-248,-77-122-248,-1 1 0,0-1 0,0 1-1,-1 0 1,0 0 0,0 0 0,-1 1 0,0-1 0,0 1 0,0 8-1,-1-3 7,0-7-6,0 1-20,0-1-1,-1 1 1,0 14-1,0-20 8,0-1 0,0 0 0,0 0 0,-1 0 0,1 0-1,0 0 1,-1 0 0,1 0 0,0 0 0,-1 0-1,1 0 1,-1 0 0,0 0 0,1-1 0,-1 1 0,0 0-1,1 0 1,-1 0 0,0-1 0,0 1 0,0 0-1,0-1 1,1 1 0,-1-1 0,0 1 0,0-1 0,0 0-1,0 1 1,0-1 0,0 0 0,-1 1 0,-1-1-1,0 0 8,-1 1-1,0-1 0,0 0 0,0-1 1,0 1-1,0 0 0,0-1 0,-7-2 1,9 2-2,0 0 1,0-1 0,1 1 0,-1 0-1,1-1 1,-1 1 0,1-1 0,-1 1-1,1-1 1,0 0 0,-1 0 0,1 1-1,0-1 1,0 0 0,1 0 0,-1 0-1,0 0 1,0-4 0,-3-7 4,1 0 1,1-1-1,0 1 0,1-1 1,0 1-1,1-1 1,1 1-1,0-1 1,0 1-1,6-20 0,-4 24 7,-1 0-1,2 1 1,-1 0-1,1 0 1,0 0-1,1 0 1,0 1-1,0-1 1,1 1-1,0 0 1,0 1-1,0 0 1,1 0-1,0 0 1,0 1-1,16-9 1,-9 8 27,0 0 1,1 1-1,0 1 1,0 1-1,0 0 0,0 0 1,1 2-1,-1 0 1,1 1-1,-1 0 1,23 4-1,-33-3-37,-1 0 0,1 0 1,0 0-1,-1 1 0,1 0 0,-1 0 0,1 0 0,-1 0 0,0 1 1,0 0-1,0-1 0,-1 1 0,6 6 0,-3-2 0,-1-1 0,1 1 0,-2 0 0,1 1 1,-1-1-1,0 1 0,3 9 0,-1 2 1,-1 0 1,0 0 0,-2 0-1,0 0 1,1 39-1,-5-49 64,1-5-1264,2-16-1374,8-31-3179,9-26-6448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5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17624,'0'0'3298,"0"197"-961,9-101-1233,6 13-159,-6 12-161,-6 7-304,-3-1-224,0-9-224,-12-12-32,-18-16-464,-9-14-1233,-13-18-2721,-2-22-10052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37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11637,'0'0'9952,"1"-23"-8856,4-68-290,-3 76-223,1 19-404,1 17 9,19 280 2392,-21 6-3061,-3-197-2395,1-143-2238,0-19-3784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38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7027,'0'0'9450,"-2"11"-8866,-1 18 155,0-1-1,3 52 1,1-69-629,0 0 0,0 0 0,1-1 0,0 1 0,1-1-1,1 0 1,-1 0 0,2 0 0,-1 0 0,1 0 0,13 16 0,-16-23-102,1 0-1,0 0 1,0 0 0,0-1-1,0 1 1,1-1-1,-1 0 1,1 0 0,-1 0-1,1-1 1,0 1-1,-1-1 1,8 2 0,1-1 2,0-1-1,1 0 1,12-1 0,-12 0-4,-8 0-2,-1-1-1,1 1 1,-1-1 0,1 0-1,-1 0 1,0-1-1,0 1 1,1-1 0,-1 0-1,0 0 1,0 0 0,-1-1-1,1 1 1,0-1-1,5-6 1,-4 4 5,0 0 0,0-1 0,-1 0 1,0 0-1,0 0 0,-1 0 0,0-1 0,0 1 0,3-10 1,-6 16 2,0 0 0,0-1 0,0 1 1,0 0-1,0 0 0,0 0 0,0 0 1,0 0-1,0-1 0,0 1 0,0 0 1,0 0-1,1 0 0,-1 0 0,0 0 1,0 0-1,0-1 0,0 1 0,0 0 1,0 0-1,1 0 0,-1 0 0,0 0 1,0 0-1,0 0 0,0 0 0,0 0 1,1 0-1,-1 0 0,0 0 0,0 0 1,0 0-1,0 0 0,1 0 0,-1 0 1,0 0-1,0 0 0,0 0 0,0 0 1,0 0-1,1 0 0,-1 0 0,0 0 1,0 0-1,0 0 0,0 0 0,0 0 1,1 0-1,-1 0 0,0 1 1,0-1-1,0 0 0,0 0 0,0 0 1,0 0-1,0 1 0,13 12 292,-11-10-267,1 0 0,0 1 0,-1-1 1,2 0-1,-1-1 0,0 1 0,0 0 0,6 2 0,0-3 1,1 0 0,-1 0 0,1-1 0,0-1 0,-1 1 0,1-1 0,11-2 0,-2 1 13,-13 0-43,-1 0 0,0 0 0,1 0 1,-1 0-1,0-1 0,0 0 0,0 0 0,0 0 0,0-1 1,0 0-1,-1 0 0,1 0 0,-1 0 0,0-1 0,0 1 1,0-1-1,-1 0 0,1 0 0,-1-1 0,0 1 0,0-1 0,3-7 1,0 1-28,-1 0 1,-1-1 0,1 0 0,-2 0 0,0 0 0,-1 0-1,0-1 1,1-24 0,-3 36-29,0 0 1,0-1-1,0 1 0,-1-1 1,1 1-1,0-1 0,-1 1 1,1 0-1,-1-1 1,1 1-1,-1 0 0,1-1 1,-1 1-1,0 0 0,0 0 1,0-1-1,0 1 0,0 0 1,0 0-1,0 0 0,-2-1 1,-1 0-478,0-1-1,0 1 1,-1 0 0,1 1 0,-7-2 0,-4-2-1879,-29-12-9074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45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49 14102,'0'0'8602,"-3"3"-7847,2-3-700,-1 1 0,1 0 0,0 0 0,1 0 0,-1 0 0,0 1 0,0-1-1,0 0 1,1 0 0,-1 0 0,0 1 0,1-1 0,-1 0 0,1 1 0,-1-1 0,1 1 0,0-1 0,0 0 0,0 1 0,0-1 0,0 2 0,6 34 553,-4-28-443,84 439 2562,-82-420-2714,-1 0 0,-1 0 1,-1 0-1,-5 39 0,4-67-13,0 1-1,0-1 0,0 0 1,0 1-1,0-1 0,0 0 1,-1 1-1,1-1 1,0 1-1,0-1 0,-1 0 1,1 1-1,0-1 0,-1 0 1,1 0-1,0 1 1,-1-1-1,1 0 0,0 0 1,-1 1-1,1-1 0,0 0 1,-1 0-1,1 0 0,-1 0 1,1 0-1,0 1 1,-1-1-1,1 0 0,-1 0 1,0 0-1,-14-2-37,13 2 22,0-1-12,-1 1 1,1-1 0,0 0 0,-1 0 0,1 0 0,0 0 0,0 0 0,0 0 0,0-1 0,0 1 0,0-1-1,0 1 1,-3-5 0,-18-28-393,18 25 304,-10-21-365,0 0 0,2-1 0,2-1 1,-16-63-1,18 48 6,2 0 1,-1-92-1,8 129 467,0-1-1,1 1 1,0-1-1,1 1 0,0-1 1,0 1-1,6-15 1,-4 19 5,-1-1 0,1 1 0,0 0 0,0-1 0,1 2 0,0-1 0,0 1 0,0-1 0,1 2 0,0-1 0,7-5 0,2 1 26,0 0 0,1 1 1,0 1-1,0 0 0,0 1 0,1 1 0,34-6 0,-7 5 74,86 1 0,-125 5-94,0 0 0,0 0 0,0 1 1,0 0-1,-1 0 0,1 0 0,0 1 0,-1-1 1,1 1-1,-1 0 0,1 0 0,-1 1 0,0-1 1,0 1-1,0 0 0,0 0 0,-1 1 0,1-1 1,-1 1-1,0-1 0,0 1 0,0 0 0,0 1 1,-1-1-1,0 0 0,0 0 0,0 1 0,2 8 1,1 5 14,0 1 0,-2 0 1,0 0-1,-2 0 1,0 0-1,-1 20 0,-2-28-4,1 1-1,-1-1 1,-1 0-1,0 0 0,0 0 1,-1-1-1,0 1 1,-1-1-1,-1 0 1,1 0-1,-1-1 0,-1 1 1,0-1-1,0-1 1,-16 15-1,10-11-11,-2 0 0,0-1 0,0 0 0,-1-1 0,0-1 0,-1 0 0,0-1-1,-33 10 1,122-8 383,-24-1-43,79 26-1,-90-23-288,-28-10-54,-1 2 1,0-1-1,0 1 1,8 5-1,6 4-23,-21-13-176,-1-9-1969,0-75-7048,0 20-849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46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115 148 7716,'0'0'6563,"0"-5"-5683,0-17 19,0 16 4634,0 6-5514,0-2-3,0 1 248,0 117 2481,7 361-1243,-5-459-1506,-3-34-136,-6-17-710,-2 0 1,-1 0-1,-15-30 0,-9-34-2485,23 62 611,3-1-1,-7-62 1,11 23 2096,4 73 748,1 1 1,-1-1-1,0 0 0,1 1 0,-1-1 1,1 1-1,0-1 0,-1 1 0,1-1 1,0 1-1,0 0 0,0-1 1,0 1-1,0 0 0,0 0 0,0-1 1,1 1-1,-1 0 0,0 0 0,1 1 1,-1-1-1,1 0 0,-1 0 0,1 1 1,-1-1-1,1 0 0,-1 1 0,1 0 1,-1-1-1,1 1 0,2 0 1,9-2 600,0 1 0,0 0 1,13 1-1,-12 0-260,-1 0-149,0 0 1,0 1-1,21 4 0,-28-3-236,-1-1 0,1 2 0,-1-1-1,0 0 1,0 1 0,0 0 0,0 0 0,0 1 0,-1-1 0,8 9 0,1 1 180,-2 1-1,1 0 1,-2 1 0,13 23-1,27 68 543,-6-12-115,-43-92-672,0 1 0,1-1 0,-1 1 0,0-1 0,1 0 0,-1 0-1,1 0 1,-1 0 0,1 0 0,0 0 0,0 0 0,0 0 0,0-1 0,0 1 0,1-1 0,-1 1 0,0-1 0,1 0 0,-1 0 0,1 0 0,-1 0 0,1-1 0,-1 1 0,1-1 0,3 1 0,-5-2 5,0 1-1,-1 0 1,1-1 0,0 1-1,0-1 1,0 1 0,-1-1-1,1 1 1,0-1 0,-1 1-1,1-1 1,0 0 0,-1 1-1,1-1 1,-1 0 0,1 0-1,-1 0 1,1 1 0,-1-1-1,0 0 1,1 0 0,-1 0-1,0 0 1,0 0 0,0 1-1,1-3 1,4-33 147,-3 23-109,5-54 42,-3-1-1,-5-78 0,1 143-95,-2-25-3,-1 0-1,-1 1 1,-2-1 0,-12-36 0,18 61-421,-5-9 1002,-2 10-6215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47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0 450 12422,'0'0'5685,"16"8"-4751,-3-2-718,-7-4-114,0 1-1,1 0 1,-1 0 0,0 1 0,0-1 0,-1 1 0,1 1 0,-1-1 0,0 1 0,0 0-1,0 0 1,-1 0 0,0 1 0,0 0 0,5 9 0,7 23 214,-2 0 0,-1 1 0,-2 0 0,-2 1 1,-2 0-1,-1 1 0,0 70 0,-8-98-269,-1-15-11,1 0-12,-2-1-9,-1-1 1,1 0 0,0 0-1,0-1 1,0 1 0,1-1-1,-1 0 1,1 0 0,-5-10-1,-18-56 0,21 56 1,-9-26 53,2 0 1,2 0 0,2-1 0,1-1 0,0-64-1,6 104-46,1-1 0,0 1 0,1 0 0,-1 0 0,1-1-1,-1 1 1,1 0 0,0 0 0,0 0 0,0 0 0,1 0 0,-1 0-1,1 0 1,3-4 0,-3 5 0,0 0-1,0 0 1,1 0 0,-1 1 0,1-1-1,-1 1 1,1-1 0,-1 1-1,1 0 1,0 0 0,0 0-1,-1 1 1,1-1 0,0 1-1,0-1 1,5 1 0,-2 0-21,0-1-1,0 1 1,0 0 0,0 0 0,0 1 0,0 0-1,0 0 1,0 0 0,-1 1 0,1 0 0,0 0 0,-1 1-1,1-1 1,-1 1 0,0 0 0,0 0 0,0 1-1,0 0 1,-1 0 0,1 0 0,4 6 0,7 10 2,-2 0 1,-1 1 0,0 0-1,16 39 1,17 28 8,-39-77-12,0 0 0,1-1 0,0 1 0,1-1 0,12 11 0,-20-20 0,0-1 0,0 1 0,-1-1-1,1 1 1,0 0 0,0-1 0,0 1-1,-1-1 1,1 1 0,0-1 0,0 0-1,0 0 1,0 1 0,0-1 0,0 0-1,0 0 1,0 0 0,0 0 0,0 0-1,0 0 1,0 0 0,0 0 0,0 0-1,0 0 1,0-1 0,0 1 0,0 0-1,0-1 1,-1 1 0,1-1-1,0 1 1,0-1 0,0 1 0,0-1-1,-1 1 1,1-1 0,0 0 0,-1 0-1,1 1 1,0-1 0,-1 0 0,1-1-1,3-6 24,-1 0-1,0 0 1,0 0-1,-1-1 1,0 1-1,1-13 1,1-59 183,-4 64-149,1-14 31,1-27 142,-2 0-1,-3 0 1,-15-87-1,-42-97 253,58 234-780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49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30 311 6099,'0'0'11176,"-6"-5"-9997,-15-17 21,21 22-1172,0 0-1,-1 0 0,1-1 0,0 1 0,0 0 1,0 0-1,-1-1 0,1 1 0,0 0 0,0-1 1,0 1-1,0 0 0,0-1 0,0 1 1,0 0-1,0 0 0,0-1 0,0 1 0,0 0 1,0-1-1,0 1 0,0 0 0,0-1 0,0 1 1,0 0-1,0-1 0,0 1 0,0 0 0,0-1 1,1 1-1,-1 0 0,0-1 0,0 1 1,0 0-1,1 0 0,-1-1 0,0 1 0,0 0 1,1 0-1,-1 0 0,0-1 0,0 1 0,1 0 1,-1 0-1,0 0 0,1 0 0,-1 0 1,0 0-1,1-1 0,135-60 3911,255-148-1764,-442 235-10320,27-14 6915,1 0 1,-25 18 0,46-29 1325,0 1 0,1 0 1,-1 0-1,1 0 0,-1 0 1,1 0-1,0 0 0,0 0 0,0 0 1,0 1-1,0-1 0,0 0 1,0 0-1,1 1 0,-1-1 1,1 1-1,0-1 0,0 1 1,0-1-1,0 0 0,0 1 1,1 4-1,1 0 374,-1 0 0,1 0 0,0 0-1,1 0 1,0 0 0,5 9 0,23 36 626,-3 0-1,-2 2 1,33 98-1,-53-130-990,-4-12-79,1 0 1,0 0-1,5 11 1,-8-21 10,3 3-410,-1-13-2156,-3-93-7304,-4 29-2812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49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13846,'0'0'7791,"20"31"-7090,67 102-386,-78-118-280,1 1 0,-2 0 0,0 0 0,-1 1 0,6 21-1,-10-23-14,-1 0 0,0 0 0,-1 0 0,-2 18 0,1-8 7,0-23-25,0-1-1,0 0 1,0 0-1,0 0 1,0 0 0,0 0-1,0 0 1,0 0-1,-1 1 1,1-1 0,0 0-1,-1 0 1,1 0-1,-1 0 1,1 0-1,-1 0 1,1 0 0,-1 0-1,0-1 1,1 1-1,-1 0 1,0 0-1,0 0 1,0-1 0,0 1-1,0 0 1,0-1-1,0 1 1,0-1-1,0 1 1,0-1 0,0 0-1,0 1 1,0-1-1,0 0 1,0 0 0,0 0-1,0 0 1,-1 0-1,1 0 1,0 0-1,0 0 1,-1 0 0,1 0-1,0-1 1,0 1 0,0 0 0,0 0 0,0-1-1,0 1 1,0-1 0,0 1 0,0-1 0,0 1 0,0-1-1,0 0 1,1 1 0,-1-1 0,0 0 0,0 0-1,1 1 1,-1-1 0,0 0 0,1 0 0,-1 0 0,1 0-1,0 0 1,-1 0 0,1 0 0,-1 0 0,1 0-1,0 0 1,0 0 0,0 0 0,0 0 0,0 0-1,0-1 1,-1-4 3,-3-19 9,1 0 0,1-1 0,3-36 0,0 20 13,-1 29-13,0 1 0,2 0 1,-1-1-1,2 1 0,-1 0 0,2 0 1,0 0-1,0 1 0,1-1 0,0 1 0,1 0 1,0 1-1,1-1 0,14-15 0,2-2-355,2 1-1,1 1 1,1 1-1,32-22 1,-43 38-1841,-6 7-2050,-3 2-2232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50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158 316 9348,'0'0'7036,"4"-11"-5921,11-36 32,-13 38-640,-7 10-96,-5 7-200,0 1 0,0 0-1,0 0 1,1 1 0,1 0 0,0 0 0,-13 22 0,6-6 374,1 0 0,-16 46-1,22-46-375,2 0-1,0 0 1,2 1-1,1 0 1,1-1-1,2 29 1,0-53-210,0 0 1,0 0 0,0 1-1,1-1 1,-1 0 0,0 0-1,1 0 1,0 1 0,-1-1-1,1 0 1,0 0 0,0 0 0,0 0-1,0 0 1,1 0 0,-1 0-1,0-1 1,1 1 0,-1 0-1,1-1 1,0 1 0,0-1-1,-1 0 1,1 1 0,0-1 0,3 1-1,0 0-3,1 0 0,-1-1-1,1 0 1,-1 0 0,1 0-1,-1-1 1,1 0 0,-1 0-1,1 0 1,6-1 0,-8 0-36,1-1 1,0 1 0,-1-1 0,1 0 0,-1 0 0,0 0 0,1 0 0,-1-1 0,0 0 0,-1 0 0,1 0 0,0 0 0,-1 0 0,1-1 0,-1 0 0,0 1 0,-1-1 0,1 0 0,-1-1 0,3-4 0,2-6-132,0 0 1,-1-1-1,-1 0 0,6-24 1,-5 0 0,-2 0 1,-1-79 0,-3 93 623,0 46-364,0 5 22,0-1 1,5 26 0,-4-43-84,1 1 0,-1-1-1,1 0 1,1 1 0,-1-1 0,1-1 0,1 1 0,-1 0 0,1-1-1,0 1 1,8 7 0,-10-12-25,0 0 1,0 0-1,0 0 0,1 0 0,-1 0 1,0-1-1,1 1 0,0-1 0,-1 0 1,1 1-1,0-1 0,0-1 0,0 1 1,-1 0-1,1-1 0,0 1 0,0-1 1,0 0-1,0 0 0,0 0 1,0 0-1,0 0 0,4-2 0,-2 1-23,0-1 0,0 0-1,0 0 1,-1 0 0,1-1-1,-1 1 1,1-1-1,-1 0 1,0-1 0,0 1-1,0-1 1,3-4 0,4-6-118,-1 0 1,-1-1-1,-1 0 1,0-1-1,-1 0 1,0 0-1,-1 0 1,4-20-1,20-140-601,-29 162 786,-1 14-14,0-1-1,1 1 0,-1-1 0,0 1 0,0 0 0,0-1 0,0 1 0,1-1 0,-1 1 0,0-1 0,0 1 0,1 0 0,-1-1 0,0 1 0,1 0 0,-1-1 1,0 1-1,1 0 0,-1 0 0,1-1 0,-1 1 0,0 0 0,1 0 0,-1 0 0,1-1 0,-1 1 0,1 0 0,-1 0 0,1 0 0,-1 0 0,1 0 0,-1 0 1,1 0-1,-1 0 0,0 0 0,1 0 0,16 6 219,-11 0-187,-1 0 1,0 1-1,0 0 1,-1 0-1,1 0 0,-2 1 1,1-1-1,4 15 1,4 8 84,-3-13-112,-1 0 1,-1 1-1,0 1 1,-2-1-1,0 1 1,-1 0 0,-1 0-1,1 30 1,-4-47-23,0-16 58,0-195 36,0 208-107,0-1 1,0 0-1,0 1 1,0-1-1,0 0 1,0 1 0,1-1-1,-1 1 1,0-1-1,1 0 1,0 1-1,-1-1 1,1 1-1,0-1 1,0 1-1,-1 0 1,1-1 0,1 1-1,-1 0 1,0-1-1,0 1 1,0 0-1,2-1 1,0 0 12,1 1-1,-1 0 1,1 0 0,-1 0 0,1 1-1,-1-1 1,1 1 0,-1-1 0,7 2 0,-5-1-15,0 0 1,-1 0 0,1 1-1,-1 0 1,1 0 0,-1 0-1,1 1 1,-1-1 0,0 1-1,0 0 1,8 5 0,-3 0-2,0 1 1,0 0 0,9 9-1,-12-10 0,0 0-1,0-1 1,1 0-1,0-1 1,1 1-1,-1-1 1,16 8-1,-22-13-1,1 1-1,-1 0 0,1-1 1,0 1-1,-1-1 1,1 1-1,-1-1 0,1 0 1,0 0-1,-1 0 0,1 0 1,0 0-1,-1 0 1,1 0-1,-1 0 0,1 0 1,0-1-1,-1 1 1,1-1-1,-1 0 0,1 1 1,-1-1-1,1 0 1,-1 0-1,1 0 0,-1 1 1,0-2-1,0 1 1,1 0-1,-1 0 0,0 0 1,0-1-1,0 1 1,0 0-1,0-2 0,3-5-19,-1 0-1,0 0 1,0 0-1,-1 0 1,2-14-1,-2 10 9,5-23 1,-3 8 13,2 0 0,1 0 0,21-50 0,-26 73-2,0 0-1,1 0 1,0 0-1,-1 1 1,2-1 0,-1 1-1,0 0 1,1 0-1,-1 0 1,1 0 0,0 0-1,0 1 1,0 0-1,0 0 1,0 0 0,1 0-1,-1 1 1,1-1-1,7 0 1,-6 1-1,0 0 0,0 1-1,0-1 1,0 2 0,0-1 0,0 1 0,1-1-1,-1 2 1,0-1 0,-1 1 0,1 0 0,0 0-1,0 0 1,5 4 0,5 4-1,-1 1 1,25 23-1,-34-29 3,0 1 0,-1-1 0,0 1 0,0 1 0,0-1 0,-1 1 0,0 0 0,0 0 0,4 10 0,-7-14-9,0 1 1,-1-1-1,1 0 1,-1 1-1,0-1 0,0 1 1,0-1-1,0 1 1,0-1-1,-1 1 1,0-1-1,1 1 1,-1-1-1,0 0 1,-1 1-1,1-1 1,-1 0-1,1 0 0,-1 0 1,0 0-1,0 0 1,0-1-1,-1 1 1,1-1-1,-1 1 1,1-1-1,-1 0 1,0 0-1,-3 2 1,-6 3-105,1 0 1,-2-2-1,1 1 1,-1-2-1,1 1 1,-19 2-1,27-6-277,-1 1 0,1-1 1,-1-1-1,0 1 0,1-1 0,-1 1 0,0-2 0,0 1 1,1 0-1,-1-1 0,-9-2 0,12 2-163,0-1-1,0 0 1,0 0-1,0 1 1,0-1-1,0 0 1,-2-4 0,3 4 72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50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12198,'0'0'4348,"-12"15"-4134,8-10-175,-2 3 90,-1 1 0,1-1 0,0 1 0,1 0 0,0 1 0,0 0 0,1-1 0,1 1 0,-1 1 0,1-1 0,-2 21 0,1 138 2662,4-130-2383,1-16-289,0 1 0,2-1 0,0 0 1,2 0-1,0 0 0,2 0 0,0-1 0,15 30 0,-16-41-265,-1 0-1,0 0 1,-1 0 0,-1 1-1,0-1 1,0 1-1,-1 0 1,1 18-1,-3-30 13,0 1 0,0-1 0,0 1 0,0-1 0,0 1 0,0-1-1,0 0 1,0 1 0,0-1 0,0 1 0,0-1 0,-1 0 0,1 1 0,0-1-1,0 0 1,0 1 0,-1-1 0,1 0 0,0 1 0,0-1 0,-1 0-1,1 1 1,0-1 0,-1 0 0,1 0 0,0 1 0,-1-1 0,1 0-1,0 0 1,-1 0 0,1 1 0,-1-1 0,1 0 0,0 0 0,-1 0 0,1 0-1,-1 0 1,1 0 0,0 0 0,-1 0 0,1 0 0,-1 0 0,1 0-1,0 0 1,-1 0 0,1 0 0,-1 0 0,0-1 0,-2 1-1025,-22 0-8568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51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 16375,'0'0'1985,"200"-142"-4274,-158 105-4834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51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132 182 3954,'0'0'12187,"-20"34"-11056,-62 114-419,77-140-656,1 1 0,0 0 0,1-1 1,0 1-1,0 0 0,1 0 0,0 1 0,0-1 0,1 0 0,1 1 0,0 16 0,1-3 45,-1 77 208,0-98-306,0 1-1,0-1 1,1 0-1,-1 0 1,0 0-1,1 0 1,-1 0-1,1 0 1,0 0-1,-1 0 1,1-1 0,0 1-1,0 0 1,0 0-1,1-1 1,-1 1-1,0 0 1,1-1-1,-1 1 1,1-1-1,-1 0 1,1 1-1,1 0 1,0-1-29,1 0 1,-1 0 0,0 0 0,0 0 0,0-1 0,1 1-1,-1-1 1,0 0 0,0 0 0,1 0 0,-1-1-1,0 1 1,0-1 0,5-1 0,-4 1-29,0-1 1,-1 1-1,0-1 1,1 0-1,-1 0 1,0-1-1,0 1 1,0-1-1,0 1 1,-1-1-1,1 0 0,-1 0 1,1 0-1,-1-1 1,0 1-1,-1 0 1,3-6-1,5-11-211,11-40 0,-14 42 150,0-1 24,1-7 23,2 1 0,0 0 0,19-34 0,-24 52 133,1 0 1,-1 1 0,1-1-1,0 1 1,1 0-1,-1 1 1,1-1 0,0 1-1,1 0 1,-1 1 0,1 0-1,0 0 1,0 0 0,0 1-1,1 0 1,7-3 0,4 2 58,0 0 0,0 1 0,1 0 0,-1 2 0,34 1 0,-49 1-125,0-1 1,1 1-1,-1-1 0,0 1 1,0 0-1,0 1 0,0-1 1,-1 1-1,1 0 1,0 0-1,0 0 0,-1 0 1,0 1-1,1-1 0,-1 1 1,0 0-1,0 0 0,0 0 1,-1 0-1,1 1 1,-1-1-1,0 1 0,2 3 1,0 2 22,0 1-1,0-1 1,-2 1 0,1-1 0,-1 1 0,0 0 0,-1-1-1,0 19 1,-1-27-13,0 0 1,0 0-1,0 0 0,0 0 0,0 0 0,0 0 0,-1 0 0,1 0 0,0 0 1,0 0-1,-1 0 0,1 0 0,-1 0 0,1 0 0,-1 0 0,1 0 0,-1-1 1,0 1-1,1 0 0,-1 0 0,0-1 0,0 1 0,1 0 0,-1-1 1,0 1-1,0-1 0,0 1 0,-2 0 0,-1 0 81,0 0 0,0 0 0,0-1 0,0 0 0,-8 0 0,9 0-17,1 0-54,1 0 0,-1 0-1,1 0 1,0-1 0,0 1 0,-1-1 0,1 1-1,0-1 1,0 1 0,-1-1 0,1 0-1,0 1 1,0-1 0,0 0 0,0 0 0,0 0-1,0 0 1,0 0 0,0 0 0,1 0 0,-1 0-1,0 0 1,1-1 0,-1 1 0,0 0 0,1 0-1,-1-2 1,-1-5 54,0 0 0,0 0 0,-1-12 0,2 11-16,-3-22-64,1 1 1,2-1-1,5-56 0,-3 79-145,0 1-1,1-1 0,1 0 0,-1 1 0,1-1 0,0 1 0,1 0 1,-1 0-1,7-8 0,-1 3-1082,1 0 1,0 1-1,21-18 0,16-8-5079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2:52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12 240 5410,'0'0'12334,"2"29"-11328,6 93-416,-5-42-94,-4-58-336,1-22-156,0 0-1,0 0 1,-1 1 0,1-1-1,0 0 1,-1 0 0,1 0-1,0 0 1,-1 0 0,1 0-1,-1 0 1,1 1 0,0-1 0,-1 0-1,1 0 1,0 0 0,-1-1-1,1 1 1,0 0 0,-1 0-1,1 0 1,-1 0 0,1 0-1,0 0 1,-1 0 0,1-1 0,0 1-1,0 0 1,-1 0 0,1 0-1,0-1 1,-1 1 0,1 0-1,0-1 1,0 1 0,-1 0-1,1 0 1,0-1 0,-2-4-3,0 0 1,0 0 0,1 0-1,-1 0 1,1-1-1,1 1 1,-1 0 0,1-6-1,1-52-2,0 27 4,-1 32 22,0 1 1,1 0-1,-1 0 0,1 0 1,-1-1-1,1 1 0,0 0 1,0 0-1,1 0 0,-1 0 1,1 1-1,-1-1 1,1 0-1,0 1 0,0-1 1,0 1-1,0-1 0,0 1 1,1 0-1,-1 0 0,1 0 1,-1 0-1,1 0 0,0 1 1,0-1-1,0 1 0,0 0 1,0 0-1,0 0 1,5-1-1,9-2 148,0 2 0,0-1 0,1 2 0,24 1 0,-28 0-205,-10 0 32,1 0 0,-1 1 0,0-1 1,0 1-1,-1-1 0,1 1 0,0 0 0,0 1 0,0-1 0,0 1 0,-1 0 0,1 0 0,-1 0 0,4 3 0,-4-3-5,-1 0 0,0 1 1,0-1-1,0 1 0,0-1 0,-1 1 0,1 0 1,-1 0-1,1 0 0,-1 0 0,0 0 0,0 0 0,0 0 1,-1 0-1,1 0 0,-1 0 0,1 0 0,-1 5 1,0 0-6,-2 16-211,1-23 210,1-1 1,-1 1-1,1 0 0,-1 0 0,1-1 1,-1 1-1,0-1 0,1 1 0,-1 0 1,0-1-1,1 1 0,-1-1 1,0 0-1,0 1 0,1-1 0,-1 1 1,0-1-1,0 0 0,0 0 0,1 1 1,-1-1-1,0 0 0,0 0 0,-2 0 1,2 0-7,-1 1 0,1-1 0,-1 0 0,1 0 0,-1 0 0,1 0 0,-1 0 0,1 0 0,-1 0 0,1-1 0,-1 1 0,1-1 0,-1 1 0,1-1 0,-1 1 0,1-1 0,-1 0 0,1 1 0,0-1 0,0 0 0,-1 0-1,1 0 1,0 0 0,0 0 0,0-1 0,-2-1 0,2-1 8,0 0 0,-1 0 0,2-1 0,-1 1 0,0 0 0,1-1-1,0 1 1,0-7 0,0-8 10,-1 10-5,1-1 0,0 1 0,1-1 0,3-17 0,-3 25 17,-1 0-1,1 0 1,0-1 0,0 1-1,0 0 1,0 0-1,0 0 1,1 0 0,-1 0-1,1 0 1,-1 0-1,1 1 1,0-1 0,0 0-1,0 1 1,-1-1-1,2 1 1,-1 0 0,0 0-1,0 0 1,0 0-1,0 0 1,1 0 0,2 0-1,4-1 35,-1 1-1,1 0 1,0 0-1,9 1 1,-14 0-37,-1 1-1,0-1 0,1 0 1,-1 1-1,1 0 1,-1-1-1,0 1 1,1 1-1,-1-1 1,0 0-1,0 1 1,0 0-1,4 3 1,9 18-22,-15-21 11,0 0-1,0 0 0,0 0 1,0 0-1,0 0 1,0 0-1,1 0 1,-1 0-1,1-1 1,-1 1-1,1-1 0,0 1 1,-1-1-1,1 1 1,0-1-1,0 0 1,0 0-1,0 0 0,0 0 1,0 0-1,1-1 1,-1 1-1,0 0 1,2-1-1,0 0-1,-1 0-1,1-1 1,-1 0-1,0 0 1,1 0-1,-1 0 1,0 0-1,0-1 1,0 0-1,0 1 1,0-1-1,0 0 0,0 0 1,-1-1-1,1 1 1,-1 0-1,1-1 1,-1 0-1,0 1 1,3-7-1,4-6-23,-1 0 0,12-32-1,-16 38 27,3-6 55,-1-1 1,-1 0 0,0 0-1,-1-1 1,3-26 0,-8 53-5,0 1 0,0-1 0,-2 1 0,-4 14 1,4-13-21,-1 0 1,2 1 0,-3 17-1,5-24-24,-1 21 6,1-26-12,0 0-1,0 0 1,0-1-1,0 1 1,0 0-1,0 0 1,0 0-1,0-1 0,1 1 1,-1 0-1,0-1 1,0 1-1,1 0 1,-1 0-1,1-1 1,-1 1-1,0-1 0,1 1 1,-1 0-1,1-1 1,-1 1-1,1-1 1,0 1-1,-1-1 1,1 1-1,0-1 1,0 1-1,3-1 0,1 1 0,-1-1 0,1 0 0,-1 0 0,1 0 0,-1-1 0,1 0 0,-1 1 0,0-2 0,1 1 0,-1 0 0,0-1 0,0 0 0,0 0 0,0 0 0,0 0 0,0-1 0,-1 0 0,1 1 0,-1-1 0,0 0 0,0-1 0,4-3 0,5-9-42,0-1 1,-1 0-1,16-34 0,-23 42 43,0 1 0,0-1 0,3-13 0,-7 21-2,0 1 0,1-1 0,-1 1 0,0-1 0,0 1-1,1 0 1,-1-1 0,0 1 0,1-1 0,-1 1 0,0 0 0,1-1-1,-1 1 1,1 0 0,-1 0 0,1-1 0,-1 1 0,0 0 0,1 0-1,-1 0 1,1 0 0,-1-1 0,1 1 0,-1 0 0,1 0 0,-1 0-1,2 0 1,14 1-92,-13-1 61,85 0-20,-86 0 53,1 1 0,-1-1 0,1 1-1,-1-1 1,0 1 0,1 0 0,-1 0 0,0 0 0,1 0 0,-1 0-1,0 1 1,0-1 0,0 1 0,0-1 0,0 1 0,0 0-1,-1 0 1,1 0 0,0 0 0,1 3 0,4 6-3,-1 0 0,9 23-1,-10-22 4,13 24-36,-13-28-6,0 1 1,0 1-1,-1-1 0,0 1 1,-1-1-1,0 1 0,0 0 1,1 15-1,-4-25-422,-6-3-139,-10-7-1259,0-1 1,-26-24 0,-8-12-7917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4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80 638 10549,'0'0'7198,"-6"5"-6083,0 2-739,3-3-62,-1 0 0,1-1 0,-1 0 0,0 0 0,-5 4 0,-31 26 6075,46-33-5618,15-1-367,0 0 1,0-2-1,37-10 0,279-93 1243,-242 72-1384,-12 5-168,315-113 459,-11-21-245,-339 140-309,0-2 0,-2-2 0,66-49 0,-109 74 0,0 0 0,0 0 0,0 0 0,-1-1 0,1 1 0,0-1 0,-1 0 0,0 0 0,1 0 0,-1 0 0,-1 0 0,1 0 0,0-1 0,-1 1 0,1 0 0,-1-1 0,0 0 0,0 1 0,0-5 0,-1 23-1045,-2-1-1,1 1 1,-2 0 0,0 0-1,-8 24 1,-5 16-6321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40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17 878 4098,'0'0'10463,"-5"9"-8136,4-8-2205,-1 0 0,1 1 0,0-1 0,0 0 0,0 1 0,1-1 0,-1 1 0,0 0 1,0-1-1,1 1 0,-1 0 0,1-1 0,0 1 0,-1 0 0,1-1 0,0 1 0,0 0 0,0 2 0,1-4-49,-1 1-1,1-1 0,-1 1 1,1 0-1,-1-1 1,1 1-1,0-1 0,-1 1 1,1-1-1,0 1 0,-1-1 1,1 0-1,0 1 0,0-1 1,-1 0-1,1 0 1,2 1-1,30 1 1273,22-3-71,0-3 1,57-13-1,114-32 380,-141 29-1144,865-227 1974,-871 225-2356,539-162 954,-18-42-219,-376 118-634,-198 95-297,1 2-1,30-9 0,-37 14-234,-18 6 224,-1-1-148,-20 1-13450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3:4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515 116 14695,'0'0'5872,"1"-19"-5115,0 5-608,0 0 0,-1 0 0,-2-21-1,2 34-137,0 0-1,-1 0 1,1 0-1,-1 0 1,1 0-1,-1 0 1,1 0-1,-1 0 1,0 0-1,1 0 1,-1 0-1,0 1 1,0-1-1,0 0 1,0 0-1,1 1 1,-1-1-1,0 1 1,0-1-1,0 1 1,0-1-1,0 1 1,-1-1-1,1 1 1,0 0-1,-1-1 1,-34 1 108,19 1-71,0 0 26,0 1 1,0 0-1,0 1 0,1 1 0,-1 1 0,1 0 1,0 1-1,1 1 0,-20 11 0,14-7 65,1 2-1,0 1 0,1 1 0,1 0 1,0 1-1,-17 22 0,28-30-104,1 0 0,0 0 0,1 1 0,0 0 0,1 0 0,0 0 0,0 1 0,1-1 1,0 1-1,0 0 0,1 0 0,1 0 0,0 0 0,0 0 0,1 0 0,0 0 0,1 0 0,0 1 0,4 14 0,-4-20-22,0-1 0,1 0 0,0-1 0,0 1 0,0 0 0,0 0 0,1-1 0,-1 0 0,1 1 0,0-1 0,6 6 0,0-2 16,0-1 1,1 0 0,12 7-1,12 2 26,1-2 0,0-1 0,1-2 0,36 6 0,53 16 135,-104-26-123,-1 2 0,0 0 0,35 21 0,-51-27-39,0 1 0,0 0-1,-1-1 1,1 1 0,-1 0-1,0 1 1,0-1 0,0 1-1,0-1 1,-1 1 0,1 0-1,-1 0 1,0 0 0,0 0-1,1 5 1,-1 0 82,0 0 0,-1 0 0,0 0 0,-1 1 0,1-1 0,-3 16 0,1-20-69,-1 1 0,1 0-1,-1-1 1,0 1-1,0-1 1,-1 0 0,0 0-1,0 0 1,0 0-1,0 0 1,-1-1-1,0 1 1,0-1 0,0 0-1,0 0 1,-1-1-1,-5 5 1,-9 5 23,-1-1-1,1-1 1,-29 11-1,14-8-40,-1-1-1,-1-2 0,0-1 1,-1-2-1,0-2 1,0-1-1,0-2 0,0-1 1,-47-5-1,81 3-45,0-1 0,0 0 0,0 1-1,0-1 1,0 0 0,0-1 0,0 1 0,1 0 0,-1-1 0,0 0 0,1 1 0,-1-1 0,1 0 0,0 0-1,-1-1 1,1 1 0,0 0 0,0-1 0,1 1 0,-1-1 0,0 0 0,1 1 0,0-1 0,0 0-1,-1 0 1,2 0 0,-2-3 0,-1-9-786,0 0 0,1 0 0,1 0 0,1-20 0,0 33 669,0-66-6150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1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0 265 6963,'0'0'8874,"22"-22"-7519,68-68 32,-64 61-206,-19 25 1030,-4 4 563,-3 5-1947,22 421 2347,-16-302-3059,-6-124-115,0 1 0,-1-1-1,1 0 1,0 0 0,0 1-1,0-1 1,0 0 0,0 0 0,0 0-1,0 1 1,0-1 0,-1 0-1,1 0 1,0 0 0,0 1 0,0-1-1,-1 0 1,1 0 0,0 0-1,0 0 1,0 0 0,-1 1 0,1-1-1,0 0 1,0 0 0,0 0-1,-1 0 1,1 0 0,0 0-1,0 0 1,-1 0 0,1 0 0,0 0-1,0 0 1,-1 0 0,1 0-1,0 0 1,0 0 0,-1 0 0,1 0-1,0 0 1,0 0 0,-1 0-1,1-1 1,0 1 0,-12-5-29,6 0 23,0 0 1,0 0 0,1-1-1,-1 1 1,1-1 0,0 0 0,1-1-1,0 1 1,0-1 0,0 0 0,-2-8-1,-4-10-26,-12-50-1,12 27-13,2-1-1,2-1 0,1-73 1,5 113 42,0-1 1,0 0 0,1-1 1,0 1-1,3-13 0,-3 21 0,0 1 1,-1-1 0,2 0-1,-1 1 1,0-1 0,0 1-1,1-1 1,-1 1 0,1 0-1,0-1 1,0 1 0,0 0-1,0 0 1,0 0 0,0 0 0,1 1-1,-1-1 1,1 1 0,-1-1-1,6-1 1,1 0 4,0 1-1,0 0 1,0 0 0,1 1-1,-1 0 1,0 1 0,1 0-1,-1 0 1,1 1-1,-1 0 1,0 1 0,11 3-1,-11 0 0,0-1-1,-1 2 0,0-1 1,0 1-1,0 1 0,-1-1 1,12 14-1,-4-2 1,1 2 0,12 22 0,18 40 4,-27-48-2,1 0 0,43 56-1,-40-64-285,-23-81 272,-2 1-1,-14-82 1,8 85-50,1 0 1,0-98-1,10 148-401,-1 0-1,1 1 1,-1-1-1,1 0 1,-1 1 0,1 0-1,-1 0 1,1-1-1,0 1 1,-1 1-1,5 0 1,0-1-1408,27 0-4747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2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176 139 12966,'0'0'7633,"-4"16"-7302,-1-2-294,2 0 0,-4 21 1,7-33-36,0-1 0,0 1 0,0-1 0,0 1 0,1-1 0,-1 1 0,0-1 0,1 1 0,-1-1 0,1 1 0,-1-1 0,1 0 0,0 1 0,0-1 0,0 0 0,-1 1 0,1-1 0,0 0 0,1 0 0,-1 0 0,0 0 0,0 0 0,0 0 0,1 0 0,-1 0 0,0-1 0,1 1 0,-1 0 0,0-1 0,1 1 0,-1-1 0,1 0 0,2 1 0,3 0 9,-1 0 0,0-1 1,1 0-1,-1 0 0,12-2 1,-16 2-6,0-1-1,0 0 1,0 0 0,0 0 0,0 0 0,-1 0 0,1 0 0,-1-1 0,1 1 0,-1 0-1,1-1 1,-1 1 0,0-1 0,1 0 0,-1 1 0,0-1 0,0 0 0,0 0 0,-1 0-1,1 0 1,0 0 0,-1 0 0,1 0 0,-1 0 0,1 0 0,-1-2 0,2-9 11,-1-1 1,0-22 0,-1 32-17,0-53 34,0 56-28,0 0 0,0-1-1,0 1 1,-1 0 0,1 0 0,0 0 0,-1 0 0,1 0 0,-1-1-1,1 1 1,-1 0 0,0 0 0,1 0 0,-1 0 0,0 1 0,0-1 0,1 0-1,-1 0 1,0 0 0,0 1 0,0-1 0,0 0 0,0 1 0,0-1-1,0 1 1,-1-1 0,1 1 0,0 0 0,0-1 0,0 1 0,-3 0-1,-4-2 91,-1 1 0,0 1 0,-13 0-1,8 1 29,8-1-72,-1 0 0,1 1 0,-1 0 0,1 0 1,0 1-1,0 0 0,0 0 0,0 0 0,0 1 0,0 0 1,0 0-1,-6 5 0,4-2 23,1 0 0,-1 1 0,2 0 0,-1 0 1,1 0-1,0 1 0,-9 15 0,9-12-31,1 0-1,0 0 1,0 0 0,1 1 0,1 0-1,0 0 1,0 0 0,1 0-1,1 0 1,0 0 0,0 1 0,2-1-1,1 19 1,-1-27-45,0-1 0,1 0-1,-1 1 1,0-1 0,1 0 0,0 0 0,0 0-1,0 0 1,0 0 0,0 0 0,0-1 0,1 1-1,-1-1 1,1 1 0,0-1 0,0 0 0,0 0-1,0 0 1,0-1 0,0 1 0,1-1 0,-1 1-1,0-1 1,1 0 0,4 0 0,10 3-59,0-2-1,0 0 1,32-1 0,-39-1-6,-1 0-47,0-1-1,-1 0 1,1 0 0,-1-1-1,1 0 1,-1-1-1,1 0 1,-1 0 0,12-7-1,-8 2-88,0 0-1,0-1 0,-1-1 0,0 0 1,13-14-1,-1-3-18,0-1 1,-2-2 0,-1 0-1,-2-1 1,-1-1-1,-1 0 1,17-49-1,-32 95 2959,0 82-1948,-2-79-715,-1-6-34,1 0-1,1 0 1,0-1 0,3 18 0,-3-25-40,0 1 0,1-1 0,-1 0 0,1 0 0,-1 1 1,1-1-1,0 0 0,0 0 0,1-1 0,-1 1 0,1 0 0,-1-1 1,1 0-1,0 1 0,0-1 0,0 0 0,0 0 0,3 1 0,1 0-37,-1-1 0,1 1 0,0-1-1,-1-1 1,1 1 0,0-1 0,0 0-1,12-1 1,-15 0-23,0 0-1,1 0 1,-1-1-1,0 0 1,0 1-1,1-1 0,-1-1 1,0 1-1,0-1 1,0 0-1,-1 0 1,1 0-1,0 0 1,-1 0-1,7-6 1,-1-3 40,-1-1 1,0 0 0,0-1-1,-1 0 1,-1 0-1,0 0 1,-1-1 0,-1 1-1,0-1 1,0-1 0,-1 1-1,-1 0 1,0-19 0,-2 32 924,0 10-742,0-3-136,0 0 0,0 0 0,1 0 0,0 0 0,0 0-1,0 0 1,1 0 0,0-1 0,3 8 0,-3-11-25,-1 1 1,1 0-1,0-1 1,1 1-1,-1-1 1,0 1-1,1-1 1,-1 0-1,1 0 1,0 0-1,0 0 1,-1-1 0,1 1-1,0-1 1,1 0-1,-1 0 1,0 0-1,0 0 1,6 1-1,14 0-35,-1-1 0,37-2 0,-50 0-12,-5 1 8,0-1-1,0 1 1,0-1-1,0 0 1,0 0-1,0-1 1,0 1-1,0-1 1,0 0 0,-1 0-1,1 0 1,-1-1-1,1 1 1,-1-1-1,0 0 1,0 1-1,0-1 1,-1-1-1,5-5 1,-3 4-229,-1-1 0,0 0 0,0 0-1,-1 0 1,1 0 0,-1-1 0,-1 1 0,1-1-1,-1 1 1,0-1 0,0-9 0,-1-6-3271,0-6-3047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8484,'0'0'11667,"28"22"-11059,87 72-240,-107-89-312,-1 1 1,-1 1-1,1-1 0,-1 1 0,0 0 1,0 1-1,-1-1 0,0 1 0,0 0 1,-1 1-1,0-1 0,4 16 0,-1-6 53,-5-13-73,-1 1 0,1-1 0,-1 1 0,0-1 0,0 1 0,0 0 1,-1 7-1,0-12-33,0-1 0,0 0 1,0 1-1,0-1 0,0 0 1,-1 1-1,1-1 1,0 0-1,0 0 0,0 1 1,-1-1-1,1 0 1,0 0-1,0 1 0,0-1 1,-1 0-1,1 0 0,0 1 1,-1-1-1,1 0 1,0 0-1,0 0 0,-1 0 1,1 0-1,0 1 1,-1-1-1,1 0 0,0 0 1,-1 0-1,1 0 0,0 0 1,-1 0-1,-14 0 7,11 0 7,1 0 0,0 0-1,0 0 0,0 0 1,0-1-1,0 1 1,0-1-1,0 1 0,0-1 1,0 0-1,-5-3 1,6 3 0,1 0 0,-1-1 0,1 1 1,0-1-1,0 1 0,-1-1 0,1 1 1,0-1-1,0 0 0,1 1 0,-1-1 1,0 0-1,0 0 0,1 0 0,-1 0 1,1 0-1,-1-3 0,0-4 19,0-1 0,0 1 0,1 0-1,0-1 1,1 1 0,0-1 0,0 1 0,5-17-1,-4 20-41,1-1 0,0 1 0,0 0 0,0-1 0,1 2 0,0-1 0,0 0-1,1 1 1,-1-1 0,1 1 0,0 1 0,8-7 0,4 0-349,0 0 0,1 2 0,0 0 0,1 1 0,-1 1 0,1 1 0,1 0 0,-1 1 0,28-2 1,22 0-3581,93 3 1,-136 4 6292,-35 1-1872,1 0 0,0 0 0,0 1 0,0 1 0,0-1 0,0 1 0,0 0 0,1 1 0,-1 0 0,1 0 0,-9 7 0,0 1-42,0 1-1,1 0 1,-23 26-1,34-34-388,0-1 0,1 1 0,0 0 0,0 0 0,0 0 0,0 0 0,1 1 0,0-1 0,0 1 0,0 0-1,1-1 1,0 1 0,0 0 0,0 11 0,1-15-57,0-1-1,1 0 1,-1 0 0,0 0-1,0 0 1,1 1-1,-1-1 1,1 0 0,-1 0-1,1 0 1,-1 0-1,1 0 1,0 0 0,0 0-1,-1 0 1,1 0-1,0 0 1,0-1 0,0 1-1,0 0 1,0-1-1,0 1 1,0 0 0,0-1-1,0 1 1,0-1-1,0 0 1,1 1 0,-1-1-1,0 0 1,2 1-1,6 0-79,0 0 1,-1 0-1,14-2 0,-11 1-66,-3 0 20,0 0-1,-1 0 1,1-1 0,0 0 0,-1 0-1,1-1 1,-1 0 0,0 0-1,0-1 1,0 0 0,0 0 0,0-1-1,0 1 1,-1-2 0,0 1-1,0-1 1,0 0 0,0 0 0,-1 0-1,0-1 1,0 0 0,8-13-1,-8 12 215,-1 0-1,0 0 0,-1-1 0,1 0 0,-2 0 0,1 0 0,-1 0 1,0 0-1,-1 0 0,0-1 0,1-13 0,-2 21 1158,0 21-1093,0-15-116,0-1 1,1 1-1,-1 0 0,1 0 1,0 0-1,1-1 1,-1 1-1,1 0 1,0-1-1,0 1 0,1-1 1,-1 0-1,5 6 1,-5-8-128,0 0 0,1 1 0,-1-1 1,1 0-1,-1 0 0,1 0 0,-1-1 1,1 1-1,5 1 0,-6-2-296,1 0-1,0 0 1,0 0-1,0-1 1,0 1-1,0-1 1,0 0-1,0 0 1,0 0-1,1 0 1,2-2-1,-5 2 218,0 0 0,0 0 0,-1 0 1,1 0-1,0-1 0,-1 1 0,1 0 0,0-1 0,-1 1 0,1-1 0,0 1 0,-1 0 0,1-1 0,-1 1 1,1-1-1,-1 0 0,1 1 0,-1-1 0,1 1 0,-1-1 0,0 0 0,1 0 0,7-33-5873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3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7988,'0'0'13142,"139"79"-12294,-115-9-384,-6 2-208,-6 10-256,-9-9 0,-3-7-656,0-11-1537,-12-16-1681,-15-24-3857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4:13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73 8596,'0'0'11240,"-4"-16"-10419,2 8-748,-12-34 28,15 41-100,-1 1 0,0 0 0,0 0 0,0 0 0,0-1 0,0 1 0,0 0 0,0 0 0,-1 0 0,1-1 0,0 1 0,0 0 0,0 0 0,0 0 0,0-1 0,0 1 0,0 0 0,0 0 0,0 0 0,-1 0 0,1-1 0,0 1 0,0 0 0,0 0 0,0 0 1,0 0-1,-1 0 0,1-1 0,0 1 0,0 0 0,0 0 0,-1 0 0,1 0 0,0 0 0,0 0 0,0 0 0,-1 0 0,1 0 0,0 0 0,0 0 0,0 0 0,-1 0 0,0 22 107,4 17-3,3 0 0,1 0-1,2 0 1,1-1 0,2-1 0,29 61 0,-40-95-131,16 27 44,-17-29-40,1-1-1,-1 1 1,0 0-1,1-1 1,0 1-1,-1 0 1,1-1-1,-1 1 1,1-1 0,0 1-1,-1-1 1,1 1-1,0-1 1,-1 1-1,1-1 1,0 0-1,0 1 1,0-1-1,-1 0 1,1 0-1,0 1 1,0-1-1,0 0 1,0 0-1,-1 0 1,1 0-1,0 0 1,0 0 0,0 0-1,0-1 1,-1 1-1,1 0 1,0 0-1,0-1 1,1 0-1,1-2-7,0 0 1,0 0-1,-1 0 0,1-1 0,-1 1 1,1-1-1,-1 1 0,0-1 0,-1 0 1,3-4-1,2-6-24,18-39-112,37-69-10,-60 121 179,-1 1 1,0-1-1,1 0 0,-1 1 0,1-1 1,-1 1-1,1-1 0,-1 1 0,1-1 1,-1 1-1,1 0 0,0-1 0,-1 1 0,1 0 1,-1-1-1,1 1 0,0 0 0,0 0 1,-1-1-1,1 1 0,0 0 0,-1 0 0,1 0 1,0 0-1,-1 0 0,1 0 0,0 0 1,0 0-1,-1 0 0,1 1 0,0-1 0,-1 0 1,1 0-1,0 1 0,-1-1 0,1 0 1,-1 1-1,1-1 0,0 0 0,-1 1 1,1-1-1,-1 1 0,1 0 0,26 27 98,-21-21-21,-1-3-68,0 1-1,0-1 1,0 0-1,0 0 1,1-1 0,-1 1-1,1-1 1,0 0-1,0-1 1,0 1 0,7 0-1,1 0 12,0 0 1,1-1-1,28-1 0,-39-1-13,1 0 0,0 0 0,-1 0 0,1-1 0,-1 1 1,1-1-1,-1 0 0,1-1 0,-1 1 0,1-1 0,-1 0 0,0 0 0,0 0 0,0-1 0,0 1 0,-1-1 0,1 0 0,-1 0 0,1 0 0,-1-1 0,0 1 0,0-1 0,0 0 1,-1 1-1,4-8 0,-1 1 239,-1 0 1,0 0 0,-1 0-1,0 0 1,-1 0 0,0-1 0,0 1-1,-1-1 1,-1-12 0,10 35 353,-3-1-739,1 0 0,0 0 0,0-1-1,1 0 1,0-1 0,0 1 0,1-2 0,1 0 0,-1 0 0,1-1 0,0 0 0,1-1 0,0 0 0,17 6 0,-20-10-1312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08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2934 201 2417,'0'0'4600,"-27"-27"-4235,-86-81 59,105 101-362,1 1-1,-1 0 0,0 1 1,-12-6-1,16 9-11,0 1 0,-1-1 0,1 1 0,0 0 0,-7 0-1,-6-2 122,-44-6 1019,0 3 0,-104 2 0,145 4-1071,-86-1 350,-162 3 914,2 22-156,-239 81-9,362-64-680,-200 85 0,262-89-100,2 4-1,-105 71 1,135-78-228,3 3 0,1 1 1,1 2-1,-60 74 0,90-97-154,0 1 0,2 1 0,0 0 0,1 1-1,1 0 1,1 1 0,0 0 0,2 1 0,1-1 0,0 1-1,2 0 1,0 1 0,-1 36 0,5-58-53,0 34 130,3 35 0,-2-58-92,1 0 0,0-1 0,1 1-1,1-1 1,0 0 0,9 20 0,13 13 151,1-1 0,46 55 1,78 68 292,-121-136-445,2-1 1,1-2-1,1-1 1,1-2-1,1-1 1,1-2-1,1-1 1,1-2 0,55 17-1,-35-18 42,1-4 1,0-1-1,78 3 0,187-7 282,-300-8-347,64-2 7,1-4 0,-1-3 1,0-5-1,-1-3 0,93-32 1,-115 27-14,-2-2-1,0-4 1,-2-3 0,-1-2 0,-1-2-1,-2-4 1,61-52 0,-94 69-2,-1-2 0,-1 0 0,-2-2 0,0 0 0,-2-1 0,-1-1 0,-1-1 0,20-45 0,-23 38 2,-1-1-1,-2-1 1,-1 0-1,-3 0 1,-1-1-1,2-73 1,-6 61-26,0 27 19,-1-1-1,-2 0 1,-5-35 0,6 57-7,-1-1-1,0 1 1,0 0 0,0 0 0,-1 0 0,1 0 0,-1 0 0,1 0 0,-1 1 0,0-1 0,0 0 0,0 1 0,-1-1 0,1 1-1,-1 0 1,1 0 0,-1 0 0,0 0 0,1 0 0,-1 1 0,0-1 0,0 1 0,0 0 0,-1 0 0,1 0 0,-6-1-1,-4 0-177,1 1 0,0 0-1,0 1 1,0 0 0,-1 1-1,-16 3 1,2 3-994,0 1 0,1 1-1,0 2 1,1 0 0,-41 26 0,-48 30-6856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09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70 2113,'0'0'7654,"-5"-11"-6789,-20-47 28,24 85-453,0-22-395,0 1 0,1 0-1,0 0 1,0-1 0,0 1-1,1 0 1,0-1 0,0 1-1,0-1 1,1 1 0,0-1-1,0 1 1,0-1-1,5 8 1,-4-8-217,1 0-1,0 0 1,0-1-1,0 1 1,0-1-1,1 0 0,0 0 1,-1 0-1,2-1 1,-1 0-1,0 0 1,1 0-1,-1 0 1,1-1-1,0 0 1,0 0-1,10 1 1,33-1-4828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4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102 708 4194,'0'0'8316,"-17"0"-7983,-49 0-53,49 4 953,16-4-1195,1 0 0,0 0 1,0 0-1,0 1 0,0-1 0,0 0 0,0 0 0,-1 0 0,1 0 0,0 1 0,0-1 0,0 0 0,0 0 0,0 0 0,0 1 0,0-1 0,0 0 0,0 0 0,0 1 0,0-1 0,0 0 0,0 0 0,0 0 0,0 1 0,0-1 0,0 0 0,0 0 0,1 0 0,-1 1 0,0-1 1,0 0-1,0 0 0,0 0 0,0 0 0,1 1 0,9 7 3447,-2-5 458,12-3-3017,-11 0-507,61 0 578,125-16-1,510-73-91,332-2-57,500-48 438,-906 116-1118,99-6-43,-363 0-194,320-21 49,-1 23 123,-79 13-36,147 0-172,425 14 207,-678-30-81,-2-38-88,-338 45 35,520-27 111,-516 43-51,56-11 180,-216 18-455,7-1 623,-9-11-12924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46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0 14567,'0'0'5730,"35"10"-4953,119 31-142,-127-32-451,0 1 0,45 24 0,-33-15-3,-2-2-67,5 2 32,0 1 1,-1 2-1,46 34 0,-83-53-119,-1 0-1,1 1 1,-1-1 0,0 1-1,0 0 1,0 0 0,-1 0-1,1 0 1,-1 0-1,0 0 1,0 1 0,-1-1-1,1 1 1,-1-1-1,0 1 1,0 0 0,0 0-1,-1-1 1,0 1 0,0 0-1,0 0 1,0-1-1,-1 1 1,-1 5 0,0 1 64,-1 0 0,-1 0 1,0-1-1,0 0 1,-1 0-1,0 0 0,-1 0 1,0-1-1,-8 10 1,-9 8 119,-2-1-1,0-2 1,-1 0 0,-2-1 0,0-2 0,-2-1 0,0-1 0,-45 20 0,28-19-135,0-2 1,-2-2 0,0-2 0,-1-3-1,-70 8 1,32-10-1278,-1-4-1,-174-11 1,-38-40-7131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4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12358,'0'0'8299,"-2"6"-8093,-2 5-32,1 1 0,0-1-1,1 0 1,1 1 0,0-1 0,0 1 0,1-1 0,3 22 0,20 104 1044,-13-92-893,-7-27-305,48 269 1651,-39-200-3374,0 114 0,-13-183-3729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48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0 542 12534,'0'0'4378,"29"-15"-3276,307-166 2190,-193 110-2279,176-99 84,-314 166-1135,-1 1-1,1 0 1,-1-1-1,0 0 1,0 0-1,3-4 1,-6 7-73,0 0 0,-1 1 1,1-1-1,-1 0 1,1 0-1,0 0 1,-1 0-1,1 0 1,-1 1-1,0-1 1,1 0-1,-1 0 0,0 0 1,0 0-1,0 0 1,1-1-1,-1 1 1,0 0-1,0 0 1,0 0-1,-1 0 1,1 0-1,0 0 0,0 0 1,0 0-1,-1 0 1,1 0-1,-1 0 1,1 1-1,-1-1 1,1 0-1,-1 0 1,1 0-1,-1 0 0,0 0 1,1 1-1,-1-1 1,-1-1-1,-7-2-1266,-1-1-1,1 1 0,-1 1 0,0 0 1,-11-3-1,12 4 19,-44-8-7851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48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43 518 8276,'0'0'7939,"-43"-172"-5986,76 123-672,13-5-593,20 5 1,10 4-337,-3 3-352,-4 11 0,-14 10-1057,-13-6-2737,-8 0-7523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5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72 8692,'0'0'12120,"-4"-14"-11207,-10-43-129,11 147 1665,4-53-1972,2-2 1,1 1-1,12 43 0,36 107 280,-25-96-440,115 381 318,-133-446-582,-7-19-48,0 0 1,0 0-1,0 0 0,-1 0 1,0 0-1,0 0 0,0 11 1,-1-16-76,0-2-59,0-1 30,0 0-1,0 0 0,0 1 0,-1-1 0,1 0 0,0 0 0,-1 1 0,0-1 0,1 0 0,-1 1 0,-1-3 0,-70-124-7570,20 29-633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0 543 13430,'0'0'4762,"29"-11"-4300,-6 2-319,22-8 315,0 2 0,75-14 1,549-121 2945,-112-50-2187,-380 129-1165,-82 34-22,-94 37-43,0-1 0,0 1 0,0-1 0,0 1 0,0-1 0,0 1 0,0 0 0,0 0 0,1-1-1,-1 1 1,0 0 0,0 0 0,0 0 0,0 0 0,3 1 0,1 8 28,-4-3-23,77 167 781,-40-93-135,33 98 0,11 91 253,68 334-46,-136-544-759,-4 0 0,-2 1 0,1 68 1,-10-123-80,1 0 1,-1 0 0,0 0 0,0-1 0,-1 1 0,1 0 0,-1-1 0,0 1 0,-1-1 0,1 0 0,-1 1-1,1-1 1,-1-1 0,-1 1 0,1 0 0,0-1 0,-1 1 0,-6 4 0,-4 2 28,0-1 0,0 0 0,0-2 0,-20 9 0,2-4 34,0-1 0,-66 12-1,-71 1 87,91-15-91,43-4-52,-605 89 636,611-86-608,23-6-84,0-1 0,0 1 0,0-1 0,-12 1 0,18-2-41,-1 0-1,1 0 1,-1 0-1,1-1 1,0 1-1,-1 0 1,1 0-1,0-1 0,0 1 1,-1 0-1,1 0 1,0-1-1,0 1 1,-1 0-1,1-1 1,0 1-1,0 0 1,0-1-1,-1 1 1,1 0-1,0-1 1,0 1-1,0 0 1,0-1-1,0 1 1,0-1-1,0 1 1,0 0-1,0-1 1,0 0-1,-20-66-10536,7 17-1131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6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14182,'0'0'4787,"33"-43"-5027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6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15815,'0'0'1153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6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9124,'0'0'6360,"-15"10"-5610,7-6-613,1 0-24,1-1 0,0 1 0,0 0 0,0 0 1,0 0-1,1 1 0,0 0 0,0 0 0,0 0 0,1 1 0,-1 0 0,1 0 0,1 0 0,-1 0 1,1 1-1,-3 6 0,1 12 267,0 0 1,1 0 0,2 0 0,1 1-1,0-1 1,5 34 0,-4-55-363,1 0 0,0 0 0,0 0 0,0-1 0,0 1 0,0 0 0,1 0-1,0-1 1,0 1 0,0-1 0,0 1 0,0-1 0,1 0 0,0 0 0,3 4 0,-1-3 8,1 1 0,-1-1-1,1-1 1,0 1 0,0-1 0,1 0-1,-1 0 1,12 3 0,-10-3-141,0-2 0,-1 1 0,1-1 0,0 0 0,0-1 0,0 0 0,13-2-1,-17 2-127,1-1-1,0 0 0,-1 0 0,1-1 0,-1 1 0,1-1 0,-1 0 0,0 0 0,0-1 0,0 1 0,0-1 1,6-5-1,-4 0-503,0 1 1,0-1 0,-1 0 0,0-1 0,-1 1-1,0-1 1,0 0 0,-1 0 0,3-11 0,7-39-4329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1 295 2993,'164'35'4106,"-140"-31"-2875,-16-2 208,-7 2 2804,-1-4-4129,-2 48 917,1-22-281,0 0 1,6 48-1,-5-72-739,0-1-1,1 1 1,-1-1-1,0 1 1,1-1 0,-1 1-1,1-1 1,-1 0-1,1 1 1,0-1 0,0 0-1,-1 1 1,1-1-1,0 0 1,0 0 0,0 0-1,0 0 1,1 0-1,-1 0 1,0 0 0,0 0-1,1 0 1,-1-1-1,0 1 1,1 0 0,-1-1-1,0 1 1,1-1-1,-1 1 1,1-1 0,-1 0-1,1 0 1,-1 0-1,1 0 1,-1 0 0,1 0-1,-1 0 1,4-1-1,-4 1-16,0-1 0,0 1 0,0-1 0,0 0-1,1 1 1,-1-1 0,0 0 0,0 0-1,0 0 1,0 0 0,-1 0 0,1 0 0,0 0-1,0 0 1,0 0 0,-1 0 0,1 0-1,-1 0 1,1 0 0,-1-1 0,1 1 0,-1 0-1,0-1 1,0 1 0,1 0 0,-1 0-1,0-1 1,0-2 0,1-3-24,8-68-198,-8 58 200,1 0-1,0 0 0,1 0 1,11-30-1,-14 46 41,0 1-1,1-1 1,-1 1 0,1-1 0,0 0-1,-1 1 1,1-1 0,0 1-1,-1-1 1,1 1 0,0 0 0,-1-1-1,1 1 1,0 0 0,0-1 0,-1 1-1,1 0 1,0 0 0,0 0-1,-1 0 1,1 0 0,0 0 0,0 0-1,0 0 1,0 0 0,-1 0 0,1 0-1,0 0 1,0 0 0,-1 1-1,1-1 1,1 1 0,25 11 407,-6 1-282,-18-10-129,0-1-1,1 0 1,-1 0-1,0 0 1,1-1 0,-1 1-1,1-1 1,-1 0-1,1 0 1,-1 0-1,1 0 1,0-1-1,0 1 1,4-1-1,-6 0 5,-1 0 0,1 0 1,0 0-1,0 0 0,0 0 0,0 0 0,-1-1 0,1 1 0,0-1 0,0 1 0,0-1 0,-1 0 0,1 1 0,0-1 0,-1 0 0,1 0 0,-1 0 0,3-3 0,-2 1-4,0 0 0,-1 0 0,1 0 0,-1 0 0,0 0 0,0 0 0,0-1-1,0-4 1,1 3-1,1-31 94,-3 32-66,21 4 43,-1 5 44,27 3 58,-44-7-176,0-1 0,0 0 0,1 0 0,-1-1 0,0 1 0,0-1 0,0 1 0,0-1 0,0 0 0,0 0 0,0 0 0,5-3 0,-4 0-3,0 1-1,0-1 1,0 0-1,0 0 1,-1 0-1,0-1 0,0 1 1,0-1-1,4-8 1,0-4-21,10-28 1,-16 41 27,0 0 1,0 0-1,-1 0 1,1 0-1,-1-8 1,0 9 22,0 3 79,0 19-3,0-17-88,0 1 0,0-1 0,0 1 0,0-1 0,1 1 0,-1-1 0,1 0 0,0 1 0,-1-1 0,1 1 0,0-1 0,0 0 1,1 0-1,-1 0 0,0 1 0,1-1 0,0-1 0,2 4 0,-2-4-4,0 1 0,0-1 1,0 0-1,0 0 0,1 0 1,-1-1-1,0 1 0,1-1 0,-1 1 1,0-1-1,1 0 0,-1 1 0,1-1 1,-1-1-1,0 1 0,1 0 0,-1 0 1,0-1-1,1 0 0,3-1 1,-2 1-8,0-1 1,-1 0 0,1 0-1,-1 0 1,0 0 0,1-1 0,-1 1-1,-1-1 1,1 0 0,0 0 0,0 0-1,-1 0 1,0 0 0,0 0 0,0-1-1,0 1 1,2-5 0,3-10 5,-1 0 1,7-26 0,-2 5 74,-11 37-46,0 36 119,2-1 0,1 1 1,1-1-1,11 40 0,24 70 622,-37-135-774,-1 1 0,0-1 0,0 1 0,-1 0 0,0-1 0,0 1 0,-2 9 0,2-17-8,-1 0 0,1-1 0,0 1-1,-1 0 1,1-1 0,-1 1-1,1 0 1,0-1 0,-1 1-1,0-1 1,1 1 0,-1-1-1,1 1 1,-1-1 0,1 0-1,-1 1 1,0-1 0,1 1-1,-1-1 1,0 0 0,0 0 0,1 0-1,-1 1 1,0-1 0,0 0-1,1 0 1,-1 0 0,-1 0-1,0 0 3,1 0 0,0 0 0,-1 0 0,1 0 0,-1-1 0,1 1 0,0 0 0,-1-1 0,1 1 0,0-1 0,0 1 0,-1-1 0,1 0 0,0 1 0,-1-2 0,-3-5 11,1 0 1,0-1-1,1 1 1,-1-1-1,2 0 1,-1 1-1,1-1 1,-2-15-1,1 11 6,-2-22 15,0 0 1,3 0 0,1-45-1,1 54 34,0 17-7,0 1 1,1-1 0,-1 1 0,2 0-1,-1-1 1,1 1 0,0 0 0,0 0-1,7-13 1,-6 15-38,0 1-1,0 0 1,0 0-1,0 1 1,1-1-1,0 1 1,-1-1-1,1 1 1,0 0-1,1 0 1,-1 1-1,0 0 1,1-1-1,0 1 1,8-2 0,-1 0-30,1 2 0,0-1 1,-1 1-1,1 1 1,0 0-1,0 1 1,0 1-1,19 2 0,-31-2 2,1-1 0,-1 1-1,1 0 1,-1 0 0,1 0-1,-1 0 1,1 0 0,-1 0-1,0 1 1,0-1 0,1 0-1,-1 1 1,0-1 0,0 1-1,0-1 1,-1 1 0,1-1-1,0 1 1,-1 0 0,1-1-1,-1 1 1,1 0-1,-1-1 1,0 1 0,1 3-1,-1 6-6,1-1 0,-2 0-1,0 12 1,0-19 9,1 1 0,-1 1 0,0-1 0,0 0 0,-1 0 0,1 1 0,-1-1 0,0 0 0,0 0 0,0 0 0,-1-1 0,1 1 0,-7 6 0,-2 0-24,0 0-1,-18 14 1,15-14-21,9-6-90,0 0-1,-1-1 1,1 0-1,-1 1 1,-8 2-1,12-5-154,-1 0 0,1-1 0,-1 1-1,1-1 1,-1 0 0,1 0 0,-1 0 0,1 0 0,-1 0-1,1 0 1,-5-2 0,7 2 110,-1 0 0,0 0 0,0-1 0,1 1 0,-1 0 1,0-1-1,0 1 0,1-1 0,-1 1 0,1-1 0,-1 1 0,0-1 0,1 1 0,-1-1 0,1 0 0,-1 1 0,1-1 0,0 0 1,-1 1-1,1-1 0,0 0 0,-1 0 0,1 1 0,0-3 0,-5-44-8181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8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1 397 3826,'0'0'11165,"3"17"-10714,11 52-198,-13-68-239,-1 1 0,0-1 0,1 0 1,-1 0-1,1 0 0,-1 0 0,1 0 0,-1 0 0,1 0 0,0 0 0,0 0 0,-1 0 0,1 0 0,0 0 1,0-1-1,0 1 0,0 0 0,0 0 0,0-1 0,0 1 0,0-1 0,0 1 0,0-1 0,0 1 1,1-1-1,-1 0 0,0 0 0,0 1 0,0-1 0,1 0 0,-1 0 0,0 0 0,0 0 0,0-1 0,2 1 1,-1-1 32,1 1 0,-1-1 0,1 0 1,-1 0-1,0 0 0,1 0 1,-1 0-1,0-1 0,0 1 1,0-1-1,3-2 0,1-4 81,-2 0 0,1-1 0,-1 1 0,-1-1 0,0 0-1,0 0 1,0 0 0,-1 0 0,-1 0 0,1 0 0,-1-1 0,-1-15 853,1 27-915,1 0-1,-1 0 1,0 0 0,0 0-1,0 0 1,0 1 0,0-1-1,-1 0 1,1 1 0,0-1-1,-1 1 1,0-1 0,0 0-1,0 4 1,1 2 144,0-6-178,-1 1 0,1-1 0,-1 1 0,1-1 0,0 0 0,0 1 0,0-1 0,0 0 0,0 0-1,1 0 1,-1 0 0,1 0 0,-1 0 0,1 0 0,0 0 0,-1-1 0,1 1 0,0-1 0,0 1-1,4 1 1,-1-1-5,-1-1-1,1 0 1,-1 1-1,1-2 0,0 1 1,0 0-1,-1-1 1,1 0-1,0 0 0,6-2 1,-7 2-24,-1-1 1,1-1-1,0 1 1,-1 0-1,1-1 1,0 0-1,-1 0 1,0 0-1,1 0 0,-1-1 1,0 1-1,0-1 1,-1 0-1,1 0 1,0 0-1,-1 0 1,0 0-1,0 0 1,0-1-1,0 1 1,2-6-1,3-6-66,-1-1 0,-1 0 0,7-31 0,-7 7-210,-2-1 1,-2-76 0,-2 55 168,1 59 121,-3-18-11,3 20 33,0 1-1,-1-1 1,1 0 0,-1 1-1,1-1 1,0 1 0,-1-1-1,1 1 1,-1 0 0,0-1-1,1 1 1,-1-1 0,1 1 0,-1 0-1,1 0 1,-1-1 0,0 1-1,1 0 1,-1 0 0,0 0-1,1-1 1,-1 1 0,0 0-1,1 0 1,-1 0 0,-1 1-1,1-1-37,1 1 0,-1-1-1,0 1 1,1-1 0,-1 1-1,0 0 1,1-1 0,-1 1-1,1 0 1,0 0 0,-1-1 0,1 1-1,-1 0 1,1 0 0,0-1-1,0 1 1,0 0 0,-1 0-1,1 0 1,0 0 0,0 0-1,0-1 1,0 1 0,0 0-1,0 0 1,1 1 0,-2 3 12,-4 58 816,2 71-1,3-131-821,0 0 0,0 0 1,1 0-1,-1 0 0,1 0 0,0 0 0,0 0 0,0 0 0,0 0 0,0 0 0,0-1 0,1 1 0,0 0 0,-1-1 1,1 1-1,0-1 0,3 3 0,-2-3-7,0 0 0,0 0 0,1 0 1,-1-1-1,0 1 0,1-1 0,-1 0 0,1 0 1,-1 0-1,1 0 0,0 0 0,-1-1 1,1 0-1,5 0 0,2 0 5,-1 0 1,1-1 0,13-2-1,-19 2-9,0-1-1,-1 1 1,1-1 0,-1 0-1,0-1 1,0 1 0,0-1-1,0 0 1,6-5 0,0 0-33,0-2 1,-1 1 0,0-2 0,0 1-1,-1-1 1,-1 0 0,0-1 0,0 1-1,-1-1 1,-1-1 0,7-20 0,-17 115 359,5-78-307,-1-1 1,1 1 0,0-1 0,0 1 0,0-1 0,1 1 0,-1-1 0,1 1-1,2 5 1,-2-8-16,0 0 0,0 1 0,0-1 0,1 0 0,-1 0-1,0 0 1,1 0 0,-1 0 0,1-1 0,-1 1 0,1 0 0,-1-1 0,1 1-1,0-1 1,-1 1 0,1-1 0,0 0 0,-1 0 0,1 0 0,0 0-1,-1 0 1,1 0 0,2 0 0,1 0-9,1-1 1,0 1-1,0-1 1,-1 0-1,1 0 0,-1-1 1,1 1-1,-1-1 0,1-1 1,-1 1-1,0-1 1,0 0-1,0 0 0,0 0 1,-1 0-1,1-1 0,-1 0 1,0 0-1,0 0 1,5-8-1,8-14-81,-1-1 1,-1 0-1,20-52 0,-31 71 81,-3 3 8,1 1 0,0 0 0,0-1 0,0 1 0,5-7 0,-6 11 19,3 0-9,0 1 0,1-1 1,-1 1-1,0 0 0,0 1 0,0-1 1,0 1-1,0 0 0,0 0 0,-1 0 1,6 4-1,11 6 91,-6-12 235,-8-2-113,-8 0-681,-4 0-353,-1 1-1,1 0 1,0 0 0,-1 0-1,-5 1 1,-6 0-1556,-35-1-5663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8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 12550,'0'0'7555,"203"-112"-7555,-128 73-32,-8 0-704,-16 5-1041,-11 7-944,-16 9-2866,-9 12 17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5:58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4146,'0'0'11392,"14"28"-9973,48 89-352,-52-99-592,1-1-1,18 23 1,-23-34-263,-2 1-1,1-1 1,7 14 0,-11-16-118,0-1 0,0 1 0,0-1 0,0 1 0,-1-1 0,1 1 0,-1 0 0,0-1 0,0 1 0,0 0 0,-2 6 0,-1-16 1053,-2-43-553,3 0 0,4-67 0,-1 106-624,0 0-1,0 0 1,1 0-1,0 0 1,1 1-1,0-1 1,1 1-1,0-1 0,0 1 1,9-13-1,-5 12-1561,-1 1 0,1-1 0,0 1 0,19-15-1,6 1-12061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02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56 2561,'0'0'12142,"1"-11"-11267,1-15-502,0 10 75,-2 14 374,0 6 635,-13 51-780,10-46-612,0 0 0,1 1 0,0-1 0,0 1 0,1-1 0,0 1 0,1 0 0,0-1 1,1 1-1,1 10 0,-1-17-62,0-1 0,0 1-1,1 0 1,-1-1 0,1 0 0,0 1 0,-1-1 0,1 0 0,0 0 0,0 0 0,0 0 0,0 0 0,1 0 0,-1-1 0,1 1 0,-1-1 0,1 0 0,3 2 0,4 1 25,1 0 0,0-1 0,11 2 0,13-1 74,18 4 120,-50-7-201,0 0 0,1 0 0,-1 0 0,0 0 0,0 0 0,0 0 0,-1 1 0,1 0 0,0-1 0,-1 1 0,1 0 0,2 3 0,-4-4-17,-1-1-1,1 1 1,-1 0 0,1 0-1,-1 0 1,0 0-1,1 0 1,-1-1 0,0 1-1,0 0 1,1 0 0,-1 0-1,0 0 1,0 0-1,0 0 1,0 0 0,0 0-1,0 0 1,-1 0-1,1 0 1,0 0 0,0-1-1,-1 1 1,1 0-1,0 0 1,-1 0 0,1 0-1,-1-1 1,1 1 0,-1 0-1,0 1 1,-2 1 22,0 0-1,1-1 1,-1 1 0,0 0 0,-1-1 0,-3 3-1,-37 18 328,-64 25 0,-35 18-1187,140-64-3445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03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67 4530,'0'0'7470,"9"-11"-5946,1-3-938,-3 5 357,0-1-1,14-13 1,-20 23-818,0 0-1,-1 0 1,1 1-1,0-1 0,-1 0 1,1 0-1,0 1 1,-1-1-1,1 0 0,-1 1 1,1-1-1,-1 0 1,1 1-1,-1-1 0,1 1 1,-1-1-1,1 1 0,-1-1 1,0 1-1,1 0 1,-1-1-1,0 1 0,1 0 1,39 83 2671,-8-14-1726,-14-36-727,-3 1 1,13 40-1,-22-54-275,0 0 0,-2 1 1,0 0-1,0 44 0,-4-46-42,0-2 11,-3 30 0,2-42-34,0 1 1,-1-1-1,1 0 1,-2 1-1,1-1 0,-1 0 1,0 0-1,-4 6 1,-2 0-128,0 0 1,0-1 0,-1 0 0,0-1 0,-15 11 0,17-15-167,1-1 0,-1 0 0,0 0 0,0 0 0,-1-1 0,1-1 0,-1 1 0,0-2 0,-14 4 0,-34-3-6359,-3-3-5346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04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7876,'0'0'8166,"-1"10"-7691,0 18 216,1-1 0,1 1 0,9 44-1,24 93 1464,-23-125-2048,1-1 0,3 0 0,1-1 0,1 0 0,3-2 0,33 50-1,-28-55-2639,-4-15-2428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10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7924,'0'0'1552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15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4696 201 7299,'0'0'5059,"0"-23"-4526,0-45-219,0 16 2750,-1 52-3015,1-1 0,0 1 0,0-1 0,0 1 0,0-1 0,-1 1 0,1-1 0,0 1 0,-1 0 0,1-1 0,0 1 0,0-1 0,-1 1 0,1 0 0,-1-1 0,1 1 0,0 0 0,-1 0 0,1-1 0,-1 1 0,1 0 0,-1 0 0,1 0 0,-1-1 0,1 1 0,-1 0 0,1 0 0,0 0 0,-2 0 0,-30-8 276,-1 1 1,0 1-1,-47-1 0,30 2-68,-532-11 1968,423 17-1926,-216-2 350,-421 3 89,651 4-730,0 6 1,2 7-1,0 5 1,2 8-1,-204 71 1,8 30 300,242-88-251,-325 171 293,371-186-239,2 2 0,2 2 0,1 3 0,1 1 0,2 2 0,-45 58 0,57-58 38,2 2-1,2 1 1,2 0 0,2 2 0,-26 77 0,15-15 171,-25 154 1,50-200-229,2-1 1,4 81-1,1-78-53,1-40-20,2-1 1,0 1-1,1-1 0,1 1 1,1-1-1,1-1 1,1 1-1,1-1 0,0-1 1,2 0-1,1 0 0,13 18 1,4 0 102,0-3 1,3 0 0,1-2-1,70 56 1,65 37 204,263 151 0,-289-199-268,181 73 0,495 103 263,-541-185-221,220 52-1,-374-98-119,0-5 0,224 3 0,-227-22 35,213-27-1,42-50 44,-155 30 24,212-74-36,-187 47-112,-102 33 25,174-43 30,-198 59 18,274-47 38,172 39-34,-465 33 18,151 5-4,-207-1-16,0 2 0,-1 2-1,71 21 1,38 28-69,-129-45 31,0 0 1,-1 2 0,0 1 0,27 22 0,-18-11 19,-1 2 1,-1 1-1,45 58 0,-27-19-17,109 118 0,-107-140 36,-30-29-1,-1 1-1,-1 1 0,19 24 1,-6-2-6,36 38-1,-51-62 0,0-1 0,2-1 0,0 0-1,0-1 1,22 11 0,8 1-13,2-3 1,1-2-1,69 19 1,-43-20 9,130 15 0,125-26 33,-212-9 33,397-17-539,-405 13-581,-65 7-3441,-36 1-25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17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4501 4570 8308,'0'0'5656,"35"2"-4939,118 7-250,274-4 1339,-349-6-1440,267-19 1145,-95 4-1064,47-3-175,148-28 120,-434 45-383,46-5 85,-1-3 0,0-2 0,84-30 0,-130 39-79,0-1 1,-1 0-1,1 0 1,-1-1-1,0-1 1,0 1-1,-1-2 1,0 1-1,0-1 1,12-13-1,-9 5 84,0-1-1,-1-1 0,-1 0 0,0 0 0,-1-1 0,-1 0 1,-1-1-1,-1 1 0,0-1 0,2-21 0,-1-14 107,-3 0 0,-3-75-1,-1 120-205,0-1-1,-1 1 1,0-1-1,-1 1 1,0-1-1,0 1 0,-8-14 1,-41-63 91,22 39 99,15 18-20,-15-37 0,20 40-97,-26-44 0,30 61-74,0 0 1,-1 1-1,0-1 0,0 1 1,-1 1-1,0 0 0,0 0 1,-13-8-1,-9-2-37,0 1 0,0 1 1,-49-15-1,-105-21 21,93 27 12,-407-76 68,448 91-70,-129-17-12,-45-7-109,160 20 137,-90-29-1,129 33 1,0-1 0,1-1 0,-44-27 0,65 36-6,1 0 0,0 0-1,0 0 1,-1 0-1,1 0 1,1 0-1,-1-1 1,0 1-1,0-1 1,1 1-1,0-1 1,-1 0 0,1 1-1,0-1 1,-1-4-1,1-1 9,0-1 0,0 1-1,1-17 1,0 10-4,0 13-6,1 0 1,-1 1 0,0-1-1,1 0 1,-1 0-1,1 0 1,0 0-1,0 1 1,0-1 0,0 0-1,0 1 1,0-1-1,0 1 1,0-1 0,1 1-1,-1-1 1,0 1-1,1 0 1,-1 0-1,1 0 1,0 0 0,2-2-1,5-1-5,1-1 1,19-6-1,-17 7 3,281-78-1,-181 55 3,113-45 0,269-149 0,-442 194-10,-1-3-1,-2-2 0,48-40 0,-71 50 1,-2-1 0,0-1-1,-2-1 1,-1-1 0,-1-1 0,30-52 0,25-75-53,17-29 64,-32 75-2,61-155 0,-95 198 1,5-13-131,33-124 0,-61 184 88,0 0-1,0 0 0,-2-1 1,0 1-1,-4-30 1,2 43 23,0 0 0,0 0 0,-1 0 0,1 0 0,-1 0 0,-1 0 1,1 0-1,-1 1 0,0 0 0,0-1 0,0 1 0,0 0 0,-1 0 0,1 1 0,-1-1 0,0 1 1,0 0-1,-5-3 0,-10-6-8,0 1 0,-1 2 1,-21-8-1,32 13 34,-34-14-6,-356-140-26,-18 29-12,34 45 77,-3 16 0,-431-18 0,195 75 56,503 11-112,-564 31-14,305-8 24,-400-4-326,737-19 199,-542-16-1787,-76-58-453,221 12-2578,231 29-778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2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122 136 14647,'0'0'7355,"4"11"-7067,13 42 203,-3 0 0,10 72 0,4 122 29,-24-94-498,-4-125-23,0-24 1,0-1-1,0 1 1,0-1-1,0 1 1,-1-1-1,1 1 1,-1-1-1,-2 7 1,2-8 1,0-1 0,0 0 0,0 0 0,-1 0 0,1 0 0,0-1 0,0 1 0,0 0 0,-1 0 0,1-1-1,0 1 1,-1-1 0,1 1 0,-1-1 0,1 1 0,0-1 0,-1 0 0,1 0 0,-1 0 0,1 0 0,-1 0 0,1 0 0,-2 0 0,-1-1 6,0 1 1,-1-1-1,1 0 0,0 0 0,0-1 1,0 1-1,1-1 0,-1 0 0,0 0 1,1 0-1,-1-1 0,1 1 0,-1-1 1,1 1-1,0-1 0,0 0 0,1-1 0,-1 1 1,0 0-1,-1-5 0,-7-9 24,1 0 0,-14-37 1,13 26-33,2-1 1,1 0-1,1-1 1,-6-56 0,7-122-3,6 186 10,0 6-1,0 0 0,2 1 0,-1-1 1,2 1-1,8-27 0,-8 32-4,2 0 0,-1 1 0,1 0 1,0 0-1,1 1 0,0-1 0,1 1 0,-1 0 1,14-11-1,-12 12-5,0 0 1,1 1-1,0 0 1,0 0-1,1 1 1,0 0-1,0 1 1,0 0-1,11-2 0,-4 2 0,1 0 0,0 2-1,0 0 1,32 2-1,-42 1 2,0 0-1,0 1 0,0 0 0,0 0 0,0 1 1,0 0-1,-1 0 0,1 1 0,-1 0 1,0 0-1,0 1 0,0 0 0,-1 0 1,1 0-1,-1 1 0,-1 0 0,1 1 1,6 10-1,-4-7 0,-1 0-1,-1 1 1,0 0 0,-1 0 0,0 0 0,0 1 0,-1 0 0,-1 0-1,0 0 1,-1 0 0,0 0 0,0 14 0,-1-14-3,-1-8 2,0 0 1,0 0-1,0 1 0,0-1 0,0 0 1,-1 0-1,0 1 0,0-1 0,0 0 0,0 0 1,-1 0-1,0 0 0,-2 3 0,-3 2 13,0-1 0,0-1 0,-1 1 0,0-2 0,0 1 0,-1-1 0,0 0 0,0-1 0,0 1 0,-14 3 0,2 0 10,0-2 1,-1 0-1,-41 6 0,41-9-50,1-1-1,-1-1 0,0-1 1,0-1-1,0 0 0,-24-5 1,42 3-83,0 1 0,1-1-1,-1 0 1,1 0 0,0 0 0,0 0 0,0 0 0,0-1 0,0 0 0,0 1-1,0-1 1,1 0 0,0 0 0,-1 0 0,1-1 0,0 1 0,1-1 0,-1 1-1,1-1 1,-1 1 0,1-1 0,0 0 0,0-4 0,-1 1-643,0-1 0,1 0 0,0 0 0,1 0 0,0-1 0,0 1 0,1 0 0,0 0 0,0 0-1,4-9 1,-1 6-1345,1 1 0,0 0 0,13-17-1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3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0 14295,'0'0'4807,"-11"41"-3708,-5 11-734,-8 29 317,-14 94 0,23-75-252,5 2 0,4-1 1,10 131-1,-3-214-421,2 1 1,0-1-1,1 0 1,1 0 0,0 0-1,9 17 1,-10-26-13,0-1 1,1 1-1,-1-1 1,2 0-1,-1 0 1,1-1-1,0 0 1,1 0-1,0 0 1,0-1-1,0 0 1,1 0-1,12 6 1,-15-9-79,0-1-1,0 0 1,1-1 0,-1 1 0,0-1 0,9 1-1,-12-2-88,1 0 0,-1 0 0,0 0 0,0 0 0,0 0 0,0 0 0,0-1 0,1 1 0,-1-1-1,0 1 1,0-1 0,0 0 0,0 0 0,0 0 0,0 0 0,-1 0 0,1 0 0,0 0-1,0-1 1,1-1 0,1-4-873,-1 1 0,1-1 0,-1 0 0,3-10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1 446 18536,'0'0'5955,"160"-142"-5202,-33 96-433,46-2 48,20-1 16,13 4 112,-21 6-80,-34 8-111,-60 10-225,-49 6-32,-30 6-48,-24 9-3234,-18 0-496,3 6-3249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1 197 15175,'0'0'7547,"29"-17"-7405,100-55-30,-107 62-106,1 1 1,-1 0-1,35-7 1,-15 4-9,8-3-8,52-18-164,-102 33 119,-1 0 0,1 0 0,0 0 0,0 0 0,0 0 0,0 0 1,0 0-1,0 0 0,0 0 0,0 0 0,0 0 0,0 0 0,0 0 0,-1 0 1,1 0-1,0 0 0,0 0 0,0 0 0,0 0 0,0 0 0,0 0 0,0-1 1,0 1-1,0 0 0,0 0 0,0 0 0,0 0 0,0 0 0,0 0 0,-1 0 1,1 0-1,0 0 0,0 0 0,0 0 0,0 0 0,0 0 0,0 0 0,0 0 0,0-1 1,0 1-1,0 0 0,0 0 0,0 0 0,0 0 0,0 0 0,0 0 0,0 0 1,0 0-1,0 0 0,0 0 0,0 0 0,0 0 0,0-1 0,0 1 0,-11 0-1566,0 1 626,1 1-1,-1 0 0,1 1 0,0 0 1,0 1-1,0 0 0,0 0 1,-12 9-1,19-11 996,1 0 0,0-1-1,-1 1 1,1 0 0,0 0 0,1 0 0,-1 1 0,0-1-1,0 0 1,1 1 0,0-1 0,-1 1 0,1-1 0,0 1-1,0 0 1,0-1 0,1 1 0,-2 4 0,1 5 1031,0 0 0,1 0 1,1 14-1,0-3 658,-2 1-311,1-15-968,-1 1-1,2 0 1,-1-1-1,1 1 0,0 0 1,1-1-1,0 0 1,5 14-1,14 19-373,48 76 0,-56-101-2858,2-14-3360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5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15591,'0'0'5285,"9"13"-5170,-1-4-105,0 1 3,0 1-1,0 0 1,-1 0 0,-1 0 0,1 1 0,-2 0 0,0 0 0,4 14-1,-7 25-313,-2-51 299,0 0 0,0 0-1,0 0 1,0 1 0,0-1 0,-1 0 0,1 0 0,0 0 0,0 0 0,0 1-1,0-1 1,0 0 0,0 0 0,0 0 0,0 0 0,0 1 0,0-1 0,0 0-1,-1 0 1,1 0 0,0 0 0,0 0 0,0 1 0,0-1 0,0 0-1,-1 0 1,1 0 0,0 0 0,0 0 0,0 0 0,0 0 0,-1 0 0,1 0-1,0 0 1,0 0 0,0 0 0,-1 0 0,1 0 0,0 0 0,0 0 0,0 0-1,-1 0 1,1 0 0,0 0 0,0 0 0,0 0 0,0 0 0,-1 0-1,1 0 1,0 0 0,0 0 0,0 0 0,0-1 0,-1 1 0,1 0 0,0 0-1,0 0 1,0 0 0,0 0 0,0-1 0,-1 1-2,1-2 17,-1 0-1,0 1 0,0-1 1,0 0-1,1 0 0,-1 0 0,1 0 1,0 0-1,0-1 0,0 1 1,-1 0-1,2 0 0,-1 0 1,0 0-1,1-2 0,-1-7 32,0-9-34,1 1-1,0-1 1,5-23 0,-4 35-27,1 0-1,-1 1 0,1-1 1,1 0-1,-1 1 0,1 0 1,1 0-1,-1 0 0,1 0 1,8-8-1,4-2-742,0 1 0,21-15 0,-18 16-3181,41-21 0,-3 8-6664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6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6515,'0'0'10880,"0"19"-10037,1 63-521,-1-80-327,0 0-1,0 1 1,0-1-1,1 0 1,-1 0-1,1 1 1,-1-1 0,1 0-1,0 0 1,-1 0-1,1 1 1,0-1-1,1 0 1,-1 0-1,0-1 1,3 4-1,-4-5-27,1 1-1,0 0 1,0-1 0,1 1-1,-1-1 1,0 1 0,0-1-1,0 0 1,0 1 0,0-1-1,0 0 1,0 0 0,1 0-1,-1 0 1,0 0 0,0 0-1,0 0 1,0 0 0,1-1-1,-1 1 1,2-1 0,1-1-62,1 0 0,-1 0 1,0-1-1,0 1 0,0-1 0,0 0 1,0 0-1,-1 0 0,7-8 0,3-10 59,-1 0 0,-1-2 0,-1 1 0,10-32 0,2-5 873,-21 58-702,0-1 0,-1 1 0,1 0 1,0 0-1,0 0 0,0 0 0,-1-1 0,1 1 1,1 0-1,-1 1 0,0-1 0,0 0 1,0 0-1,0 0 0,1 1 0,-1-1 1,0 0-1,0 1 0,1-1 0,-1 1 0,1 0 1,-1-1-1,0 1 0,3 0 0,3 0-136,0 0-1,0 1 0,0-1 0,6 3 0,-2-1 219,14 2-74,10 2 175,70 4 0,-104-10-322,-1 0-1,0 0 1,0 0 0,0 0 0,0-1-1,1 1 1,-1 0 0,0 0 0,0 0-1,0 0 1,1 0 0,-1 0-1,0 0 1,0 0 0,0 0 0,0 0-1,1 0 1,-1 0 0,0 0 0,0 0-1,0 0 1,1 0 0,-1 0-1,0 0 1,0 0 0,0 0 0,0 1-1,1-1 1,-1 0 0,0 0 0,0 0-1,0 0 1,0 0 0,1 0-1,-1 0 1,0 1 0,0-1 0,0 0-1,0 0 1,0 0 0,0 0 0,0 1-1,0-1 1,0 0 0,1 0-1,-1 0 1,0 1 0,0-1 0,0 0-1,0 0 1,0 0 0,0 0 0,0 1-1,0-1 1,0 0 0,0 1 0,-7 5-513,-31 10-2346,-17 2-2790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6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2673,'0'0'801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7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340 216 1217,'-68'-35'2155,"67"34"-1999,-1 0 0,1 0-1,0 0 1,0 0 0,0 0-1,0 0 1,0-1 0,0 1 0,0 0-1,0 0 1,1-1 0,-1 1-1,0-1 1,1 1 0,-1 0 0,1-1-1,-1 1 1,1-1 0,0 1-1,0-1 1,0 0 0,0 1-1,0-1 1,0 1 0,0-1 0,0 1-1,0-1 1,1-1 0,0-5 653,0 2 25,0-1 1,-1 1-1,2 0 0,-1 0 0,4-8 0,-3 9-244,-1-1 1,1 0 0,-1-1-1,0 1 1,1-7-1,-2 11-410,0 0-1,0 0 1,0 0-1,0 0 0,0 0 1,0 0-1,-1 0 1,1 1-1,-1-1 1,1 0-1,-1 0 1,0 0-1,1 1 0,-1-1 1,0 0-1,0 1 1,-2-3-1,1 3-97,0 0-1,-1 0 1,1 0 0,0 0-1,-1 0 1,1 0 0,-1 1-1,1-1 1,-1 1-1,1 0 1,-1 0 0,1 0-1,-4 0 1,-1 0-66,1 0 0,-1 0 1,1 0-1,-1 1 0,1 0 0,0 0 1,-1 1-1,1-1 0,0 1 1,0 1-1,0-1 0,0 1 0,0 0 1,1 1-1,-1-1 0,1 1 0,0 0 1,0 0-1,1 1 0,-9 9 0,1 2 30,1 0 0,0 0 0,2 1-1,0 1 1,0 0 0,2 0 0,0 0-1,2 1 1,0 0 0,0 0-1,2 1 1,1-1 0,-1 32 0,3-42-67,0-6 12,0 1 0,0 0 0,0-1 0,0 1 0,1 0 0,-1-1-1,1 1 1,1 4 0,-1-7 12,0 0 0,0 0-1,0 0 1,0 0-1,0 1 1,1-1 0,-1-1-1,0 1 1,0 0-1,1 0 1,-1 0 0,0-1-1,1 1 1,-1-1-1,0 1 1,1-1 0,-1 1-1,1-1 1,-1 0-1,1 0 1,-1 0-1,1 0 1,1 0 0,6 1 29,-1-1 0,1 0 1,-1 0-1,0-1 0,9-2 1,-14 2-21,0 0 0,0 0 0,0 0 1,0-1-1,0 1 0,0-1 0,0 0 0,-1 1 1,1-1-1,0-1 0,-1 1 0,0 0 1,1-1-1,-1 1 0,2-5 0,6-9 41,-1-1 0,12-29-1,0-2-12,-20 28-3788,-1 12 935,0-6-4057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7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12118,'0'0'7350,"-9"28"-7033,-53 173 377,17-90-321,-8 19-173,58-129 72,10-3-65,0-2 0,0 0-1,-1-1 1,1 0 0,18-11-1,10-3-61,93-30-38,45-19-387,-169 63-145,0-1 0,0-1 1,0 0-1,-1 0 1,0-1-1,12-11 1,-21 17 11,0 0 0,0 0 1,-1-1-1,1 1 1,0-1-1,-1 1 1,1-1-1,-1 0 0,0 1 1,0-1-1,0 0 1,1-5-1,-2 6-185,0 1-1,0-1 1,0 0-1,0 0 1,0 0 0,0 0-1,-1 0 1,1 0-1,-1 0 1,1 1 0,-2-5-1,-11-7-5796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7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1713,'0'0'14102,"-33"164"-12981,33-125 79,0 0-671,15 1-257,3-7-272,7-9-16,2-6-1569,6-18-3361,6 0-7428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3794,'0'0'17907,"0"9"-17865,0 119-87,0-125 38,0 1 1,0-1-1,1 0 1,-1 0-1,1 1 0,-1-1 1,1 0-1,0 0 1,0 0-1,0 0 0,1 0 1,-1 0-1,1 0 1,0-1-1,-1 1 0,1 0 1,5 3-1,-4-3-4,0-1-1,0 0 0,0 0 1,1 0-1,-1-1 0,1 1 1,-1-1-1,1 0 0,0 0 1,-1 0-1,1 0 0,0-1 1,0 0-1,7 0 0,125-3 306,-131 4-280,-1 0 1,0 0-1,0 0 1,1 1-1,-1-1 1,0 1-1,0 0 1,-1 0-1,1 0 1,0 1-1,-1-1 1,1 1-1,5 6 1,4 4 118,23 28 0,-31-35-120,-1 0-1,0 0 0,0 1 0,0 0 0,-1-1 1,0 1-1,0 0 0,-1 1 0,1-1 0,-2 0 1,1 1-1,-1-1 0,1 16 0,-3-21-26,1 1-1,-1 0 0,1 0 0,-1 0 1,0-1-1,0 1 0,0 0 0,-1-1 1,1 1-1,-1-1 0,1 1 1,-1-1-1,0 0 0,0 0 0,0 0 1,0 0-1,0 0 0,0 0 1,-1 0-1,1-1 0,0 1 0,-5 1 1,-6 4-236,-1-1 1,0-1-1,-15 5 1,8-5-927,1 0 0,-29 2 1,-54-1-6840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05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0 259 5651,'0'0'4439,"6"-29"-1571,21-89-203,-25 108-2001,0 1 0,1 0 0,0 0-1,0 0 1,1 1 0,0-1 0,1 1 0,-1 0 0,11-13-1,-8 12 730,-5 7-1008,-1 9 1999,-3 62-1233,-21 129 0,11-115-869,-2 102 0,13 87 315,2-146-501,2-97-1269,-3-29 1124,0 1 0,1-1 0,-1 0 0,0 1 0,0-1 0,0 1 1,1-1-1,-1 0 0,0 1 0,0-1 0,1 0 0,-1 1 0,0-1 1,1 0-1,-1 1 0,0-1 0,1 0 0,-1 0 0,1 1 1,-1-1-1,0 0 0,1 0 0,0 0 0,0 0-23,0 0 0,-1 0-1,1 0 1,0 0 0,0-1-1,0 1 1,0 0 0,-1-1-1,1 1 1,0-1 0,0 1 0,-1-1-1,1 1 1,0-1 0,-1 1-1,1-1 1,0-1 0,4-3-635,-1-1 1,0 0-1,0 0 1,3-8-1,22-48-5896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06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1 15383,'0'0'7081,"-20"10"-6628,16-8-416,-19 10 181,0 0 1,1 2-1,0 1 0,-36 32 1,28-18 155,3 1 0,0 1 0,-30 47 0,52-71-351,1 1-1,0-1 0,0 1 1,0 0-1,1 1 0,1-1 1,-1 1-1,1-1 0,0 1 1,1 0-1,0-1 0,1 1 1,0 0-1,0 0 1,2 11-1,-2-18-28,1 1 0,0-1 0,-1 1 0,1-1-1,0 1 1,0-1 0,1 0 0,-1 0 0,0 1 0,1-1 0,-1 0 0,1 0 0,0 0 0,0-1 0,-1 1-1,1 0 1,3 1 0,0 0-10,0 0-1,0-1 1,0 0 0,1 0-1,-1 0 1,0 0-1,10 1 1,2-1-146,1-1 1,-1 0-1,1-1 1,21-4-1,-29 3 60,0-1 0,0-1 0,0 0 0,0 0-1,-1-1 1,1 0 0,-1-1 0,0 0 0,0-1 0,0 0-1,-1 0 1,0 0 0,0-1 0,-1 0 0,0-1-1,0 0 1,-1 0 0,7-11 0,-4 6 110,-1-1 0,-1-1 0,0 1 0,-1-1 0,-1 0 0,0 0-1,-1-1 1,-1 0 0,0 0 0,-1 1 0,0-20 0,-1 47 196,1 1-1,0-1 1,1 0 0,1-1-1,-1 1 1,2-1-1,7 15 1,-7-16-275,0-1 0,0 0-1,1 0 1,0 0 0,1-1 0,-1 0 0,2 0-1,-1 0 1,1-1 0,16 11 0,-23-18-103,-1 1 1,0-1-1,1 0 1,-1 1-1,0-1 0,1 0 1,-1 1-1,1-1 1,-1 0-1,1 0 0,-1 0 1,0 1-1,1-1 1,-1 0-1,1 0 0,-1 0 1,1 0-1,-1 0 1,1 0-1,-1 0 0,1 0 1,-1 0-1,1 0 1,-1 0-1,1 0 0,-1 0 1,1 0-1,-1-1 1,1 1-1,-1 0 1,0 0-1,1 0 0,-1-1 1,1 1-1,-1 0 1,0-1-1,1 1 0,0-1 1,2-19-3393,-3 11 1806,5-37-7482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06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2977,'0'0'17502,"1"12"-16392,22 106 527,10 68-644,-32-172-871,-3-22 232,-2-16-150,-1 5-155,-21-98 161,24 100-196,0 0-1,1-1 1,1 1 0,1 0 0,2-18 0,-3 32-13,1 0 0,-1 1 0,1-1 0,0 0 0,0 0 0,0 1 0,0-1 0,0 1 0,1-1 0,-1 1 0,1-1 0,-1 1 0,1 0 0,0 0 0,0 0 0,0 0 0,0 0 0,1 0 0,-1 0 0,0 1 0,1-1 0,-1 1 0,1 0 0,-1 0 0,1 0 0,0 0 0,-1 0 0,1 0-1,0 1 1,4-1 0,-3 1-23,0 0 0,0 0-1,0 0 1,0 1-1,0 0 1,0-1 0,0 2-1,0-1 1,0 0-1,0 1 1,0 0-1,-1-1 1,1 2 0,-1-1-1,1 0 1,-1 1-1,0-1 1,0 1 0,0 0-1,4 5 1,18 37-2260,-15-24-1128,2-1-3453,-3-13-2918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08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73 3426,'0'0'16228,"-8"-13"-15275,5 6-827,0 2-67,0-1-1,0 0 1,0 1 0,-1-1-1,-5-5 1,7 10-45,1-1-1,0 1 1,0 0 0,-1 0 0,1 0-1,0 0 1,-1 0 0,1 0 0,-1 1-1,1-1 1,-1 0 0,0 1 0,1-1 0,-1 1-1,1 0 1,-1-1 0,0 1 0,0 0-1,1 0 1,-1 0 0,0 0 0,1 0-1,-1 1 1,0-1 0,1 0 0,-1 1 0,0-1-1,1 1 1,-3 1 0,-5 3 99,0 1 1,1 0 0,-1 0-1,1 1 1,0 0-1,-9 12 1,2-1 375,-24 37 1,31-42-367,0 0 1,2 0-1,-1 1 1,2 0-1,0 0 1,0 1-1,2-1 1,0 1-1,0 0 1,1 0-1,1 0 1,1 0-1,1 16 1,-1-27-122,0 0 0,1-1 0,0 1 1,0 0-1,0-1 0,0 1 0,0-1 0,1 0 1,-1 1-1,1-1 0,0 0 0,0 0 0,0 0 1,1 0-1,-1 0 0,6 5 0,-3-5-1,0 0 1,0 0-1,0 0 1,0 0-1,0 0 0,1-1 1,-1 0-1,1-1 0,-1 1 1,9 0-1,-6 0-5,0-1 0,0-1-1,1 0 1,-1 0 0,0 0 0,1-1-1,-1-1 1,0 1 0,0-1-1,0 0 1,0-1 0,0 0 0,-1-1-1,1 1 1,12-9 0,-12 4 10,1 0 1,-1-1 0,-1 0-1,0 0 1,0-1-1,0 0 1,-2 0 0,1 0-1,-1-1 1,-1 0-1,0 0 1,0 0 0,-1 0-1,0-1 1,-1 1-1,-1-1 1,0 0 0,0-16-1,-1 26 141,0 22 77,-2 41-127,1-22-10,1 0 1,6 50 0,24 43 95,-12-62-107,-9-28-63,-2 0 1,-1 0-1,-1 59 0,-4-96-13,-1 0-1,0 1 1,-1-1-1,1 0 1,-1 0-1,0 0 0,0 0 1,0 0-1,-1-1 1,0 1-1,0 0 1,0-1-1,0 1 1,-1-1-1,0 1 0,0-1 1,0 0-1,0-1 1,-1 1-1,1 0 1,-1-1-1,0 0 1,-7 5-1,2-4 1,0 0 0,0 0 1,0-1-1,-1 0 0,0 0 0,0-1 1,1 0-1,-1-1 0,0 0 0,0-1 0,-13-1 1,19 1 1,-1 0 1,1 0 0,0-1 0,0 1-1,0-1 1,0 0 0,0 0-1,0-1 1,0 1 0,0-1 0,0 0-1,0 0 1,1 0 0,-5-3 0,4 0 0,0 1 0,0 0 1,0-1-1,0 0 0,1 0 1,0 0-1,0 0 1,0-1-1,-3-8 0,2 3-9,0-1-1,1 1 0,0-1 0,1 0 1,1 0-1,0 1 0,0-1 0,1 0 1,1 0-1,0 0 0,0 0 0,1 0 0,1 1 1,5-16-1,-1 14 6,0 0-1,1 1 1,1 0-1,0 0 1,0 1-1,1 0 1,14-12 0,88-65-36,-108 85 34,224-145-55,-73 51 31,-140 87 28,-11 8-3,0 0 0,0-1 1,-1 1-1,1-1 0,-1 0 0,1 0 0,-1 0 1,0-1-1,0 1 0,2-5 0,-11 19 26,-1 0 0,1 1 0,1 0 0,-6 19 0,9-23-14,0 0 1,0 0 0,1 0 0,0 0-1,0 0 1,1 0 0,0 0 0,0 0-1,2 9 1,-1-16-11,-1 0 0,1 0 0,-1 0 0,1-1 0,-1 1 1,1 0-1,0 0 0,0-1 0,-1 1 0,1 0 0,0-1 0,0 1 0,0-1 0,0 1 0,0-1 1,0 0-1,0 1 0,0-1 0,0 0 0,-1 0 0,1 0 0,0 1 0,0-1 0,0 0 0,0 0 0,1 0 1,0-1-1,30-3 18,-27 3-16,-1-1-1,0 0 1,1 0 0,-1-1-1,0 1 1,0-1-1,0 0 1,0 0-1,-1-1 1,1 1-1,-1-1 1,0 1-1,0-1 1,0 0 0,-1 0-1,4-8 1,3-5-13,-1-1 1,9-34-1,-10 31 55,-2 0 1,-1-1-1,0 1 0,1-38 0,4 70-4,-5 0-50,3 7 21,1-1-1,1 0 1,0 0 0,13 18 0,-19-31-31,0 0 0,1 0 0,0 0 0,0 0 0,0-1 0,0 1 0,0-1 0,1 0 0,0 0 0,-1-1-1,1 1 1,0-1 0,0 0 0,0-1 0,1 1 0,-1-1 0,0 0 0,1 0 0,9 0 0,-13-1-3,1 0 0,-1 1-1,1-1 1,-1 0 0,0-1 0,1 1 0,-1 0 0,0-1 0,1 1-1,-1-1 1,0 0 0,0 0 0,0 0 0,1 0 0,-1 0-1,0 0 1,0 0 0,0-1 0,-1 1 0,1-1 0,0 1 0,-1-1-1,1 0 1,-1 0 0,1 0 0,-1 0 0,2-3 0,21-36-352,-3-1 1,17-47-1,-36 85 416,-1 0 1,0-1-1,0 1 0,0-1 0,0 1 0,-1-1 0,0-4 0,0 9 498,-2 0-459,0 0-72,0 1 0,-1 0 1,1-1-1,0 1 0,0 0 1,0 0-1,0 0 1,0 1-1,1-1 0,-1 0 1,0 1-1,0-1 1,1 1-1,-2 2 0,-25 29 62,23-27-49,-1 3 8,0 0 0,0 0 0,1 1 1,-5 10-1,8-16-26,1 0 0,-1 0 1,1 0-1,0 0 0,0 0 1,1 0-1,-1 0 0,1 0 0,0 0 1,0 1-1,0-1 0,0 0 1,2 7-1,-1-10-4,-1-1 1,0 0 0,0 1-1,0-1 1,1 0 0,-1 0-1,0 1 1,0-1-1,0 0 1,1 0 0,-1 0-1,0 1 1,1-1 0,-1 0-1,0 0 1,0 0-1,1 0 1,-1 1 0,0-1-1,1 0 1,-1 0 0,0 0-1,1 0 1,-1 0 0,0 0-1,1 0 1,-1 0-1,1 0 1,9 1 5,1 0 0,-1-1 0,1-1 0,-1 1 0,18-4-1,-22 2-1,0 0 0,0 0-1,0-1 1,0 0 0,0 0-1,-1 0 1,1 0 0,-1-1-1,0 0 1,8-9 0,-5 6 11,-5 5 5,0 0-1,0-1 0,0 0 0,-1 0 1,1 0-1,-1 0 0,1 0 1,-1 0-1,3-7 0,-6 44 77,0-21-56,0 0-1,1 0 1,0 0 0,1 0 0,3 14 0,-3-25-38,1 1-1,-1-1 0,0 0 0,1 1 0,0-1 0,-1 0 0,1 0 0,0 0 1,0 0-1,0 0 0,1-1 0,-1 1 0,0-1 0,1 1 0,-1-1 1,1 0-1,-1 0 0,1 0 0,-1 0 0,5 1 0,-4-1-2,0-1-1,0 1 1,-1-1 0,1 1-1,0-1 1,0 0-1,-1 0 1,1 0-1,0 0 1,0-1 0,0 1-1,-1-1 1,1 1-1,0-1 1,-1 0-1,1 0 1,-1 0 0,1-1-1,-1 1 1,5-4-1,0-3 3,-1 0-1,0-1 1,0 0-1,-1 0 1,6-13 0,-6 12-2,0 0 0,0 1 0,0 0 0,2 0 1,8-11-1,-7 14-5,-1-1 0,1 2 0,0-1 0,1 1 0,-1 0 0,1 1 0,0-1 0,0 2 0,0-1 0,15-2 0,-2 2-13,1 0 0,-1 1 0,35 1 0,-56 3 17,1-1 1,-1 1 0,1-1 0,-1 1-1,1 0 1,-1 0 0,0 0 0,0-1-1,1 1 1,-1 0 0,0 1-1,0-1 1,0 0 0,0 0 0,0 0-1,0 1 1,0-1 0,-1 0 0,1 1-1,0-1 1,-1 1 0,1 1 0,0-1 3,0 0 1,0 1-1,1-1 1,-1 0 0,1 1-1,-1-1 1,1 0 0,0 0-1,-1 0 1,1-1-1,0 1 1,0 0 0,4 2-1,1-2-172,1-1 0,-1 1 0,0-1-1,0-1 1,12 1 0,-17-1-2654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2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0 13926,'0'0'8956,"-5"37"-7656,-33 278 610,12-24-330,-15 275-81,40-29-947,6-432-455,5 1 0,34 158 0,-42-252-119,-1-9-11,-1-1-1,0 1 0,1-1 0,0 0 0,-1 0 1,1 1-1,0-1 0,2 3 0,-3-5-3,0 0 0,0 0-1,1 0 1,-1 0-1,0 0 1,0 0 0,0 0-1,0 0 1,1 0 0,-1 0-1,0 0 1,0 0 0,0 0-1,1 0 1,-1 0 0,0 0-1,0 0 1,0 0 0,1 0-1,-1 0 1,0 0-1,0-1 1,0 1 0,0 0-1,1 0 1,-1 0 0,0 0-1,0 0 1,0 0 0,0-1-1,0 1 1,0 0 0,1 0-1,-1 0 1,0 0-1,0-1 1,0 1 0,0 0-1,0 0 1,0 0 0,0-1-1,0 1 1,0 0 0,7-14-1153,9-41-2484,6-25-3228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3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1921,'0'0'17336,"0"167"-16616,0-101-416,9-2-208,0-4-96,-3-11-96,0-10 80,-6-3-320,0-5-1249,0-13-1440,-12-3-4819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3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0 255 5234,'0'0'9573,"157"-64"-8853,-81 28-656,0 3-64,-10-4-672,-20-8-1441,-25 5-3506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3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0 258 9156,'0'0'5315,"212"-185"-5315,-130 152-625,6 15-2704,-10-3-4163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9348,'0'0'7545,"-8"10"-6851,1-2-550,3-3-76,0 0-1,0 0 0,1 0 0,-1 0 1,1 1-1,0-1 0,1 1 0,-1 0 1,1 0-1,0 0 0,0 0 1,-1 10-1,3-7 4,-1-1 0,1 1 0,0 0 1,3 15-1,-2-20-63,0 0 0,0 0 0,1-1 0,0 1 0,-1 0 1,1-1-1,1 1 0,-1-1 0,0 1 0,1-1 0,0 0 0,4 4 0,25 20 54,57 36-1,-55-42-28,-2 2 0,33 31 0,-59-49-37,-2 0-1,1 0 1,-1 0 0,1 0-1,-1 1 1,-1 0 0,1 0-1,-1 0 1,0 0 0,0 0 0,-1 1-1,0-1 1,0 1 0,-1 0-1,1 0 1,-2-1 0,1 13-1,-1-15 5,0 0 0,-1 0-1,0-1 1,0 1-1,0 0 1,0-1 0,-1 1-1,0-1 1,1 1-1,-1-1 1,0 0-1,-1 0 1,1 0 0,0 0-1,-1 0 1,0 0-1,0-1 1,0 1-1,0-1 1,0 0 0,0 0-1,0 0 1,-1 0-1,-4 2 1,-11 4 52,0-1 0,-1-1 0,-25 6-1,39-11-42,-21 5 14,0-2-1,0 0 1,-40-2 0,66-1-42,1-1 0,-1 0 1,0 0-1,1 0 1,-1 0-1,0 0 0,0 0 1,1 0-1,-1-1 1,0 1-1,1 0 0,-1 0 1,0 0-1,1-1 1,-1 1-1,0 0 0,1-1 1,-1 1-1,1-1 1,-1 1-1,1-1 0,-1 1 1,1-1-1,-1 1 1,1-1-1,-2 0 0,2-20-1745,1 16 1147,7-43-6114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4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89 13334,'0'0'3252,"-3"24"-2846,-1 6-412,0 37 1,4-66-1,0 0 0,0 0 0,0 0 0,1 0 0,-1 0 0,0 1 0,0-1 0,1 0 0,-1 0 0,0 0 0,1 0 0,-1-1 0,1 1 0,-1 0 0,1 0 0,-1 0 0,1 0 0,0 0 0,0-1 0,-1 1 0,1 0 0,0 0 0,0-1 0,0 1 0,0-1 0,0 1 0,0-1 0,1 1 0,1 0-31,-1-1 0,1 0 0,0 1 1,0-1-1,0 0 0,-1-1 1,6 0-1,1 0-119,-5 1 104,-1 0-1,1 0 1,-1 0 0,1-1-1,-1 0 1,1 1 0,-1-1-1,1-1 1,-1 1 0,0 0-1,1-1 1,-1 0 0,0 0 0,0 0-1,0 0 1,-1 0 0,1 0-1,4-6 1,-3 4 71,-1-1 0,0-1 0,0 1 0,0 0 0,-1-1 0,0 1 0,0-1 0,0 0 0,-1 1 0,2-11 0,-3 15 70,1 0-1,-1 0 0,1 1 0,-1-1 0,1 0 0,0 0 0,-1 1 1,1-1-1,0 0 0,0 1 0,-1-1 0,1 0 0,0 1 0,0-1 1,0 1-1,0 0 0,0-1 0,0 1 0,0 0 0,0-1 1,0 1-1,0 0 0,0 0 0,0 0 0,0 0 0,0 0 0,0 0 1,0 0-1,0 0 0,0 1 0,1-1 0,42 8-313,-36-6 452,26 3-305,-1-2-1,55-1 1,-64-2-234,-22 0 265,1 0-1,-1 0 0,1 0 1,-1 0-1,1-1 1,-1 1-1,1-1 0,-1 1 1,1-1-1,-1 0 0,1 0 1,-1 0-1,0 0 1,0-1-1,1 1 0,2-3 1,-4 2 54,1 0 0,-1 0-1,0 0 1,1-1 0,-1 1 0,0 0 0,-1-1 0,1 1 0,0-1 0,-1 1 0,1-1 0,-1 1-1,0-1 1,0 0 0,0-3 0,0 4 1634,2 3-1595,1 0 0,-1 1 1,0-1-1,0 0 0,1 1 0,-1 0 0,-1-1 1,1 1-1,0 0 0,0 0 0,2 4 0,7 6 91,-5-8-107,0-1 1,0 0-1,0 0 1,0 0-1,1-1 1,0 0-1,-1 0 1,1 0-1,0-1 1,0 0-1,7 0 1,11 0-31,41-5-1,-58 3-42,-1 0 0,0 0 0,1-1 0,-1 0 0,0-1 0,0 1 0,0-1-1,-1-1 1,1 1 0,-1-1 0,11-9 0,-13 10 55,0-1-1,-1 1 1,1-1 0,-1 0-1,0 0 1,0 0 0,0 0-1,-1 0 1,0-1-1,0 1 1,0-1 0,0 0-1,0 1 1,-1-1 0,0 0-1,0 0 1,-1 0 0,1-6-1,-1 11 63,0-1-1,0 0 0,0 1 1,0-1-1,0 0 1,0 0-1,0 1 0,0-1 1,0 0-1,0 0 0,1 1 1,-1-1-1,0 0 1,1 1-1,-1-1 0,0 0 1,1 1-1,-1-1 0,0 1 1,1-1-1,-1 0 1,1 1-1,0-1 0,16 0 167,-6 1-1080,13 0-1300,3 0-2072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4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7507,'0'0'12075,"-39"6"-11405,-128 23 197,152-27-729,0 1 0,0 1 0,1 0 0,0 1 0,0 0 0,0 2 0,0-1-1,1 2 1,-15 10 0,23-14-94,1 0 0,-1 0 1,0 0-1,1 1 0,0 0 0,0 0 0,1 0 0,-1 0 0,1 0 0,-4 11 0,5-13-44,1-1 0,1 1 0,-1 0 0,0-1 0,1 1 0,-1 0 0,1-1 0,0 1 0,0 0 0,0-1-1,0 1 1,0 0 0,0 0 0,1-1 0,0 1 0,-1-1 0,1 1 0,0 0 0,0-1 0,0 0 0,1 1 0,-1-1 0,1 0-1,-1 1 1,1-1 0,0 0 0,2 2 0,1 0-24,0 0-1,1 0 1,0-1-1,0 0 1,0 0-1,0 0 1,1-1-1,-1 0 0,1 0 1,-1-1-1,11 2 1,11-1-574,42-1-1,-44-1 143,-19 0 422,0-1-1,-1 0 1,1 0 0,0 0 0,-1-1 0,1 0 0,-1 0 0,1-1 0,-1 0 0,0 0 0,0 0-1,0-1 1,8-6 0,19-11 189,-31 19-53,1 0-1,0 1 1,1-1 0,-1 1 0,0 0 0,0 0 0,0 0 0,1 1-1,-1-1 1,0 1 0,1 0 0,-1-1 0,1 2 0,-1-1-1,0 0 1,1 1 0,-1-1 0,0 1 0,1 0 0,-1 0-1,0 0 1,0 1 0,0-1 0,0 1 0,0 0 0,0-1-1,0 1 1,4 5 0,9 7-54,1-1-1,0 0 0,1-1 1,1-1-1,0-1 1,0-1-1,1 0 1,31 9-1,-25-16-3168,-26-7-633,-3-21-3409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1:34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914 46 9556,'0'0'12582,"158"-46"-11749,-83 110-241,7 26 32,-3 26-240,-28 26-208,-45 30-112,-33 28-64,-109 15-16,-73 12-32,-63 0-640,-64-15-2273,-49-25-4179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39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78 13462,'0'0'3418,"-9"27"-1972,4-12-1269,-4 10 41,1 1 1,1 0 0,1 0-1,2 0 1,-3 50-1,7 298 1386,0-373-1601,0 1 1,0-1 0,0 0-1,0 1 1,0-1-1,-1 1 1,1-1-1,-1 0 1,1 1 0,-1-1-1,1 0 1,-1 0-1,0 1 1,0-1-1,1 0 1,-1 0-1,0 0 1,-2 2 0,2-3 2,1 0 1,-1 0-1,0 1 1,0-1-1,1 0 1,-1 0-1,0 0 1,0 0-1,0 0 1,1 0 0,-1 0-1,0 0 1,0 0-1,0 0 1,1 0-1,-1 0 1,0-1-1,0 1 1,1 0-1,-1-1 1,0 1-1,1 0 1,-1-1 0,0 1-1,1-1 1,-1 1-1,0-1 1,1 1-1,-1-1 1,1 0-1,-1 1 1,1-1-1,-1 1 1,1-1 0,0 0-1,-1 0 1,1 1-1,0-2 1,-6-8 45,1-1 0,0 1 0,0-1 0,2 0 0,-1 0 1,-2-17-1,-7-74 191,9-64 136,4 150-350,0-3 10,1 0 0,1 0 0,1 0-1,0 0 1,1 1 0,2 0 0,-1 0 0,17-33 0,-17 42-29,0 0 1,0 0-1,1 0 1,1 1-1,-1 0 1,1 0-1,1 1 1,-1 0-1,1 0 1,0 1-1,1 0 1,0 0-1,0 1 1,0 0-1,0 0 1,1 1-1,16-5 1,-13 6-20,1 1 1,-1 0-1,0 0 1,0 1-1,1 1 1,15 2-1,-23-2 4,0 1-1,0 0 1,-1 0-1,1 1 0,0 0 1,-1 0-1,0 0 1,1 1-1,-1-1 0,0 1 1,0 0-1,0 1 1,-1-1-1,1 1 0,-1 0 1,5 6-1,-3-2-6,-1-1-1,0 1 1,0 0 0,-1 1-1,0-1 1,0 1-1,4 16 1,-5-9-21,-1 1 0,0-1-1,0 27 1,-2-37 25,-1-1 0,1 0 0,-1 0 0,0 1 0,0-1 0,0 0 0,-1 0 1,0 0-1,0 0 0,0 0 0,0-1 0,-1 1 0,-6 7 0,3-4 12,-1-1-1,0-1 1,-1 1 0,1-1-1,-1 0 1,-15 7 0,0-1 15,-1-1-1,1-1 1,-2-1 0,-33 7 0,-103 14-115,99-20-236,46-7-1743,-32 1-1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0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0 11893,'0'0'7278,"-18"27"-6328,8-13-770,-8 12 166,0 1 0,2 1-1,1 0 1,1 2 0,-16 49 0,13-13 54,3 1 1,3 0-1,2 1 1,4 0 0,5 111-1,2-154-385,2 0 0,0 0 0,2-1 0,0 1-1,2-1 1,0-1 0,2 1 0,1-2-1,1 1 1,21 30 0,-30-47-221,1-1-1,-1 1 1,1-1-1,0 1 0,1-1 1,-1-1-1,1 1 1,0-1-1,0 1 1,1-1-1,-1-1 1,1 1-1,0-1 1,0 0-1,0 0 1,7 1-1,-12-3-51,0-1-1,1 0 1,-1 1-1,0-1 1,0 0-1,0 0 1,1 0-1,-1 0 1,0 0-1,0 0 1,0-1-1,0 1 1,1 0-1,-1-1 1,0 1-1,0 0 1,0-1-1,2-1 1,-1 0-881,0 0 1,0-1-1,0 0 0,0 1 1,0-1-1,-1 0 1,2-4-1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0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31 5683,'0'0'10570,"2"-6"-9813,6-18 329,-13 38-906,-2 1-1,1-1 0,-2 0 1,0-1-1,-1 1 0,0-2 1,-1 1-1,0-1 0,-21 18 1,4-6 57,-2-1 0,-1-1 1,-38 21-1,-23 19 4,46-28-167,44-34-75,0 1 0,0-1 0,0 1 0,0-1 1,1 1-1,-1 0 0,0 0 0,0-1 0,1 1 1,-1 0-1,1 0 0,-1 0 0,0 0 0,1 0 1,-1 1-1,1-2 7,0 0 1,0 0-1,0 1 1,0-1-1,1 0 1,-1 1-1,0-1 1,0 0-1,0 0 0,0 1 1,1-1-1,-1 0 1,0 0-1,0 1 1,1-1-1,-1 0 1,0 0-1,0 0 1,1 1-1,-1-1 1,0 0-1,0 0 0,1 0 1,-1 0-1,0 0 1,1 0-1,-1 0 1,0 1-1,1-1 1,0 0-1,38 1 540,-28-2-452,30 2 203,21-1-136,93-10 0,-142 7-535,1 0 1,19-8 0,-14 4-3488,-11 3-1203,-7-4-3137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1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13 7652,'0'0'11653,"0"-4"-11074,0-4-250,0 27-100,-1 41 531,-22 210 1794,2-46-1637,18-194-768,3-28-101,-1-1 183,-1-7-32,0-142 853,3 77-997,2 17 10,3 0-1,19-85 1,-20 110 13,-4 26-11,-2 14-90,0-1 1,-1 0 0,-1 0-1,1 0 1,-1 0-1,-1-1 1,0 1 0,0-1-1,-1 0 1,-10 14 0,-1 6 3,7-16 13,2-8 173,7-226 241,-1 266-511,1 52-92,0-89-223,1 1 1,0 0-1,1-1 1,0 0-1,0 1 1,1-1-1,0 0 1,6 11 0,15 9-4362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2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 12118,'0'0'8889,"-16"38"-7358,3-9-1282,-5 12 38,1 1 0,2 1 0,3 0 0,-12 68 0,24-111-286,-69 505 1082,38 5-1426,30-496 104,2 24-694,-1-37 772,0 1-1,1 0 0,-1-1 1,0 1-1,1 0 0,0-1 1,-1 1-1,1-1 0,0 1 1,0 0-1,-1-1 0,1 0 1,0 1-1,1-1 1,-1 0-1,0 1 0,2 0 1,1 0-414,-1-1 0,1 1 0,0-1 0,0 0 0,0 0 0,0-1 0,0 1 0,0-1 0,4 0 0,55 1-9707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3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54 6723,'0'0'4858,"-4"-6"-4519,-12-16 328,12 16 3554,3 6-4138,1 0 0,0 0 0,0 0 0,0-1 0,0 1 0,0 0 0,0 0 0,0-1 0,1 1 0,-1 0 0,0 0 0,0 0 0,0-1 1,0 1-1,0 0 0,0 0 0,0 0 0,0-1 0,0 1 0,1 0 0,-1 0 0,0 0 0,0 0 0,0-1 0,0 1 0,1 0 0,-1 0 0,0 0 0,0 0 0,0 0 1,0 0-1,1 0 0,-1 0 0,0-1 0,0 1 0,1 0 0,-1 0 0,0 0 0,0 0 0,0 0 0,1 0 0,-1 0 0,0 0 0,1 0 0,35-6 113,0 2 0,1 1-1,70 3 1,-42 1-138,-34-1-61,-8-1-5,32 3-1,-50-2 8,1 1-1,0 0 1,-1 1 0,1-1-1,-1 1 1,0 0 0,1 0-1,-1 0 1,0 1-1,8 5 1,-11-5-11,1-1-1,-1 1 0,0 0 1,0 0-1,-1-1 0,1 1 1,0 0-1,-1 1 1,0-1-1,0 0 0,0 0 1,0 0-1,0 1 1,-1-1-1,0 0 0,1 7 1,-1-5-10,0 0 1,0 1-1,-1-1 1,0 0-1,1 0 1,-2 1-1,1-1 1,-1 0-1,0 0 1,-2 6-1,-1-5 26,1 1 1,-1-1-1,-1 0 0,1 0 0,-1 0 1,-12 9-1,-47 26 92,19-11-64,-5 0-11,51-30-24,0 0 1,-1 1-1,1-1 0,0 0 1,0 0-1,-1 0 0,1 0 1,0 0-1,0 0 0,-1 0 1,1 1-1,0-1 1,0 0-1,-1 0 0,1 0 1,0 1-1,0-1 0,0 0 1,-1 0-1,1 1 0,0-1 1,0 0-1,0 0 0,0 1 1,0-1-1,-1 0 0,1 0 1,0 1-1,0-1 0,0 0 1,0 1-1,0-1 0,0 0 1,0 1-1,0-1 1,0 0-1,0 0 0,0 1 1,0-1-1,0 0 0,1 1 1,-1-1-1,0 0 0,0 0 1,0 1-1,0-1 0,0 0 1,1 0-1,-1 1 0,0-1 1,0 0-1,0 0 0,1 0 1,-1 1-1,0-1 0,0 0 1,1 0-1,-1 0 1,0 0-1,0 1 0,1-1 1,-1 0-1,0 0 0,1 0 1,-1 0-1,0 0 0,0 0 1,1 0-1,26 8-7,-22-7 24,10 3-7,0 1 1,0 1-1,-1 0 0,0 0 0,0 2 1,-1 0-1,0 0 0,0 1 0,-1 1 0,0 0 1,-1 1-1,0 0 0,0 0 0,-1 1 1,-1 1-1,12 20 0,-18-27-20,-1 1 1,1-1-1,-2 1 0,1-1 0,-1 1 1,0-1-1,0 1 0,0 0 0,-1 0 1,-1 7-1,1-6-15,0-6 23,0 1 1,-1-1-1,1 0 0,-1 0 1,0 1-1,1-1 0,-1 0 1,0 0-1,-1 0 0,1 0 1,0 0-1,0 0 1,-1 0-1,1 0 0,-1 0 1,0-1-1,1 1 0,-1-1 1,0 1-1,0-1 0,0 0 1,0 0-1,0 0 1,0 0-1,-1 0 0,1 0 1,-3 1-1,-8 1 19,0 1 0,0-2 0,-20 3 0,32-5-17,-21 3-308,-1-1 0,0-1 1,0-1-1,-41-5 1,62 5 134,0-1 0,0 1 0,0-1-1,0 0 1,0 0 0,1 0 0,-1 0 0,0 0 0,0 0 0,0 0 0,1 0 0,-1-1 0,1 1 0,-1 0 0,1-1 0,-2-2-1,0-1-641,1 0 0,0-1 0,0 1 0,1 0 0,-1-1 0,1-5 0,0 10 750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3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700 1 13958,'0'0'5731,"178"187"-3858,-138-60-977,-16 22-448,-24 14-448,-58 4-16,-75 8-160,-66-5-1440,-56-13-3235,-41-18-9875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5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87 3506,'0'0'4471,"20"-10"-4143,61-34 219,-76 42 0,-1 0 0,1 0 0,0-1 1,0 0-1,-1 0 0,0 0 0,6-6 0,-4 3 1930,-15 26-1429,-7 3-1005,-86 132 200,20-35-1342,70-95-869,8-6-2582,4-15 425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9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139 295 9092,'0'0'10864,"11"-15"-9810,36-43-299,-34 45-251,-14 20-530,0-5 73,1 24 180,-2 0 1,0-1-1,-11 45 0,8-53-173,0-1 0,-1 0 0,0 0 0,-2-1-1,1 0 1,-20 27 0,24-38-51,0-1 0,0 0 0,0 1 0,-1-1 0,1 0 0,-1 0 0,0-1 0,0 1 0,-5 1 0,8-3-1,-1 0-1,1-1 1,-1 1-1,1-1 1,0 1 0,-1-1-1,1 0 1,-1 1-1,1-1 1,-1 0 0,1 0-1,-1 0 1,0 0-1,1-1 1,-1 1 0,1 0-1,0-1 1,-1 1-1,1-1 1,-1 1 0,1-1-1,0 1 1,-1-1-1,1 0 1,0 0 0,-1 0-1,1 0 1,0 0-1,0 0 1,0 0 0,0 0-1,-1-2 1,-4-10 10,1-1-1,0 1 1,1-1 0,0 0 0,2 0 0,-3-19 0,1 4-15,1 0 0,1-1 1,2 1-1,1-1 1,5-35-1,-4 54 2,0 0 0,1 1 0,0-1 0,0 1 0,1-1 0,0 1 0,1 1 0,0-1 0,1 1-1,0-1 1,1 2 0,-1-1 0,2 1 0,-1 0 0,1 0 0,0 1 0,12-8 0,-12 11-10,0 1 0,0 0 0,0 0 0,0 1 0,0 0 0,0 0 0,1 1-1,-1 1 1,1-1 0,-1 1 0,12 1 0,-3-1-8,-9 1 10,1 0-1,-1 0 1,0 0 0,0 1 0,0 0 0,-1 1 0,1-1 0,0 1-1,-1 1 1,0 0 0,0 0 0,7 5 0,-6-3-7,0 1 0,0 0 0,0 0 0,-1 1 1,0-1-1,-1 2 0,0-1 0,0 1 0,5 10 0,-9-15-37,-1 0-1,1 0 1,-1 0-1,1 0 1,-1 1 0,-1-1-1,1 0 1,-1 1-1,1-1 1,-2 7-1,1-9 11,0 0 0,0 0 0,-1 0-1,1 0 1,-1 0 0,1 0 0,-1 0-1,0 0 1,0 0 0,0 0 0,0 0 0,0 0-1,0-1 1,-1 1 0,1 0 0,0-1 0,-1 1-1,0-1 1,1 0 0,-1 1 0,0-1-1,-2 1 1,-7 3 6,1-2-1,-1 1 1,0-1-1,0-1 0,0 0 1,-17 1-1,-69-4-1251,87 1 1008,9 0 173,-1 0 1,1 0-1,-1 0 0,1 0 0,-1 0 0,1 0 0,-1 0 0,1-1 0,-1 1 0,1-1 0,-1 1 0,1-1 0,0 0 0,-1 1 0,1-1 0,0 0 0,-3-2 0,3 1-184,0 0-1,1 0 1,-1 0-1,0 0 1,1 0-1,-1 0 1,1 0-1,0 0 1,0 0-1,0-1 1,0-3-1,0-37-6384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49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3650,'0'0'10869,"-145"164"-9189,139-113-1039,6 10-369,0-7-256,33-5-16,15-10-512,7-12-1585,5-24-2642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50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11333,'0'0'3845,"-19"26"-2704,-64 86-642,68-95-429,0-1 0,-1-1 0,0-1 0,-32 22 0,33-27-41,1 2 1,1 0-1,-14 14 0,26-24-29,0 0-1,-1 0 0,1 1 0,0-1 1,0 0-1,0 1 0,1-1 0,-1 1 1,0-1-1,0 1 0,1 0 0,-2 2 1,2-3-2,0-1-1,0 1 1,1-1 0,-1 1 0,0-1 0,0 1 0,0-1 0,0 1 0,0-1 0,1 0-1,-1 1 1,0-1 0,0 1 0,1-1 0,-1 0 0,0 1 0,1-1 0,-1 0-1,0 1 1,1-1 0,-1 0 0,0 1 0,1-1 0,-1 0 0,1 0 0,-1 1 0,1-1-1,0 0 1,4 1 0,0 0-1,1 0 0,-1-1 1,1 1-1,10-2 1,-6 1 78,15 0-17,-1-2 0,1 0 1,-1-1-1,1-2 1,-1 0-1,27-11 1,-16 4-72,-19 8-25,1-1 0,-1-1 1,-1-1-1,1 0 0,-1-1 0,0-1 0,15-12 0,-28 20-234,0-1-1,0 0 1,0-1-1,0 1 1,0 0-1,0 0 1,-1-1 0,1 1-1,0-4 1,4-12-4667,-5 16 2711,-1 3 994,0 55 1916,-3 148 5069,3-201-5701,0-1-29,0 0-1,0 0 1,0 0 0,0 0-1,0 0 1,0 0-1,-1 0 1,1 0 0,-1 0-1,1 0 1,-1-1 0,0 1-1,0 0 1,0 0-1,0-1 1,0 1 0,-2 2-1,-2-3-1253,2-9-4120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6:50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 7732,'0'0'7427,"-6"157"-6675,-15-54-63,-18 30-689,-22 9-1569,-30-2-6195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7:30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96 467 3009,'0'0'5787,"-16"-15"-5376,-46-44 219,45 46 6273,16 13-6823,3 7-511,-2 2 723,0 1-1,1-1 1,0 1 0,0-1 0,1 0 0,0 0-1,6 15 1,-4-13-100,1-1-1,1 0 1,12 19 0,-15-26-142,-1 0 0,1-1 1,-1 1-1,1-1 0,0 1 1,0-1-1,0 0 0,0 0 1,1 0-1,-1-1 0,0 1 1,1-1-1,-1 0 0,1 0 1,0 0-1,6 1 0,5-1 196,-1-1-1,1 0 1,0-1 0,0 0-1,0-1 1,-1-1-1,1 0 1,19-8 0,7-6 302,58-33 1,-68 33-399,419-212 1201,15 39-613,-455 187-729,15-7-6,0 2-1,1 1 1,-1 2-1,1 0 0,44-2 1,-70 21-126,-2 50-627,0-32-2139,2 1 1,6 56 0,-5-85 2105,0 0 0,0 0 0,0 0 0,1 0 0,0 0 0,-1-1 0,5 7 0,-3-6-849,0 0-1,1 0 1,-1-1 0,1 0-1,4 4 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7:33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67 544 4290,'0'0'3615,"-1"-18"-2889,-1-9-453,-1-71 1505,3 94-1482,-1-1 0,1 0 0,-1 1 0,0-1-1,0 1 1,-1-1 0,1 1 0,-1 0 0,0 0 0,-2-5 0,2 7-60,1 0 1,0 0 0,0 0-1,-1 0 1,1 1 0,-1-1 0,0 0-1,1 1 1,-1-1 0,0 1 0,0 0-1,0 0 1,0 0 0,0 0 0,0 0-1,0 0 1,-1 0 0,1 1 0,0-1-1,0 1 1,-5-1 0,6 1 675,3 18 70,-2-17-936,0 1-1,0-1 1,0 1-1,0-1 0,0 1 1,1-1-1,-1 1 1,0-1-1,1 1 1,-1-1-1,1 1 1,0-1-1,-1 0 1,1 1-1,0-1 1,0 0-1,0 0 1,0 0-1,2 2 1,0 0 5,0-1 0,0 0 0,1 0 0,-1 0 1,1-1-1,-1 1 0,1-1 0,0 1 0,0-1 0,-1-1 1,1 1-1,7 0 0,51-2 324,-49 0-257,-1 0-26,0 0 1,0-1 0,0-1 0,0 0 0,-1-1 0,18-7 0,62-40 278,-42 22-240,400-208 579,-378 197-694,-70 39-59,1 1 1,-1-1-1,0 1 1,1 0-1,-1 0 1,1-1-1,-1 1 1,0 0-1,1 0 1,-1 1-1,0-1 1,1 0-1,-1 0 1,1 1-1,-1-1 1,0 0-1,2 2 1,24 12-1068,-15-7 493,0-1-362,1 0-1,0-1 1,0-1-1,0 0 1,0-1 0,1 0-1,0-1 1,21 1-1,69-1-9368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7:35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83 712 3922,'0'0'3697,"-5"-9"-3387,-18-28 194,23 36-223,-1-1-1,0 1 0,-1 0 1,1-1-1,0 1 1,0 0-1,-1 0 1,1-1-1,0 1 0,-1 0 1,1 0-1,-1 1 1,1-1-1,-1 0 1,0 0-1,-1 0 0,2 1-43,0 0 0,0 0 0,1-1 0,-1 1 1,0 0-1,0 0 0,1 0 0,-1 0 0,0 0 0,0 0 0,0 0 0,1 0 0,-1 0 0,0 1 0,0-1 0,1 0 0,-1 0 0,0 1 0,0-1 0,1 0 0,-1 1 0,0-1 0,1 1 0,-2 0 0,0 5-102,0 1 0,0-1 0,0 1 0,1 0 0,0-1 0,1 1 0,-1 0 0,1-1 0,1 10 0,-1-2 105,0 9 33,-1-11-91,1 0-1,1 0 1,2 19 0,-2-27-151,0-1 1,0 0-1,0 0 0,0 1 0,0-1 1,1 0-1,-1 0 0,1 0 1,0 0-1,0-1 0,0 1 1,1 0-1,-1-1 0,0 1 1,1-1-1,0 0 0,3 3 1,1-2 32,0 1 1,0-1 0,1-1 0,-1 1-1,0-1 1,1-1 0,-1 1 0,1-1 0,0-1-1,7 1 1,-2-1 31,0-1 0,-1 0 0,1-1 0,-1-1 0,23-6 0,-12-1 80,0-1 0,40-26 0,266-192 1033,-174 116-817,509-313 977,-643 415-1356,-3 0 2,0 2 1,1 0-1,36-11 0,-29 17-20,-25 3 2,-1 0-1,1 0 1,-1 0-1,1 0 1,-1 0 0,1 0-1,-1 0 1,1 0-1,-1 1 1,0-1-1,1 0 1,-1 0 0,1 0-1,-1 1 1,0-1-1,1 0 1,-1 0-1,0 1 1,1-1 0,-1 0-1,0 1 1,1-1-1,-1 0 1,0 1 0,0-1-1,1 1 1,-1-1-1,0 0 1,0 1-1,0-1 1,1 1 0,-1-1-1,0 1 1,0-1-1,0 1 1,0-1-1,0 0 1,0 1 0,0-1-1,0 1 1,0-1-1,0 1 1,0-1 0,-1 1-1,1-1 1,0 1-1,0-1 1,-1 1-1,1 8-28,-1 9 28,0 0-1,-2 0 1,0 1-1,-7 20 1,-28 75-138,-1 2-796,23-44-1511,3 1 1,-4 98-1,16-156 1821,-8 95-5209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7:3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46 528 6723,'0'0'5309,"-8"-27"-4322,-22-82-416,22 78 348,9 25 954,8 27 1143,-6-15-3331,64 103 2952,-33-56-1771,-2-3-411,1-2-1,3 0 0,50 51 0,-79-92-421,1-1-1,1 1 1,-1-1-1,1-1 1,0 0 0,0 0-1,1-1 1,-1 0-1,1 0 1,0-1-1,0 0 1,0-1 0,0-1-1,1 1 1,-1-1-1,1-1 1,-1 0-1,0-1 1,1 0 0,-1 0-1,0-1 1,0 0-1,16-6 1,-8 1 51,-1-1 0,0-1 0,0-1 0,19-13 0,64-56 247,-84 66-287,152-131 405,89-70 225,-204 173-558,35-29 82,180-108 0,-255 171-194,1 0 0,0 2-1,1 0 1,-1 0-1,1 1 1,0 1 0,-1 0-1,2 1 1,-1 1 0,24 1-1,-34 0-5,92 4-34,-85-2 32,0 0 0,0 0 1,0 2-1,-1-1 1,0 1-1,13 7 0,-12-5-5,-1 1-1,0 0 0,0 0 0,-1 1 0,0 1 0,0 0 1,8 11-1,-12-13-23,0 0 0,-1 1 0,0-1 0,-1 1 0,0 1 0,0-1 0,-1 1 0,0-1 0,0 1-1,-1 0 1,2 12 0,-1 5-527,-1 1 0,-2-1 0,0 0 0,-9 53-1,5-60-457,0 0-1,-2-1 1,0 0-1,-1 0 1,0 0-1,-2-1 1,-16 26-1,-36 32-7730,61-74 8710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27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55 6371,'0'0'3628,"-6"0"-3356,-21 0-16,21 0 5603,7 0-5251,241-2 2612,116-20-2822,-319 16-374,12 0-29,-74 6 603,-28 0-406,-53 6 0,-38 10-168,-117 19 85,251-32-109,26-2-24,17-1 98,13 0-7,96-10 0,-11-13-67,-129 22 2,-3 1 1,0 0 0,0 0 0,0 0 0,1 0-1,-1 0 1,0 0 0,0-1 0,0 1 0,0 0-1,0-1 1,0 1 0,0-1 0,0 1 0,0-1 0,0 1-1,0-1 1,0 0 0,0 1 0,-1-1 0,2-1-1,-6 0-4,-130 0-18,70 3 40,-152 13-12,199-12-19,16-2 5,3 0 2,26-2 57,-1-2-14,47-12 0,-7 1-21,-48 9-11,-16 5-7,1 0-1,0 0 0,0 0 1,-1 0-1,1 1 1,0-1-1,4 1 0,-7 0 28,-7 1-3,1-1 0,0 1-1,-1-1 1,1 0 0,-8-1 0,-6 0 4,2 2-22,0 1-1,0 0 1,-22 8 0,2-2-8,53-8 33,9 0 59,43-5 0,-47 0-65,-16 3-22,0 0-1,1 1 0,-1 0 1,11 0-1,-15 1 70,-11 0 184,-101 0 230,111 10-563,0-9 47,0 0 0,0-1 0,0 1 0,0-1 0,0 1 0,-1 0 1,1-1-1,0 1 0,0-1 0,0 1 0,0-1 0,0 1 0,-1-1 1,1 1-1,0 0 0,-1-1 0,1 0 0,0 1 0,-1-1 0,1 1 0,-1-1 1,1 1-1,0-1 0,-1 0 0,1 1 0,-1-1 0,1 0 0,-1 1 0,1-1 1,-2 0-1,-23 2-3205,17-2 1876,-61 0-12674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35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2097,'0'0'576,"197"194"497,-70-104-737,10-2-112,2-6-48,-6-9-16,-6-10-160,-6-11-128,-9-19-864,-18-21-1938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37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23 576,'0'0'6579,"-8"-3"-5856,-41-15 99,46 18-738,0-1-1,-1 1 1,1-1-1,0 1 1,0 0 0,-1 1-1,1-1 1,0 0 0,0 1-1,-1 0 1,1 0-1,0 0 1,0 0 0,0 0-1,0 1 1,0-1-1,-4 4 1,-7 4 339,1 1 0,-15 14-1,13-11-44,7-7-225,3-2-16,0 0 1,-1 0 0,1 1-1,1 0 1,-1 0-1,1 0 1,-6 9 0,10-14-129,0 0 1,0 1-1,0-1 1,0 0 0,0 0-1,0 1 1,0-1-1,0 0 1,0 0 0,1 1-1,-1-1 1,0 0 0,0 0-1,0 1 1,0-1-1,0 0 1,1 0 0,-1 0-1,0 1 1,0-1-1,0 0 1,1 0 0,-1 0-1,0 1 1,0-1-1,0 0 1,1 0 0,-1 0-1,0 0 1,0 0-1,1 0 1,-1 0 0,0 0-1,0 0 1,1 1-1,-1-1 1,0 0 0,1 0-1,-1 0 1,0-1-1,0 1 1,1 0 0,-1 0-1,0 0 1,1 0-1,23 0 118,-13 0-20,87-1 297,106-13 0,-49-11-137,-153 25-251,-1 0-10,-1 0-1,0 0 1,1 0 0,-1 0 0,1 0 0,-1 0 0,1 0 0,-1 0 0,0 0 0,1 0 0,-1 0 0,1 0 0,-1 0 0,1 0 0,-1 0 0,0-1 0,1 1 0,-1 0 0,0 0 0,1 0 0,-1-1 0,0 1 0,1 0 0,-1-1 0,0 1 0,1 0 0,-1-1 0,0 1 0,0 0 0,1-1 0,-1 1 0,0 0 0,0-1 0,0 1 0,0-1 0,0 1 0,1-1 0,-1 0 279,-1 1 51,-17 1-122,0 1 1,0 0-1,-33 10 0,5-2 378,43-9 502,8-1-980,80-3 533,-40 1-1355,-3 1-3915,-64 1-2346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3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5891,'0'0'6440,"4"-9"-6147,-3 5-274,1 1-1,0-1 1,0 0-1,0 1 1,1-1-1,-1 1 1,1 0-1,0 0 0,0 0 1,0 0-1,0 0 1,1 1-1,-1-1 1,1 1-1,-1 0 1,1 0-1,0 0 0,0 1 1,0-1-1,0 1 1,0 0-1,8-1 1,312-49 1237,-225 47-882,-118 6-243,0 0 0,0 1 0,-30 10 0,-18 3 46,53-14-127,11-2-17,0 0 0,0 1 0,0-1 0,0 1 0,0 0 0,-6 2 0,8-2-39,0-1 1,1 1 0,-1 0-1,0 0 1,0-1 0,1 1-1,-1 0 1,0 0 0,1 0-1,-1 0 1,1 0 0,-1 0-1,1 0 1,-1 0 0,1 0-1,0 0 1,0 0-1,-1 0 1,1 0 0,0 0-1,0 0 1,0 0 0,0 2-1,0-2-38,0 0-1,0 1 1,1-1-1,-1 0 1,0 0-1,0 0 0,0 1 1,1-1-1,-1 0 1,1 0-1,-1 0 1,1 0-1,-1 0 0,1 0 1,0 0-1,-1 0 1,3 2-1,-1-1-175,1 0 0,-1-1 0,1 1-1,0-1 1,-1 0 0,1 1 0,4 0 0,38 10-5322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38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6483,'0'0'5218,"136"-78"-5218,-88 78-16,4 0-112,-13 0-1408,-2 0-2178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39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5859,'0'0'960,"200"-36"-1488,-139 33-4338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3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7299,'0'0'4434,"194"0"-4434,-143 9-400,-14-6-3730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5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98 165 5074,'0'0'5365,"9"-25"-4802,28-77 46,-28 79-953,-4 10 3902,-9 12 361,-3 2-3524,-100-1 195,106 0-568,-1 0 0,0 0-1,1 0 1,-1 1 0,1-1 0,-1 1 0,0-1 0,1 1-1,-1-1 1,1 1 0,0 0 0,-1 0 0,1 0-1,0 0 1,-1 0 0,-1 2 688,12-2-3498,-9 0 2375,0 0 0,0-1 0,0 1 0,0 0-1,1 0 1,-1-1 0,0 1 0,0 0 0,-1 0 0,1-1-1,0 1 1,0 0 0,0 0 0,0-1 0,-1 1 0,1 0 0,0-1-1,-1 1 1,1 0 0,0-1 0,-1 2 0,-17 7-6769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57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5250,'0'0'0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09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2129 190 6083,'0'0'7075,"-26"-18"-6619,-80-57 40,102 71-424,0 1 0,-1 1 0,1-1 0,-1 1 0,1 0-1,-1 0 1,0 0 0,0 0 0,1 1 0,-1 0 0,0 0-1,0 0 1,-9 1 0,-3-1 200,-242-6 2416,183 7-1998,-447 1 2578,461 2-3024,1 2 0,0 3 0,-88 24 0,62-7 161,-143 62-1,203-74-337,1 1 0,0 0 0,1 2 0,1 1 0,1 2 0,0 0 0,1 1 0,1 1 0,1 1 0,1 0 0,1 2 1,2 0-1,0 1 0,-21 46 0,27-52-38,2 1 0,0 1 0,1-1 0,2 1 0,0 1 0,1-1 0,0 1 0,1 41 0,3-46-17,-1-2 0,1 1 0,1 0 0,0 0 0,1-1 0,1 1 0,8 27 0,-1-17 3,2-1 0,0-1 0,1 0 0,2-1 0,0 0 0,2-1 0,0-1 0,2 0 0,0-1 0,1-2 0,1 0 0,0-1 0,2-1 0,0-1 0,42 21 0,-14-14 11,0-2 0,2-2 0,98 19 0,-76-25 10,1-3 1,94-2 0,-124-7-27,187-5 30,-191 1-31,-1-2 1,1-1-1,60-19 1,-65 12 1,-2 0 0,0-3-1,0-1 1,-2-1 0,41-31 0,-1-8-16,66-68 1,-61 48-8,-3-4 1,81-115-1,-134 166 23,-2-2 0,-1 0-1,-1-2 1,20-55 0,-31 69-11,-1-1 0,0 0 1,-2 1-1,0-2 0,-2 1 0,0 0 0,-2-1 1,0 1-1,-5-29 0,3 44 0,1-1 0,-2 1 0,1 0 0,-1 0 0,0 0 0,0 0 0,-1 1 0,0-1 0,0 1 0,-7-8 0,3 4 2,-1 1 0,-1 0 0,0 1 0,0 0 0,-18-11-1,6 7-2,-1 0 0,0 2-1,-1 1 1,0 1-1,-44-10 1,7 10-11,-1 3 0,-94 3 0,137 2 8,-41 1-114,-81 11 1,-197 69-2488,189-40-315,-119 26-5703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1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3073,'0'0'2065,"73"-109"-1648,-73 106-417,0 0-2241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2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6515,'0'0'8233,"5"-24"-7841,15-69-218,-17 87-147,-1 6-7,0 15 7,-1 28 51,-1 583 1875,0-677-1699,-1-18 8,11-95 1,-7 142-239,1 1 0,1 1 0,0-1 0,1 1 0,2 0 0,0 0 0,1 1 0,1 0 0,12-18 0,-16 29-27,1 0 1,-1 0 0,1 1 0,1 0-1,-1 1 1,1-1 0,0 1-1,1 1 1,-1 0 0,1 0-1,0 1 1,14-6 0,-9 6-8,-1 1 0,1 0 0,0 1 0,-1 0 0,1 1 0,0 1 0,0 0 0,19 3 0,-26-2 3,-1 1-1,0 0 1,1 0 0,-1 0 0,0 1 0,0 0 0,-1 0 0,1 0-1,0 1 1,-1 0 0,0 0 0,0 0 0,0 1 0,-1 0-1,1 0 1,-1 0 0,4 6 0,5 10 2,-1 0 0,-1 0-1,11 30 1,-16-36 21,-1-1 1,-1 1-1,0 1 0,2 26 0,-2 62-2333,-4-95 1816,0-5-156,0 0 1,-1 0-1,1 0 1,-1-1-1,1 1 0,-1 0 1,-2 4-1,0 0-2846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23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40 118 9252,'0'0'3551,"3"6"-3425,32 64-25,92 192 710,-102-208-594,33 82 144,-52-119-324,0 1 0,-2 0 0,0 0 0,-1 0 0,1 32 0,-3-45-31,-1-4-5,0-1-1,0 1 1,1-1 0,-1 1-1,0-1 1,0 0 0,0 1-1,0-1 1,0 1 0,0-1-1,0 1 1,0-1 0,0 1-1,0-1 1,0 0 0,0 1-1,-1-1 1,1 1 0,0-1-1,0 1 1,0-1-1,-1 0 1,1 1 0,0-1-1,0 1 1,-1-1 0,1 0-1,0 1 1,-1-1 0,1 0-1,0 0 1,-1 1 0,1-1-1,0 0 1,-1 0 0,1 1-1,-1-1 1,1 0 0,-1 0-1,1 0 1,0 0 0,-1 0-1,1 0 1,-1 0 0,1 0-1,-1 0 1,1 0 0,-1 0-1,1 0 1,0 0 0,-2 0-1,-6 0 9,0-1 0,0 0 0,-1 0 0,1-1-1,0 0 1,0 0 0,1-1 0,-1 0-1,0-1 1,-12-7 0,8 3-13,1 0 0,0-1 0,1 0 0,0-1 0,0 0 0,-8-12 0,3 1 7,1 0-1,1-2 1,1 1 0,1-2 0,0 1 0,-12-47-1,16 41 12,2-1 0,0 1-1,3-1 1,0 0 0,1-1-1,2 1 1,6-36 0,-5 58 25,1 0 0,-1-1 1,1 1-1,1 0 0,0 0 1,0 1-1,0-1 0,1 1 1,0 0-1,0 0 0,1 1 1,0-1-1,0 1 0,1 0 1,0 1-1,0 0 0,10-6 1,3 0 23,0 0 0,0 2 0,1 0 0,1 1 0,31-6 0,-6 4-43,0 3 0,0 2 0,0 1 0,0 3 0,65 6 0,-104-4-25,-1 0 1,0 1 0,0-1-1,0 1 1,-1 1 0,1-1-1,0 1 1,-1 1 0,0-1-1,1 1 1,-1 0 0,-1 0-1,11 9 1,-13-9-19,1 0 0,-1 1 0,0-1 0,0 1 0,0-1 0,-1 1 1,1 0-1,-1 0 0,0 0 0,-1 0 0,1 0 0,-1 1 0,0-1 0,0 0 0,-1 1 0,1-1 0,-1 1 0,-1 7 0,0-8 32,0-1-1,0 1 0,-1 0 0,1-1 0,-1 0 1,0 1-1,0-1 0,0 0 0,-1 0 0,1 0 1,-1 0-1,0-1 0,0 1 0,0-1 0,-1 0 0,-3 4 1,-7 3 72,0 0-1,-31 15 1,39-22-78,-29 13 31,-1-1-1,-1-2 1,0-1 0,0-2 0,-1-2 0,-54 6 0,43-11-323,37-3-1205,35-3-1360,31-5-3293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23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120 146 7844,'0'0'2972,"-4"8"-2844,0 0-93,1-1 1,0 1-1,0 0 1,1-1 0,0 1-1,1 0 1,0 1-1,-1 7 1,2-4-8,1-2-8,-1 0 1,-1-1-1,1 1 0,-6 19 1,6-27-17,-1 0 0,1 0 0,-1-1 0,0 1 0,0 0 1,0 0-1,0-1 0,0 1 0,0 0 0,0-1 0,-1 1 1,1-1-1,-1 1 0,1-1 0,-1 0 0,1 0 0,-1 0 1,0 0-1,0 0 0,1 0 0,-1 0 0,0 0 0,0-1 0,0 1 1,0-1-1,0 1 0,0-1 0,0 0 0,0 0 0,-2 0 1,2 0 6,1 0 0,-1 0 1,1-1-1,-1 1 1,1 0-1,-1-1 1,1 0-1,-1 1 0,1-1 1,0 0-1,-1 0 1,1 1-1,0-1 1,0 0-1,-1 0 0,1 0 1,0-1-1,0 1 1,0 0-1,0 0 1,1-1-1,-1 1 0,0 0 1,0-1-1,1 1 1,-1-1-1,1 1 1,-1-1-1,1-1 0,-2-6 31,0 0-1,1 0 0,-1-15 1,2 21-22,-1-12 55,1 5-1,-1 0 0,1 0-1,3-15 1,-3 21-69,1 1 1,0-1 0,0 1 0,1 0 0,-1-1-1,1 1 1,-1 0 0,1 0 0,0 0 0,0 0-1,1 0 1,-1 0 0,5-3 0,5-4-62,1 1 1,-1 1 0,1 1 0,1-1 0,0 2-1,0 0 1,0 1 0,23-6 0,127-17-2715,-132 24 1821,37-4-1544,34-4-53,-96 10 6201,-17 6-407,3-1-3839,-2 2 876,1 1 0,0 0-1,0 0 1,1 1 0,0 0 0,-11 14 0,14-17-193,1 1 1,0 0 0,0 0-1,1 0 1,-1 0 0,1 1 0,0-1-1,0 1 1,1-1 0,0 1-1,0-1 1,-1 11 0,3-15-87,-1-1 0,1 1 0,-1-1 0,1 1 0,-1-1 0,1 0 0,-1 1 0,1-1 0,-1 0 0,1 1 0,0-1 0,-1 0 1,1 0-1,-1 1 0,1-1 0,0 0 0,-1 0 0,1 0 0,0 0 0,-1 0 0,1 0 0,0 0 0,-1 0 0,1 0 0,0-1 0,19-1 317,-19 2-291,0-1 1,0 0-1,0 0 0,0 0 1,0 1-1,0-1 1,0 0-1,0-1 0,0 1 1,0 0-1,0 0 0,-1 0 1,1 0-1,0 0 0,-1-1 1,1 1-1,-1 0 0,1-1 1,-1 1-1,0 0 1,1-2-1,1-31 424,-2 31-399,0-12 150,0 2 98,0 1 0,-1-1 0,-4-24 0,5 34-268,0 2-274,2 2-66,0-1-1,0 0 1,0 1 0,1-1 0,-1 0-1,0 0 1,0-1 0,0 1 0,4-1-1,1-1-422,30-8-2833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24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8052,'0'0'4652,"1"12"-4521,19 105 824,9 71-58,-26-164-859,1 24 4,14 64 0,-17-110-2,2-49 861,-3 37-819,0-1 0,1 0 0,1 0 0,0 0 1,0 1-1,4-11 0,-2 11-45,0 0 0,1 1 0,-1 0 1,2 0-1,-1 0 0,2 1 0,-1 0 0,14-13 1,-14 15-49,1 1 0,1 0 0,-1 0 0,1 1 1,-1 0-1,1 0 0,0 1 0,1 0 0,-1 0 1,15-2-1,2 2-7,1 0 1,41 2-1,-45 1 18,-17 0-4,-1 0 1,0 1 0,0-1-1,0 1 1,0 0 0,0 0-1,0 0 1,0 0 0,0 1 0,7 3-1,-9-3-2,0-1 0,0 1 0,0 0 0,0 0 0,0-1 1,-1 1-1,1 0 0,0 1 0,-1-1 0,0 0 0,1 0 0,-1 1 0,0-1 0,0 1 0,0-1 0,-1 1 0,1-1 0,0 6 0,0-6 3,-1 1 0,0 0 0,1-1 0,-1 1 1,0-1-1,0 1 0,-1 0 0,1-1 0,-1 1 0,1-1 0,-1 1 0,0-1 0,0 1 0,0-1 0,0 1 0,0-1 0,0 0 1,-1 0-1,1 1 0,-1-1 0,-2 2 0,-2 0 12,0 0 0,0 0 0,-1 0 1,0 0-1,1-1 0,-11 3 0,13-5-1,-57 18 120,28-8-2626,72-16-2308,16-10-746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24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6451,'0'0'5154,"-23"2"-4700,-70 9-217,91-10-230,1-1 0,-1 0 0,0 0 0,1 1-1,-1-1 1,1 1 0,0-1 0,-1 1 0,1 0 0,-1 0-1,1 0 1,0-1 0,0 1 0,-1 0 0,1 0 0,-2 3 0,3-3-4,0 0 0,-1 0 0,1 0 0,0 0 0,0-1 0,-1 1 0,1 1 0,0-1 0,0 0 0,0 0 0,0 0 0,0 0 0,1 0 0,-1 1 0,1 4 6,-1-4-3,0 0-1,0 0 1,1 0 0,-1-1-1,0 1 1,1 0-1,-1 0 1,1-1 0,0 1-1,0 0 1,0-1 0,0 1-1,0-1 1,0 1 0,0-1-1,0 1 1,0-1-1,1 0 1,-1 1 0,1-1-1,-1 0 1,1 0 0,-1 0-1,1 0 1,-1-1 0,1 1-1,0 0 1,0-1-1,-1 1 1,1-1 0,3 1-1,7 1 59,0-1 0,0 0 0,24-1 0,-16-1-14,-18 1-51,0 0 1,0 0 0,0 0 0,0 0 0,0-1-1,0 1 1,0-1 0,0 0 0,0 1 0,0-1-1,0 0 1,0 0 0,0 0 0,-1 0 0,1 0-1,2-3 1,-1 1 310,-1 0 1,0 0-1,0 0 0,0 0 0,0 0 0,0-1 0,-1 1 0,3-8 1,-3 11-251,-1-1 1,1 1 0,-1-1-1,1 1 1,-1-1 0,1 1-1,0-1 1,-1 1 0,1-1-1,0 1 1,-1 0 0,1 0-1,0-1 1,0 1 0,-1 0-1,1 0 1,0 0 0,0 0 0,-1 0-1,1 0 1,1 0 0,-2 0-121,1-1 0,-1 1 1,1 0-1,-1 0 0,1 0 1,-1 0-1,1 0 0,-1 0 1,1 1-1,-1-1 1,1 0-1,-1 0 0,1 0 1,-1 0-1,1 0 0,-1 1 1,1-1-1,-1 0 0,0 0 1,1 1-1,-1-1 1,1 0-1,-1 1 0,0-1 1,1 1-1,-1-1 0,0 0 1,0 1-1,1-1 0,-1 1 1,0-1-1,0 1 0,0-1 1,1 1-1,-2 12-4262,-4-3-2822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24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1 430 10933,'0'0'2609,"178"-218"-1344,4 161-17,48 8-431,46 16-305,14 9-288,-2 9-176,-28 8-48,-54 4-352,-61-6-2337,-66-6-3938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2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1 210 9796,'0'0'5278,"18"18"-4881,-7-7-307,2 2 24,0-1 1,-1 2-1,-1 0 0,0 0 0,-1 1 0,-1 0 1,0 1-1,12 31 0,-2 11 89,-8-22-163,1 1 0,2-2 0,29 55 0,-42-90-39,-1 0 0,0 0 0,0 0 0,1 0 0,-1 0 0,0-1 1,0 1-1,1 0 0,-1 0 0,0 0 0,0-1 0,0 1 0,1 0 0,-1 0 1,0 0-1,0-1 0,0 1 0,0 0 0,0-1 0,0 1 0,1 0 0,-1 0 1,0-1-1,0 1 0,0 0 0,0-1 0,0 1 0,0 0 0,0 0 0,0-1 0,0 1 1,0 0-1,-1-1 0,1 1 0,0 0 0,0 0 0,0-1 0,1-20 34,-3-61 43,0 30-34,2 1-1,11-77 0,-10 116-9,2 1-1,0 0 1,0-1-1,1 1 1,1 1-1,-1-1 1,2 1-1,-1-1 1,10-11-1,-12 18-8,1 0 0,-1 1 0,1-1-1,0 1 1,0 0 0,0 0-1,0 0 1,0 0 0,1 1 0,-1-1-1,1 1 1,0 1 0,0-1-1,-1 0 1,1 1 0,0 0 0,0 0-1,0 1 1,0 0 0,1-1 0,-1 2-1,0-1 1,9 2 0,-7 0-27,-1-1-1,0 1 1,0 1 0,1-1 0,-1 1 0,0 0 0,-1 1-1,1-1 1,-1 1 0,7 6 0,5 5-1,23 30 0,28 45 16,16 19-541,-80-105 300,1 0-1,-1 0 1,1 0 0,0-1-1,0 0 1,0 0-1,1 0 1,-1 0-1,1-1 1,-1 0-1,12 3 1,-13-4-71,1 0 1,-1-1-1,1 1 1,-1-1-1,1 0 0,-1 0 1,1-1-1,-1 1 1,1-1-1,-1 0 1,0 0-1,1-1 1,-1 1-1,0-1 0,0 0 1,0 0-1,4-3 1,0-2-115,0 0 0,0-1 0,-1 1 0,-1-1 0,1-1 0,-1 1 1,0-1-1,5-13 0,34-82-521,29-136 5010,-69 203-205,-5 35-2548,-12 10-450,5 1-824,0 0 1,0 1-1,0-1 1,1 2 0,1-1-1,-9 22 1,11-24-41,1 0 1,-1 1-1,2-1 0,-1 1 1,1-1-1,0 1 1,1-1-1,0 1 1,1 0-1,2 15 1,-3-23-9,1 1-1,-1-1 1,1 1 0,0-1 0,-1 0 0,1 0 0,0 1-1,0-1 1,0 0 0,0 0 0,0 0 0,0 0 0,0 0-1,0 0 1,0 0 0,0-1 0,1 1 0,-1 0-1,0 0 1,1-1 0,-1 1 0,0-1 0,1 0 0,-1 1-1,3-1 1,4 1 14,0 0-1,0 0 0,12-2 0,-7 1 20,60-12 134,-72 12-170,0 0 0,1 0 1,-1 0-1,0 1 0,0-1 1,0 0-1,0 1 0,0-1 1,0 1-1,0-1 0,0 1 1,0 0-1,0-1 0,-1 1 0,1 0 1,0 0-1,0-1 0,-1 1 1,1 0-1,0 0 0,-1 0 1,1 0-1,0 1 0,10 30 5,-7-22 0,73 182 306,-11-32-242,-62-149-70,0 0-1,-1 1 0,0-1 0,1 23 0,-4-31 0,1-1 0,-1 1 0,0 0 0,0 0 0,-1 0 0,1 0 0,0 0 0,-1-1 0,0 1 0,0 0 1,0 0-1,0-1 0,0 1 0,0-1 0,-1 1 0,1-1 0,-1 1 0,0-1 0,1 0 0,-1 0 0,0 0 0,0 0 0,-1 0 0,1 0 0,-4 2 0,-6 0 4,-1 1 0,0-2 1,0 1-1,0-2 0,0 0 1,0 0-1,-25-1 0,36-1 7,0 0-1,0 0 0,-1 0 0,1 0 1,0-1-1,0 1 0,0 0 1,0-1-1,0 0 0,-3 0 1,4 0-6,0 0 0,0 0 0,1 0 0,-1 0 0,0 0-1,0 0 1,0-1 0,1 1 0,-1 0 0,1 0 0,-1-1 0,1 1 0,-1 0 0,1-1 0,0 1 0,0 0 0,-1-1 0,1-2 0,0-8-45,0 0-1,1 0 0,0 0 1,1 0-1,0 0 1,1 0-1,0 0 0,1 1 1,0-1-1,1 1 1,1 0-1,7-13 0,13-17-661,53-64-1,-39 59 661,3 2-1,1 2 0,3 2 1,1 2-1,100-60 0,-145 96 177,0 0 0,0 0-1,0 1 1,0 0-1,0-1 1,0 1 0,0 0-1,0 1 1,0-1 0,0 0-1,1 1 1,5 0 0,-7 0-123,0 1 0,-1-1 1,1 1-1,0-1 1,-1 1-1,1 0 1,0-1-1,-1 1 1,1 0-1,-1 0 1,1 0-1,-1 1 1,1-1-1,-1 0 0,0 0 1,0 1-1,0-1 1,0 1-1,0-1 1,0 1-1,0-1 1,1 4-1,4 8-3,-1 2-1,0-1 1,-1 0-1,-1 1 1,3 26-1,-2 78 3,-4-117-6,0 5 3,0 1 1,0-1-1,-1 0 1,-1 1-1,1-1 1,-1 0-1,0 1 0,-1-1 1,0-1-1,-5 11 1,6-14-1,0 0 0,0 0-1,0 0 1,-1 0 0,1-1 0,-1 1 0,0-1 0,0 0 0,0 1 0,0-1-1,0 0 1,0-1 0,-1 1 0,1-1 0,-1 1 0,1-1 0,-1 0 0,1 0-1,-1-1 1,0 1 0,0-1 0,-5 0 0,7-4 50,2-13-87,1 0 0,4-27 1,-3 37-15,-1 0 1,1 1-1,1 0 1,-1-1-1,1 1 1,0 0-1,0 0 0,1 1 1,0-1-1,5-6 1,5 0-141,-1 0 0,2 1 0,-1 0-1,1 2 1,1-1 0,0 2 0,29-12 0,18-9-177,-57 26 345,19-10-32,-25 13 52,1 0 1,-1 0-1,0-1 1,1 1-1,-1 0 1,0 0-1,1 0 1,-1-1-1,0 1 1,1 0-1,-1 0 1,1 0-1,-1 0 1,0 0 0,1 0-1,-1 0 1,1 0-1,-1 0 1,0 0-1,1 0 1,-1 0-1,1 0 1,-1 0-1,0 0 1,1 0-1,-1 0 1,0 0-1,1 1 1,-1-1-1,0 0 1,1 0-1,-1 0 1,0 1-1,1-1 1,0 1-1,-1 0 3,1 1 0,0-1 1,0 0-1,-1 0 0,1 1 0,0-1 0,0 0 0,0 0 0,1 0 0,-1 0 0,0 0 0,0 0 0,1 0 0,-1-1 0,0 1 0,1 0 0,-1-1 0,0 1 0,1-1 0,-1 1 0,1-1 0,-1 0 0,3 1 0,38 4 108,-39-5-103,29 2 53,43-3 0,-63 0-47,0 0 1,-1-1 0,1-1 0,-1 0-1,0 0 1,21-10 0,-27 12 173,0-1 1,1 1-1,-1 0 1,1 0-1,-1 0 1,1 1-1,-1 0 1,1 0 0,8 2-1,11-1-56,228-1 41,-240 0-552,1-1 0,17-3 0,-54 9-4009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4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4725 460 2801,'0'0'5704,"-6"-13"-4965,-17-40-192,22 51-486,1 1 1,-1-1-1,1 1 0,-1 0 0,0-1 1,0 1-1,0 0 0,0-1 1,0 1-1,0 0 0,0 0 0,0 0 1,0 0-1,-1 0 0,1 0 0,0 0 1,-1 0-1,1 1 0,-1-1 1,1 0-1,-1 1 0,1-1 0,-1 1 1,1 0-1,-1-1 0,1 1 0,-3 0 1,-5-1 159,-37-12 898,-1 3-1,-72-7 1,49 8-140,-22 0 72,-108 3 0,-59-4-325,66-18-80,2-9 0,-190-63-1,255 67-318,-241-34 0,-135 39-250,493 28-79,-584 9 87,366-6-43,-79 6 39,288-7-88,-26 0 4,1 3-1,-1 2 1,1 1-1,-53 19 1,16 3 3,2 4 0,2 3 0,-100 66 0,149-82-5,2 0 0,1 2 0,1 0 1,-34 45-1,55-65 5,-6 8-7,0 0 1,1 0-1,1 1 1,0 0-1,0 0 1,2 0-1,-1 1 1,1-1 0,1 1-1,-2 16 1,2-2-10,1-1 0,1 1 1,2 0-1,3 28 0,1-25 15,2 0 0,1-1-1,12 29 1,2 6 4,-6-10 7,3-2 1,2 0 0,30 51 0,-35-76-16,0-1-1,2-1 1,1 0-1,1-1 1,1-2-1,0 0 1,30 22 0,-7-12 56,2-2 0,97 47 1,110 28 66,-253-105-118,54 20 37,1-3 0,95 17 1,-62-22 18,92 2 0,38-8 107,220 13 74,-89-10-99,-267-9-119,-19-2-7,93-15-1,63-23 50,-41 5-22,200-29-36,-325 55 19,-1-3-1,-1-3 1,0-1 0,0-3 0,60-32-1,-73 31 0,8-3-10,-1-2 1,-2-1-1,0-3 0,38-34 1,-60 44-9,-2-1-1,0-1 1,-2-1 0,0 0 0,-1-1-1,14-29 1,-20 32-1,-1-1 0,-1 0-1,0 0 1,-2-1 0,-1 1-1,0-1 1,-2-1 0,1-24 0,-3 21-3,2-45-4,-7-74 0,3 136 8,-1 0-1,0 0 1,-1 1 0,0-1-1,0 0 1,-1 1 0,0 0-1,0 0 1,-1 0 0,0 1-1,0-1 1,-1 1 0,0 0-1,-9-8 1,14 14 34,1 1-13,-2 0-24,1 0-24,1 0-45,-2 0 67,0 0 1,0 0-1,0 0 0,0 1 1,0-1-1,0 0 1,0 1-1,0-1 1,0 1-1,1 0 0,-1-1 1,0 1-1,0 0 1,-2 2-1,1 0 2,0 0 0,1 0 0,-1 1 0,1-1 0,-4 8 0,1-1-423,1 1 1,0 0-1,1 0 1,0 0-1,0 1 1,0 15-1,0-9-968,-3 32-3358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46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1024 246 5234,'0'0'3770,"-1"-15"-3180,-1-5-415,-1-49 1146,2 66-1136,0 0-1,1-1 1,-1 1-1,0 0 1,-1 0-1,1 0 1,0 0-1,-1 0 1,0 0-1,0 0 1,0 1-1,0-1 1,0 0-1,0 1 1,-1 0-1,1 0 1,-1-1-1,1 2 1,-1-1-1,0 0 1,-5-2-1,-7-4 176,-1 1 0,-30-10 0,11 7 128,-1 2 1,-42-5 0,-77 0 987,126 10-1286,-184 1 1453,197 4-1554,0 0-1,0 2 1,1 0-1,-1 0 1,1 1 0,0 1-1,1 1 1,-1 0-1,1 1 1,0 1-1,1 0 1,0 0-1,1 1 1,0 1-1,-11 13 1,8-8-21,-1 1 60,-21 31-1,32-40-104,0 0-1,1 0 0,0 1 0,0-1 1,1 1-1,0 0 0,-1 11 0,0 7 79,1-1 0,1 0 0,2 1 0,4 45 0,-2-60-59,1-1 0,0 0 1,1 0-1,0 0 1,1 0-1,0-1 0,0 0 1,1 0-1,9 11 1,-2-4-4,0-1 1,2 0-1,0 0 1,19 13-1,-15-14-21,2-2 0,-1 0 0,2-1 0,-1-2 0,2 0 0,-1-1 0,35 8 0,-19-8 14,-1-2 0,2-1 0,73 0 0,-66-5-31,-11 0 1,36-4 0,-60 2 0,-1 0 0,0-1 0,1-1-1,-1 0 1,0 0 0,-1-1-1,18-9 1,-18 8 8,0-1-1,-1 0 0,0 0 1,0-1-1,0 0 1,-1-1-1,0 1 0,-1-1 1,1-1-1,8-15 1,-10 13-3,0-1-1,-1 1 1,0-1 0,0 0 0,-2 0 0,1 0 0,-2-1 0,1-19 0,0 0 6,-2-83 81,-1 100-89,0-1 0,-2 1-1,0 0 1,0 0 0,-8-19 0,5 19 3,-5-15 26,-1 1 0,-2 0 0,-1 1 0,-23-34 0,35 58-9,0 1-1,-1-1 0,1 0 1,-1 1-1,0 0 0,0 0 1,0 0-1,-7-3 0,8 5 3,3 1-9,-1 0-2,-1 0 0,1 0-2,-1 0-6,1 0 16,0 0-8,-1 0-17,-1 1 1,1-1-1,-1 1 0,1 0 1,-1 0-1,1 0 1,-1 0-1,1 0 0,-1 0 1,1 1-1,0-1 1,0 1-1,0 0 0,0-1 1,0 1-1,0 0 1,1 0-1,-1 0 0,0 1 1,-1 3-1,-11 10-2,6-7-134,0 0 0,0 0 0,0 1-1,1 0 1,-8 16 0,12-18-830,-1 0-1,1 0 0,1 0 0,-4 17 1,4-1-5007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32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975 206 4354,'0'0'4311,"-2"-21"-3911,-8-68 123,10 81-193,0 1-1,0-1 0,0 1 0,2-8 0,-2 14-176,0 0 0,1 0 0,-1 0 0,0 0 0,0 0 0,0 0 0,0 0 0,0 0 0,0 0 0,0 0 0,0-1 0,0 1 0,-1 0 0,1 0 0,0 0 0,-1 0 0,1 1 0,-1-1 0,1 0 0,-2-2 0,1 2-74,-1 0 1,0 0 0,0 0-1,0 0 1,0 0 0,0 1-1,0-1 1,0 0 0,0 1-1,0 0 1,0-1 0,0 1-1,0 0 1,0 0 0,-3 0-1,-2 0 69,-113-2 1327,-85-8 942,36 3-718,141 8-1450,15-1-142,0 1 1,-1 1 0,1 1 0,0-1 0,0 2 0,0 0 0,1 1-1,0 0 1,-1 1 0,2 0 0,-1 0 0,1 2 0,0-1 0,-17 17-1,13-10-31,0 1 0,1 0 0,1 1-1,1 1 1,0 0 0,1 1 0,1 0 0,-14 35-1,-24 92 130,42-119-136,0-1 0,2 1 0,-1 49 0,4-24 104,2 54 94,0-91-229,0 0-1,2 0 1,0-1 0,0 1 0,8 17 0,-2-10-17,1 0 0,1-1 0,0-1 0,2 0 0,1 0 0,0-1 0,1-1 0,23 21 0,-18-21 4,1-1 0,1-1 0,1-1-1,0 0 1,1-2 0,46 17-1,-44-20-19,0-2-1,1 0 0,0-2 0,1-1 0,-1-1 1,36-1-1,-43-2 6,-1 0 0,1-1 0,0-1 0,-1 0 0,0-2 0,1 0 0,33-14 0,-28 8-8,-1-2-1,0-1 1,-1-1 0,-1-1 0,0 0 0,0-2 0,-2-1-1,0 0 1,-1-2 0,-1 0 0,-1-1 0,-1-1 0,-1 0-1,-1-1 1,12-25 0,-19 32 2,30-73 8,-33 77-9,0-1-1,-1 1 1,-1-1 0,0 0-1,0-19 1,-2 26-3,1-4 2,-1 1 0,0-1 0,0 1 0,-1-1 0,-1 1 0,0-1 0,0 1 0,0 0 0,-1 0-1,-7-15 1,-91-129 141,87 133-133,12 17-8,2 2-2,-1-1-1,1 1 1,-1 0-1,0 0 0,1 0 1,-1 0-1,0 0 1,0 1-1,0-1 1,0 0-1,0 0 0,1 0 1,-1 1-1,-1-1 1,1 0-1,0 1 0,0-1 1,0 1-1,0-1 1,0 1-1,0 0 0,-2-1 1,3 3-146,0-1-1,0 1 1,1-1 0,-1 0-1,0 1 1,1-1 0,-1 1-1,1-1 1,0 0 0,-1 1 0,1-1-1,0 0 1,0 0 0,0 0-1,0 0 1,1 2 0,23 29-4675,-8-14-1744,-4-10-4406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33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10 6035,'0'0'5442,"-32"0"5595,21 0-9652,11 0-1333,-1 0 0,0 0-1,1 0 1,-1 0 0,0 0 0,1 0 0,-1 0 0,0 0 0,1 0-1,-1 0 1,0-1 0,1 1 0,-1 0 0,0 0 0,1-1-1,-1 1 1,1 0 0,-1-1 0,0 1 0,1 0 0,-1-1 0,1 1-1,-1-1 1,1 1 0,-1-1 0,1 1 0,0-1 0,-1 0-1,0 0 1,-16 4-198,13 1 73,0 0 1,0 0-1,0 0 1,1 1-1,-1-1 0,1 1 1,0 0-1,0 0 1,1 0-1,-3 7 1,-8 15-534,-34 47-2371,-6-2-3159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40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639 241 4034,'0'0'3746,"14"-25"-2855,44-81-126,-53 96-541,1 2-1,1-1 0,12-13 1,-17 21-60,-1-1 1,1 1-1,-1-1 1,0 1-1,1-1 1,-1 1-1,0-1 1,0 0-1,0 1 1,0-1-1,0 0 1,-1 0-1,1 0 1,0 0-1,-1 0 1,1 0-1,-1 0 1,0 0-1,0-3 1,0 5-113,0-1 0,-1 1 0,1-1 1,0 1-1,-1-1 0,1 0 0,-1 1 1,1-1-1,0 1 0,-1 0 0,1-1 1,-1 1-1,0-1 0,1 1 0,-1 0 1,1-1-1,-1 1 0,1 0 0,-1 0 1,0 0-1,1-1 0,-1 1 0,0 0 1,1 0-1,-1 0 0,0 0 0,1 0 1,-1 0-1,0 0 0,-29 0-95,22 0 173,-47 3 16,1 3 1,-82 18 0,-53 6 736,177-29-814,62-4-57,0-2 0,63-14 0,8-2 64,-116 20-54,-4 1 50,-32 2 58,-1 1 0,2 2 1,-55 14-1,3 0-30,102-18-40,21-4-26,-13-5 73,52-22 0,-50 18-22,44-13 0,-146 31 208,-101 39-459,124-29-1247,0-3 0,-1-1 0,-55 4 0,-16-13-5510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57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7909 494 5507,'0'0'5677,"0"0"-5398,0-1 0,0 1 0,0-1 0,-1 0 0,1 1 0,0-1 1,0 1-1,0-1 0,0 1 0,0-1 0,-1 1 0,1-1 0,0 1 0,0-1 0,-1 1 1,1 0-1,0-1 0,-1 1 0,1-1 0,-1 1 0,-11-7 64,-1 2 0,0 0 0,0 0 0,-1 2 0,-25-5-1,18 4 79,1-1-1,-22-8 1,-11-6 348,-1 3 0,-80-14 0,-117-5-104,95 15-438,-487-40 360,-369 24-144,601 25-507,236 7 80,-141-6 8,-104-13-19,49 15 81,140 6-47,-42-12-68,-48-6 17,6 0 5,-60-2 7,146-9 65,134 16-16,-105-5 0,52 15-32,-117-2 27,133 6-17,-147 2 13,223 4 14,1 3 0,-86 22 0,66-13 107,57-12-136,-1 0 1,1 2-1,0 0 1,1 1-1,0 1 0,0 0 1,1 1-1,0 1 1,0 1-1,2 0 1,-1 1-1,-13 16 0,-12 18 76,3 2-1,-45 75 0,57-84-8,11-18-45,2 2-1,0-1 1,1 2 0,2-1-1,0 1 1,2 1 0,0 0-1,2-1 1,-3 42 0,3 11 22,-13 429 307,19-494-368,1 1-1,0-1 0,1 0 1,1 0-1,0 0 0,1 0 0,9 18 1,1-4 0,1-1 0,23 30 0,-20-31-1,1-2-1,1 0 1,1-1 0,1-1-1,49 35 1,-21-24 5,1-3 0,1-2-1,2-2 1,0-3 0,2-2 0,97 21 0,-34-17-31,2-5 0,235 5 1,-263-24 12,326-3-8,-2-22 34,198-19 65,354 30-189,-456 8-24,-426 3 88,554-30 104,44-34-104,-537 53 27,-26 6-31,84-11-46,-116 6 69,65-13-59,17-6 2,109-26 140,-83-4-30,-148 43-25,86-46-1,-118 55 1,0-1 0,-1-1 1,30-26-1,-41 31 1,-1 1 1,0-1-1,0-1 1,0 1-1,-1-1 1,0 0-1,-1 0 1,0-1-1,0 1 1,-1-1-1,4-14 1,0-12 38,-2-1-1,-1 1 1,-2-59 0,-8 63-37,0 11-1410,3-1-3816,3-3-1686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9:59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4786 28 7139,'0'0'8903,"-10"-5"-8327,0 0-424,5 3-67,0-1 0,-1 0 0,0 1 0,1 0-1,-1 1 1,0-1 0,0 1 0,0 0 0,0 1 0,-7-1 0,-285 13 2908,-396 19 425,311-33-2577,-438 5 556,217 41-1180,208 3 129,156-4-95,-512 16 267,722-57-481,1 2 0,0 0 0,0 2 0,0 1 0,-37 14 0,45-12-16,1 0 0,0 2 1,0 0-1,1 1 0,0 0 0,2 2 1,-26 23-1,35-27-22,0 0 1,0 0-1,1 0 1,0 1-1,1 0 1,-9 23 0,5-7 0,-12 54 0,11-13-11,3 1-1,2 136 1,6-196 8,1 1-2,0 1 1,0 0-1,2 0 1,-1-1-1,1 0 1,1 1-1,0-1 1,0 0-1,1-1 1,0 1-1,1-1 1,0 0-1,0 0 1,1-1-1,0 0 1,16 14-1,2 0 7,2-1-1,1-1 1,1-1-1,34 16 0,-19-14-7,0-3-1,68 18 1,-57-19 7,89 24 14,2-5 0,150 15 0,303-7 22,-183-43 15,-231-1-13,563-42-17,-579 28-76,69-11 25,300-70 0,-215 1 63,-303 86-30,-1-1 0,0 0 1,0-2-1,-1 0 0,-1-1 0,0-1 0,-1-1 0,0 0 0,23-27 1,-13 9 4,-1-1 1,-2-2 0,-2 0 0,19-40 0,-18 22 21,30-108-1,-46 131-28,-1 0 1,-2 0-1,-1 0 0,-1-1 0,-6-53 1,3 73-8,0 0 0,-1 0 0,0 0 0,0 1 0,-1-1-1,-1 1 1,0 0 0,0 0 0,-1 0 0,-8-9 0,2 3-58,-1 0-1,-1 1 0,0 1 1,-30-23-1,24 23-311,-1 1 0,-1 1 0,-37-16 0,-75-19-3600,98 36 2175,-54-21-4024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4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221 158 3746,'0'0'2753,"-154"-70"-2977,120 49-176,10 9 400,15-3 224,9-1-224,0-8-1777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5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9348,'0'0'8324,"3"-16"-7534,0 3-693,-3 9-83,0 0 1,1 0-1,0-1 0,0 1 0,0 0 1,1 0-1,2-4 0,-4 8-12,0-1 1,0 1-1,0 0 0,1 0 0,-1 0 1,0-1-1,0 1 0,0 0 0,1 0 0,-1 0 1,0 0-1,0 0 0,1 0 0,-1 0 1,0 0-1,1-1 0,-1 1 0,0 0 0,0 0 1,1 0-1,-1 0 0,0 0 0,0 0 1,1 0-1,-1 1 0,0-1 0,0 0 0,1 0 1,-1 0-1,0 0 0,0 0 0,1 0 1,-1 0-1,0 1 0,0-1 0,1 0 0,-1 0 1,0 0-1,0 0 0,0 1 0,1-1 1,15 26 215,119 334 2921,-82-208-2679,-49-140-437,35 105 129,-34-97-154,-1 0 0,0 0 0,-2 0 0,1 21 0,-3-41 4,0 0 0,0 0 0,0 0-1,-1 0 1,1-1 0,0 1 0,0 0 0,0 0 0,0 0-1,0 0 1,0 0 0,0 0 0,0 0 0,0 0-1,-1 0 1,1 0 0,0 0 0,0 0 0,0 0 0,0 0-1,0 0 1,0 0 0,0 0 0,-1 0 0,1 0 0,0 0-1,0 0 1,0 0 0,0 0 0,0 0 0,0 0 0,0 0-1,0 1 1,0-1 0,-1 0 0,1 0 0,0 0-1,0 0 1,0 0 0,0 0 0,0 0 0,0 0 0,0 0-1,0 0 1,0 0 0,0 1 0,0-1 0,0 0 0,-7-14 93,6 14-88,-16-41 19,2 0 0,2-1 0,2-1 1,1 0-1,2-1 0,3 1 0,1-1 0,2-50 0,2 74-28,1-1 0,0 1 0,2-1 0,0 1 1,1 0-1,8-20 0,-9 31 6,0 0-1,2 1 1,-1 0-1,1 0 1,0 0 0,0 0-1,1 1 1,0-1 0,0 2-1,1-1 1,0 1 0,0 0-1,1 0 1,0 1 0,13-7-1,-8 5-9,1 2 0,0-1-1,0 2 1,1 0 0,22-3-1,-2 4-34,44 0 0,-68 3 31,1 0 0,-1 2-1,0-1 1,1 1 0,-1 1 0,0 0-1,0 1 1,14 6 0,-8-1-7,0 0 0,-1 2 1,0 0-1,17 16 0,-2 2-10,-1 1 1,-2 2-1,-1 0 0,-1 2 1,22 39-1,-42-63 10,0-1 0,-1 2 0,0-1-1,-1 0 1,0 1 0,0 0 0,-1 0 0,-1 0 0,0 0 0,0 1-1,-1-1 1,-1 0 0,-1 20 0,0-28-42,0 0-1,0 0 1,0 0 0,0 0-1,-1 0 1,0-1 0,1 1-1,-1-1 1,0 1-1,0-1 1,0 1 0,-1-1-1,1 0 1,0 0 0,-4 2-1,5-3-263,-1 1 0,0-1 0,0 0 0,1 0-1,-1 0 1,0 0 0,0 0 0,0 0 0,0-1 0,0 1-1,0-1 1,0 1 0,-1-1 0,1 0 0,0 0-1,0 1 1,0-2 0,0 1 0,0 0 0,-1 0-1,-2-2 1,5 2-129,-1 0 0,1-1 0,0 1 0,-1 0 0,1-1-1,-1 1 1,1-1 0,0 1 0,-1-1 0,1 1 0,0-1 0,-1 1 0,1-1-1,0 1 1,0-1 0,0 1 0,0-1 0,-1-1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6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17 12774,'-25'-3'1443,"-90"-9"-514,106 11-797,0 1 0,0-1 0,-1 1 0,1 1 0,0 0 0,0 0 0,0 1 0,0 0 0,0 1 0,-12 5 0,12-3-15,0 0-1,1 1 1,-1 0-1,2 1 1,-1-1 0,1 2-1,-12 13 1,10-9-60,0 1 1,0 0 0,1 0 0,1 1 0,0 0 0,1 0-1,1 1 1,0-1 0,1 1 0,0 0 0,1 1-1,1-1 1,1 0 0,0 26 0,1-36-61,0 0 0,0 1 1,0-1-1,1 0 0,0 0 1,0 0-1,0 1 0,1-1 1,-1 0-1,1-1 0,1 1 1,-1 0-1,1-1 0,-1 1 1,1-1-1,1 0 0,-1 0 1,0 0-1,1 0 0,0 0 1,0-1-1,0 0 0,0 0 1,1 0-1,-1 0 0,1-1 1,0 1-1,5 1 0,3 0-134,0 0-1,0-1 0,1-1 0,-1 0 1,1 0-1,-1-2 0,1 1 0,0-2 1,0 0-1,22-4 0,-29 2 112,0 1 1,-1-1-1,1-1 1,-1 1-1,1-1 1,-1 0-1,-1 0 0,1-1 1,0 0-1,-1 0 1,0 0-1,0-1 1,-1 1-1,0-1 0,0 0 1,5-10-1,-2 3 65,0-2 1,-1 1-1,-1-1 0,0 0 0,-1 0 1,3-25-1,-7 20 102,0 16 55,0 0 0,0 1 1,0-1-1,1 0 0,-1 0 1,1 1-1,0-1 0,1-3 0,-2 7-164,1-1-1,-1 1 0,1 0 0,-1 0 0,1 0 0,-1 0 0,1 0 0,0 0 0,-1 0 0,1 0 0,-1 0 1,1 0-1,-1 0 0,1 0 0,-1 0 0,1 0 0,-1 0 0,1 0 0,-1 1 0,1-1 0,-1 0 0,1 0 1,-1 1-1,1-1 0,0 1 0,5 4-18,1 1 0,0 1 0,-1-1 0,0 1 0,-1 0 0,0 0 0,0 1 0,7 14 1,9 12 103,72 111 238,-76-114-177,-1 1-1,22 61 1,-34-75-115,0 0-1,-1-1 1,-1 1 0,-1 0 0,-1 28-1,0-26 42,0-15-93,0 0-1,0 0 0,0 0 0,-1 0 1,1 0-1,-1 0 0,0 0 1,-1-1-1,1 1 0,-1 0 1,0-1-1,0 1 0,0-1 1,-1 0-1,0 1 0,0-1 0,0-1 1,0 1-1,0 0 0,-1-1 1,-7 7-1,4-5 3,-1 0 0,1 0-1,-1-1 1,0 0 0,0 0 0,0-1-1,-1 0 1,-16 3 0,8-3-41,0-1 1,-1-1 0,-28-2-1,39 0-75,0 0-1,0 0 0,0 0 0,0-1 1,0 0-1,0-1 0,1 1 0,-1-1 1,1-1-1,0 1 0,0-1 0,0 0 1,1 0-1,-1-1 0,1 0 0,0 0 1,0 0-1,-4-7 0,2 2-524,0 0 0,1-1 0,0 1 0,1-1 0,0-1 0,1 1 0,0-1 0,1 0 0,-4-23 0,3-65-7660,4 99 8241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58 237 8932,'0'0'3772,"17"33"-2189,53 108-770,-64-128-738,0 0-1,5 21 1,-9 0-21,-2-22-57,0-9-1,1 1-1,-2-1 1,1 0 0,0 1 0,0-1-1,-1 0 1,0 1 0,-2 5-1,3-8 6,-1 0 0,0 0 0,0 0 0,0-1 0,0 1 0,0 0 0,-1 0 0,1 0 0,0-1 0,0 1 0,0-1 0,-1 1 0,1-1 0,0 0 0,-1 1-1,1-1 1,0 0 0,-1 0 0,1 0 0,0 0 0,-1 0 0,1 0 0,-2 0 0,-6 0 24,6 0-5,-1 1 0,1-1 1,-1 0-1,1 0 0,-1-1 1,1 1-1,-1-1 0,1 1 0,-1-1 1,1 0-1,0-1 0,-1 1 1,1-1-1,0 1 0,-4-3 1,3-1 2,0 0 0,0 0 0,0 0 0,0-1 0,1 0 0,0 1 0,-3-9 0,-14-48 46,14 34-72,2-1-1,1 0 1,1 0-1,1 0 1,2 0-1,6-39 1,-6 60-20,1 0 1,0 0-1,1 1 1,-1-1-1,1 1 0,1 0 1,0 0-1,0 0 0,0 0 1,1 1-1,0 0 1,0 0-1,0 0 0,1 0 1,0 1-1,0 0 1,0 0-1,10-5 0,1 1-515,0 0 0,1 2 0,0 0 0,0 0 0,1 2 0,26-5-1,46-3-4335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7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237 140 8468,'0'0'8780,"-28"21"-7854,-92 74-195,113-90-654,0 1 0,1 0 0,0 0 0,0 0 0,1 0 0,0 1 0,0 0 1,0 0-1,1 1 0,0-1 0,1 1 0,-5 12 0,5-11-26,0 0-30,0 0 0,0 1 0,1-1 0,1 1 0,-1-1 0,2 1-1,-1 0 1,1 0 0,1-1 0,1 12 0,-1-19-31,0 1 0,0-1-1,0 0 1,0 0 0,0 1 0,0-1 0,1 0 0,-1 0 0,1 0-1,-1-1 1,1 1 0,0 0 0,0-1 0,0 1 0,0-1 0,0 1-1,0-1 1,0 0 0,0 0 0,0 0 0,0 0 0,1 0 0,-1-1-1,1 1 1,4 0 0,6 1-183,0-1 0,0 0 0,20-2 0,-25 1 26,-3-1 124,0 0-1,0 0 1,-1 0 0,1 0 0,-1-1 0,1 1-1,-1-1 1,1 0 0,-1-1 0,0 1 0,0-1-1,0 0 1,0 0 0,-1 0 0,1 0 0,-1-1-1,0 1 1,0-1 0,0 0 0,0 0 0,-1 0-1,3-6 1,5-9-57,-2 0 1,-1-1-1,9-34 0,-14 44 225,0-1-1,-1 1 1,0-1 0,-1-18 0,0 12 1319,20 17-743,-10 4-692,1-1 0,-1 2 0,19 10 0,14 7 17,-26-16-133,1 0 0,0-1 1,-1 0-1,1-1 0,33 1 0,-49-5 102,0 0-1,-1-1 1,1 1-1,-1-1 1,1 1-1,-1-1 1,1 0-1,-1 0 1,1 0-1,-1 0 1,0 0-1,1 0 1,-1 0-1,0 0 0,0 0 1,0 0-1,0-1 1,0 1-1,0 0 1,0-1-1,-1 1 1,1-1-1,0 1 1,-1-1-1,1 1 1,-1-1-1,1 0 1,-1 1-1,0-3 0,3-9 23,-1-1 0,1-20 0,-3 23-22,3-112 726,-3 120-294,2 14-46,44 202-314,-45-205-49,-3-72 103,1 29-7,1-1-1,5-34 1,-4 60-115,1 1-1,1 0 1,0 0 0,0 1-1,7-16 1,-8 22-5,-1 0 0,1 0-1,0 1 1,-1-1 0,1 1 0,0-1 0,0 1-1,0-1 1,0 1 0,0 0 0,0 0 0,1 0-1,-1 0 1,0 0 0,0 1 0,1-1 0,-1 1-1,4-1 1,-2 1-11,0-1-1,0 1 0,0 0 0,0 0 1,0 1-1,0-1 0,0 1 1,0 0-1,0 0 0,5 2 1,-4-1 12,0 1-1,-1 0 1,1 1 0,-1-1 0,0 1 0,0-1 0,-1 1 0,1 0-1,3 6 1,27 46-6,-14-22-9,16 30-20,-36-64 39,1 0 0,-1 0 0,0 0 1,0-1-1,0 1 0,0 0 0,0 0 0,0 0 0,0 0 0,0 0 0,0 0 1,0 0-1,0-1 0,0 1 0,0 0 0,0 0 0,1 0 0,-1 0 0,0 0 1,0 0-1,0 0 0,0 0 0,0 0 0,0 0 0,0 0 0,1-1 0,-1 1 0,0 0 1,0 0-1,0 0 0,0 0 0,0 0 0,0 0 0,1 0 0,-1 0 0,0 0 1,0 0-1,0 0 0,0 0 0,0 1 0,1-1 0,-1 0 0,0 0 0,0 0 1,0 0-1,0 0 0,0 0 0,0 0 0,0 0 0,1 0 0,-1 0 0,0 0 1,0 0-1,0 1 0,0-1 0,0 0 0,0 0 0,0 0 0,1-13 98,-1 13-97,0-149 379,0 144-336,0 1 0,1 0 0,-1 0 0,1-1 0,0 1 0,0 0 0,0 0 0,1 0 0,-1 0 0,3-4-1,-2 6-29,-1 0-1,0 0 0,1 0 0,-1 0 0,1 0 1,0 1-1,0-1 0,-1 1 0,1-1 0,0 1 1,0 0-1,0 0 0,0 0 0,1 0 0,-1 0 1,0 0-1,0 1 0,1-1 0,-1 1 0,5-1 1,50 0-109,-52 2 73,-1-1 0,1 1 1,-1 0-1,1 0 1,-1 1-1,0-1 1,0 1-1,1 0 1,-1 0-1,7 5 0,27 30-1617,-34-31 882,1 0 0,0-1 0,0 0 0,1 0 0,-1 0 0,1-1 1,0 0-1,0 0 0,1 0 0,7 2 0,25 5-5173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7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15 11733,'0'0'6721,"-19"-4"-6577,11 2-137,1 0-3,-1 0 0,1 0 0,-1 1 0,1 0 0,-1 1 0,0-1 0,1 2 0,-1-1 0,1 1 0,-1 0 1,1 0-1,-1 1 0,1 0 0,0 1 0,-1-1 0,1 1 0,-8 5 0,1 1 59,0 1 0,1 0 0,0 0-1,-15 17 1,23-22-23,1 0 0,0 1 0,0-1 0,1 1 0,0 0-1,0 0 1,0 0 0,0 0 0,1 1 0,0-1 0,0 1 0,1-1-1,-1 11 1,1-10-14,1 1 0,0-1-1,0 0 1,1 0 0,0 1-1,0-1 1,0 0 0,1 0-1,0 0 1,1 0 0,5 11-1,-4-12-15,1 1 0,0-1 1,0 0-1,0 0 0,1-1 0,0 0 0,0 0 0,0 0 0,1-1 0,10 6 0,-4-3-46,1 0 0,-1-1 0,1-1 0,1 0-1,-1-1 1,1-1 0,0 0 0,0-1 0,0-1 0,26 0 0,-41-1 28,1 0 1,-1 0-1,0 0 1,0 0-1,0 0 1,0 0-1,0 0 1,0 0-1,0 0 1,1 0-1,-1 0 1,0 0-1,0 0 1,0 0-1,0 0 1,0 0-1,0 0 1,0 0-1,0 0 1,1 0-1,-1 0 1,0 0-1,0 0 1,0 0 0,0-1-1,0 1 1,0 0-1,0 0 1,0 0-1,0 0 1,0 0-1,1 0 1,-1 0-1,0 0 1,0 0-1,0-1 1,0 1-1,0 0 1,0 0-1,0 0 1,0 0-1,0 0 1,0 0-1,0 0 1,0-1-1,0 1 1,0 0-1,0 0 1,0 0-1,0 0 1,0 0-1,0 0 1,0 0-1,0-1 1,-1 1 0,1 0-1,0 0 1,0-2-149,-1-1-101,0 0-1,0 0 1,0 1-1,-1-1 1,1 0-1,-1 1 1,1-1-1,-1 1 1,0-1-1,0 1 1,0 0-1,0 0 1,0 0-1,-1 0 1,1 0-1,-1 0 1,-3-2-1,-5-4-1320,-42-33-7365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8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12 179 10965,'0'0'6734,"-3"36"-4899,0-11-1523,0-3-104,1-1 1,2 1-1,1 23 0,0-33-104,1 0-1,1 0 1,-1-1-1,2 1 1,0-1-1,0 1 1,1-1-1,0 0 0,13 17 1,45 55 417,124 126 0,-148-168-499,-38-40-21,1 2-1,1-1 1,-1 0-1,0 1 1,0-1-1,0 1 1,0-1-1,0 1 0,-1 0 1,0 0-1,2 4 1,-4-6-55,-6-5 73,6 4-19,-15-12 3,0-1 0,1-1-1,0 0 1,1-1 0,1 0-1,0-1 1,1-1 0,1 0 0,0 0-1,-13-32 1,11 19-13,2-1-1,1-1 1,1 0 0,2 0-1,-7-65 1,11 53 26,6-78 0,-3 117-13,1-1 0,-1 1 0,2 0-1,-1-1 1,0 1 0,1 0 0,0 0 0,0 0-1,1 0 1,-1 0 0,1 0 0,0 1 0,0-1-1,1 1 1,-1 0 0,1 0 0,0 0 0,5-4-1,-2 4-1,1 0-1,-1 0 0,1 1 0,-1-1 1,1 2-1,0-1 0,0 1 0,0 0 0,1 1 1,-1 0-1,11 0 0,9 0-10,-1 1 0,31 4 0,-45-2 3,-1 0 0,1 1 0,-1 1 0,0 0-1,0 0 1,23 13 0,-6 0-6,0 2 0,0 2 1,-2 0-1,47 49 0,-67-63 8,-1 1 1,0-1-1,0 1 1,-1 1-1,5 10 1,-8-15-1,0 1 1,-1 0 0,1-1 0,-1 1 0,0 0 0,0 0 0,-1 0 0,1 0 0,-1 0 0,0 0 0,-1 0 0,0 5 0,1-8 1,-1 0 1,1 0-1,-1 0 0,0 0 1,0 0-1,1 0 0,-1 0 1,-1 0-1,1-1 0,0 1 1,0 0-1,-1-1 1,1 1-1,-1-1 0,1 1 1,-1-1-1,1 0 0,-1 0 1,-2 2-1,-3 0 2,1 0 1,-1-1-1,0 1 0,-9 0 1,8-1 0,-36 7-19,0-2-1,0-2 1,-70 0 0,104-5-45,1 0 0,-1-1 0,0 0 0,0-1 0,0 1 0,-12-6 0,19 6-18,0 0 0,-1-1 0,1 1 0,0-1 0,0 0 0,1 0-1,-1-1 1,0 1 0,1 0 0,-1-1 0,1 1 0,0-1 0,0 0 0,0 0 0,0 0-1,0 0 1,0 0 0,1 0 0,0-1 0,-2-4 0,1-1-345,0 1 0,1-1 1,0 1-1,0-1 0,1 1 1,0-1-1,1 1 0,0-1 0,0 1 1,0-1-1,1 1 0,4-10 0,-1 6-39,0 1-1,1 0 0,0 0 0,0 1 0,1 0 0,1 0 1,-1 0-1,11-8 0,-6 6 212,1 0 1,1 2-1,0 0 1,0 0-1,24-11 1,-25 15 607,1 0 1,0 0-1,1 2 1,0 0-1,-1 0 1,18-1 0,-7 2 142,1 2 0,0 0 0,0 2 0,0 1 1,0 1-1,-1 1 0,0 1 0,1 2 1,31 11-1,59 40 384,-102-49-802,1 0-1,-2 1 1,1 0 0,-1 1 0,18 21 0,-29-30-87,-1 0 0,1 0 0,0 0 1,-1 1-1,0-1 0,1 1 0,-1-1 0,0 1 0,0-1 0,0 1 0,0 3 0,-1-5 8,0-1 0,0 1 0,0 0 0,0 0 0,-1 0 0,1 0-1,0 0 1,0 0 0,-1-1 0,1 1 0,-1 0 0,1 0-1,0 0 1,-1-1 0,0 1 0,1 0 0,-1-1 0,1 1-1,-1 0 1,0-1 0,1 1 0,-1-1 0,0 1 0,0-1 0,1 1-1,-1-1 1,0 0 0,0 1 0,0-1 0,0 0 0,0 0-1,1 0 1,-1 1 0,0-1 0,0 0 0,-1 0 0,-11 1 61,-1 1 0,1-2 0,0 1 1,0-2-1,0 0 0,-15-3 0,25 3-51,1 0 0,0-1 1,-1 1-1,1-1 0,0 1 0,0-1 0,0 0 0,0 0 0,0 0 0,1 0 0,-1 0 0,1 0 1,-1 0-1,1-1 0,0 1 0,-1 0 0,1-1 0,1 1 0,-1-1 0,0 0 0,1 1 0,-1-1 0,1 0 1,-1-2-1,1-4-7,-1 0 0,1-1 0,0 1 0,1 0 0,3-18 0,-1 20-66,0-1 0,1 0-1,-1 1 1,1 0 0,1 0-1,0 0 1,0 0-1,0 1 1,0 0 0,1 0-1,0 0 1,1 1 0,-1 0-1,12-7 1,-6 4-89,0 1-1,0 0 1,1 2 0,0-1-1,0 1 1,0 1 0,1 0 0,13-1-1,-7 2 90,6-1 43,29 1 0,-54 3 19,0 0 0,-1 1 1,1-1-1,-1 0 0,1 1 1,0-1-1,-1 1 1,1-1-1,-1 1 0,1-1 1,-1 1-1,1 0 0,-1-1 1,0 1-1,1 0 1,-1-1-1,0 1 0,1 0 1,-1-1-1,0 1 0,0 0 1,0 0-1,1-1 1,-1 1-1,0 0 0,0 0 1,0-1-1,0 1 0,0 0 1,-1 0-1,1-1 0,0 1 1,0 1-1,-6 27 15,1-21 40,0 0-1,-1 0 1,-10 12 0,-5 6 216,10-10-22,0 0 0,-11 23 0,19-33-216,0 0 1,1 1-1,0-1 0,0 1 1,1-1-1,-1 1 1,2 0-1,-1-1 0,1 1 1,0 9-1,0-15-31,0-1 1,0 1-1,0-1 0,1 1 1,-1 0-1,0-1 0,0 1 0,0-1 1,1 1-1,-1-1 0,0 1 1,0 0-1,1-1 0,-1 1 1,1-1-1,-1 1 0,0-1 1,1 0-1,-1 1 0,1-1 1,-1 1-1,1-1 0,-1 0 0,1 1 1,0-1-1,-1 0 0,1 0 1,-1 0-1,2 1 0,19-1 21,-12 0-6,17 0 37,-14 1-43,1 0-1,0-1 1,-1-1-1,1 0 1,-1-1-1,0 0 0,1-1 1,14-6-1,-19 6-17,-1-1 0,0 0 0,0 0 0,-1-1-1,1 0 1,-1 0 0,0-1 0,0 1 0,-1-1 0,0-1-1,0 1 1,0-1 0,-1 0 0,0 0 0,0 0 0,-1 0-1,0-1 1,0 1 0,-1-1 0,0 0 0,0 0-1,-1 0 1,0 0 0,0-13 0,0 11 15,-2 0 1,1 0-1,-1 0 0,-4-14 1,3 19 17,0 0 0,0 0 0,0 0 0,0 1 0,-1-1 0,0 1 0,0 0 0,0-1 0,-8-6 0,1 7 94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8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0 430 12086,'0'0'6226,"157"-191"-4881,-42 137-721,25 8-272,14 7-191,6 3-81,-5 8 96,-19 10 96,-45 6-208,-43 6-64,-78 9-881,-61 33-1568,-18 4-3073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9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9 206 8804,'0'0'12814,"-2"-19"-12048,-5-56-548,7 74-217,0 1 0,0 0 0,0 0-1,0 0 1,0-1 0,0 1 0,0 0-1,0 0 1,0 0 0,0-1 0,0 1-1,0 0 1,0 0 0,0 0 0,0-1-1,0 1 1,0 0 0,1 0 0,-1 0-1,0 0 1,0-1 0,0 1 0,0 0-1,0 0 1,0 0 0,0 0 0,1 0-1,-1-1 1,0 1 0,0 0 0,0 0-1,0 0 1,1 0 0,-1 0 0,0 0-1,0 0 1,0 0 0,0 0 0,1 0-1,-1 0 1,0-1 0,0 1 0,0 0-1,1 0 1,-1 0 0,0 0 0,0 1-1,0-1 1,1 0 0,-1 0 0,0 0-1,0 0 1,1 0 0,12 11 34,14 24 36,-25-31-58,32 43 74,54 101 0,-75-104-107,-10-27-19,-3-16 19,-1-7 3,-6-19 55,2-1 1,0 0-1,2-1 1,1 1-1,1 0 1,3-28-1,-1 49-39,-1 1-1,1-1 1,0 1-1,0-1 1,0 1-1,1 0 1,0 0-1,0-1 1,0 1-1,0 0 0,0 1 1,1-1-1,0 0 1,-1 1-1,1-1 1,1 1-1,-1 0 1,0 0-1,1 0 1,0 1-1,0-1 1,-1 1-1,1 0 1,1 0-1,-1 0 1,7-2-1,3 1 0,0 0-1,0 1 1,0 0-1,0 1 0,1 0 1,-1 1-1,17 3 1,-23-2-1,1 1 1,-1 0 0,0 1-1,0 0 1,0 0 0,0 1-1,0 0 1,-1 0-1,1 1 1,-1 0 0,8 7-1,-7-5-2,0 0-1,0 1 0,-1 0 0,0 0 1,0 1-1,-1-1 0,0 2 1,6 13-1,-10-20-7,-1 1 1,0-1 0,0 1-1,0-1 1,0 1-1,0-1 1,0 7 0,-1-9 9,0 0 1,0-1-1,-1 1 0,1 0 1,0-1-1,0 1 1,0 0-1,-1 0 0,1-1 1,0 1-1,-1 0 1,1-1-1,-1 1 0,1-1 1,-1 1-1,1-1 1,-1 1-1,1-1 1,-1 1-1,1-1 0,-1 1 1,0-1-1,1 0 1,-1 1-1,0-1 0,1 0 1,-1 1-1,0-1 1,0 0-1,1 0 1,-1 0-1,0 0 0,0 0 1,1 0-1,-1 0 1,0 0-1,-1 0 0,-8 0 13,4 0 0,1 0 0,-1 0 0,1 0 0,-1-1-1,-6-1 1,10 1-2,0 0 0,0 0 0,-1 0 0,1 0 0,0 0-1,0-1 1,0 1 0,1-1 0,-1 1 0,0-1 0,0 0 0,1 1 0,-1-1-1,1 0 1,-3-4 0,0-3 8,0 0-1,0-1 1,1 1-1,0-1 1,1 1-1,0-1 1,-1-14-1,1 7 3,2 1 0,0-1-1,4-28 1,-3 42-22,-1 0 1,1 0 0,0 0-1,0 1 1,0-1-1,0 0 1,0 1-1,1-1 1,-1 1-1,1-1 1,0 1 0,-1 0-1,1 0 1,0 0-1,0 0 1,1 0-1,-1 0 1,0 0-1,1 1 1,-1-1 0,1 1-1,-1 0 1,1-1-1,0 1 1,4-1-1,4 0-39,1 0-1,0 0 0,-1 1 0,22 1 1,-29 0 31,2 0 10,0 1-1,0 0 1,0 0 0,0 1 0,0-1 0,0 1 0,0 1-1,0-1 1,-1 1 0,1 0 0,-1 1 0,0-1-1,0 1 1,8 7 0,5 7-1,-1 0 1,19 27-1,-19-24-7,-9-10-260,1-2 0,-1 1 0,1-1-1,14 11 1,-19-17-301,1-1 0,0 1 0,0-1 0,0 1 0,0-2 0,0 1 0,0 0 0,1-1 0,-1 0 0,1 0 0,-1-1-1,10 0 1,29-3-4647,4-12-1193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09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99 124 5763,'0'0'13763,"-1"-12"-13250,1 4-479,0 4-27,0 1 0,-1-1 1,1 0-1,-1 0 0,1 1 0,-1-1 1,-2-4-1,3 8-7,0 0 1,-1-1-1,1 1 1,0 0-1,0-1 1,-1 1-1,1 0 0,0 0 1,0-1-1,-1 1 1,1 0-1,0 0 0,-1-1 1,1 1-1,0 0 1,-1 0-1,1 0 1,0 0-1,-1 0 0,1 0 1,-1-1-1,1 1 1,0 0-1,-1 0 0,1 0 1,0 0-1,-1 0 1,1 0-1,-1 0 1,1 1-1,-2-1 2,0 1 1,1 0 0,-1 0-1,0 0 1,1 0-1,-1 0 1,1 1-1,-1-1 1,1 0-1,-2 3 1,-6 6 41,0 1-1,1 0 1,-11 18-1,16-24-36,1 0 0,0 0-1,-1 0 1,2 0-1,-1 1 1,1-1-1,-1 1 1,1-1 0,1 1-1,-1-1 1,1 11-1,1-13-8,0-1-1,0 1 1,-1-1-1,1 0 1,1 1-1,-1-1 1,0 0-1,0 1 1,1-1-1,0 0 1,-1 0-1,1 0 1,0 0-1,0-1 1,0 1-1,0 0 1,0-1-1,0 1 1,0-1-1,1 0 1,-1 0-1,1 0 1,-1 0-1,1 0 1,3 0-1,9 3-10,0-1 1,-1-1-1,20 1 0,-25-2 12,1-1 3,29 1 44,-38-1-43,0 0 0,1-1 0,-1 1 0,0 0 1,0-1-1,0 1 0,0 0 0,0-1 0,0 0 0,0 1 1,0-1-1,0 1 0,0-1 0,0 0 0,0 0 0,0 0 1,0 0-1,-1 1 0,1-1 0,0 0 0,-1 0 0,1 0 1,0-1-1,-1 1 0,1 0 0,-1-1 0,2-4 10,-1 1-1,0-1 0,0 0 0,-1 0 0,0 0 0,0 1 1,0-1-1,-1 0 0,0 0 0,0 1 0,0-1 1,-3-8-1,0 6-17,0-1 1,0 1-1,-1 1 1,0-1-1,0 0 1,-1 1 0,-7-7-1,-1 1-12,11 11-16,0 0 0,0 0 1,1-1-1,-1 1 0,1-1 1,-1 0-1,1 1 0,0-1 1,-2-5-1,3 7-28,1 1 0,0-1 0,0 1 0,0-1 0,0 1 0,0-1-1,0 1 1,0 0 0,0-1 0,0 1 0,0-1 0,0 1 0,0-1 0,0 1 0,1-1 0,-1 1 0,0-1 0,0 1 0,0 0 0,1-1 0,-1 1 0,0-1-1,1 1 1,-1 0 0,0-1 0,1 1 0,-1 0 0,1-1 0,16-8-2313,-15 8 2080,48-18-5971,12 0-1842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10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221 389 9652,'0'0'5688,"-28"18"-4837,-89 62-136,111-77-658,1 1 0,0 0 0,0 0 0,0 0 0,1 1 0,-1 0 0,1 0 0,0 0 0,1 0 0,-1 1 0,1-1 0,0 1 0,0 0 0,1 0 0,-2 6 0,2-6 3,-1 3-41,1-1 0,1 1 0,0 0 0,0 0 0,1 13 0,0-20-24,0 0 0,0 0 0,1 0 0,-1 0 0,1 0 0,-1-1 0,1 1 0,0 0 0,0 0-1,0-1 1,0 1 0,0 0 0,0-1 0,0 1 0,1-1 0,-1 0 0,0 1 0,1-1 0,-1 0 0,1 0 0,0 0 0,-1 0-1,1 0 1,0 0 0,-1 0 0,1-1 0,0 1 0,0-1 0,0 1 0,0-1 0,0 0 0,3 1 0,4 0-13,0-1 0,-1 0 1,1 0-1,0 0 1,-1-1-1,13-3 0,-16 2 9,0 0-1,0 0 1,0 0-1,-1-1 1,1 0-1,-1 0 0,1 0 1,-1 0-1,0-1 1,0 1-1,0-1 1,-1 0-1,0-1 1,1 1-1,-1 0 0,-1-1 1,1 0-1,-1 1 1,0-1-1,0 0 1,3-10-1,0-6 16,0 0 1,-1 0-1,-1 0 0,-1-28 1,-1 30 3,1-143-2,-4 135 95,0 0 0,-1 1 0,-15-52-1,-7 4 1147,16 59-449,9 15-783,-1 0 1,1-1-1,0 1 1,0 0-1,-1 0 0,1 0 1,0 0-1,-1-1 0,1 1 1,0 0-1,-1 0 0,1 0 1,0 0-1,-1 0 0,1 0 1,0 0-1,-1 0 0,1 0 1,0 0-1,-1 0 0,1 0 1,0 0-1,-1 0 0,1 0 1,0 1-1,0-1 0,-1 0 1,0 0-19,1 1 1,-1-1-1,0 1 1,1-1-1,-1 1 1,1-1-1,-1 1 0,1-1 1,0 1-1,-1 0 1,1-1-1,-1 1 1,1 0-1,0-1 1,0 1-1,-1 0 1,1-1-1,0 1 1,0 1-1,-4 25-29,0 1 1,3-1-1,2 50 1,0-24 16,-2-41 10,1 0-1,1 0 1,0-1-1,1 1 0,0-1 1,0 1-1,1-1 1,1 0-1,0 0 0,1 0 1,0 0-1,0-1 0,1 0 1,0 0-1,1 0 1,0-1-1,1 0 0,0 0 1,15 12-1,-13-14-7,-1 0 0,1 0 0,1-1 0,-1-1 0,1 1 0,0-2 0,20 6 0,-12-5-60,0-2 0,0 0 0,0-1 0,21-1 0,-34-1 40,0 0 0,-1 0 1,1-1-1,0 0 0,0 0 0,-1 0 0,1-1 0,-1 0 0,9-4 0,-10 4 16,-1 0 0,0-1 1,0 1-1,1-1 0,-2 0 0,1 1 1,0-2-1,-1 1 0,1 0 0,-1 0 1,0-1-1,0 1 0,0-1 0,2-6 1,-1-3-9,0 0 1,0 0 0,-2 0 0,1-1 0,-2 1 0,0-15 0,0 14 0,0 13 26,0-1-1,0 1 1,0-1 0,0 1-1,0-1 1,0 1-1,-1-1 1,1 1-1,0-1 1,-1 1-1,1-1 1,-1 1-1,0-1 1,1 1-1,-1 0 1,0-1-1,0 1 1,0 0-1,0 0 1,0-1-1,0 1 1,0 0 0,0 0-1,0 0 1,-1 0-1,1 1 1,0-1-1,-1 0 1,1 0-1,-3 0 1,-2 0 48,0 0 0,0 1 0,0-1 1,0 1-1,0 0 0,-10 2 0,13-2-40,-1 1 1,0 0-1,1 0 0,-1 0 0,1 0 0,-1 0 0,1 1 0,-1 0 0,1 0 0,0-1 0,0 2 0,0-1 1,0 0-1,0 1 0,0-1 0,1 1 0,-1 0 0,1 0 0,0 0 0,0 0 0,0 0 0,-3 7 1,2-3 1,1-1 1,0 1 0,0 0 0,1 0 0,-1 0 0,1 0-1,1 0 1,0 0 0,0 0 0,0 0 0,2 11 0,-1-15-19,0 0 1,0 0 0,0 0 0,0 0-1,1 0 1,-1 0 0,1 0 0,0-1 0,0 1-1,0-1 1,0 1 0,0-1 0,1 0 0,-1 1-1,1-1 1,-1 0 0,1-1 0,0 1-1,0 0 1,-1-1 0,1 0 0,5 2 0,4 1-21,1-1 1,-1 0 0,1 0 0,18 0 0,-8-1-212,-1-1 0,1-1 0,-1 0 0,38-7 0,-52 5 124,1 0 0,-1-1 0,0 0 0,0 0 0,0 0 0,0-1 0,0 0 0,-1-1 0,0 0 0,0 0 0,0-1 0,-1 1 0,1-2 0,-1 1 0,6-9 0,-3 0 60,0 0 0,0 0 0,-1-1-1,-1 0 1,-1-1 0,-1 0 0,0 0-1,-1 0 1,3-27 0,-2-17 806,-3-84 0,-3 85 1251,3 101-1970,1 0-1,1 0 1,3 0-1,1 0 0,3-1 1,0-1-1,34 74 0,-25-66-218,-14-32-121,0-1-1,1 0 1,11 18 0,-17-31 98,-1-1 1,0 1-1,1 0 1,-1-1-1,1 1 1,-1-1 0,1 0-1,-1 1 1,1-1-1,-1 1 1,1-1-1,-1 0 1,1 1 0,0-1-1,-1 0 1,1 0-1,0 1 1,-1-1-1,1 0 1,0 0 0,-1 0-1,1 0 1,0 0-1,-1 0 1,1 0-1,1 0 1,12 0-4901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11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106 105 8580,'0'0'7958,"-1"15"-7595,0 50-243,1-62-124,0 0 0,1 0 0,-1 0 0,1 0 0,0 0 0,0 0 0,0 0 0,1 0-1,-1-1 1,0 1 0,1 0 0,0-1 0,0 0 0,-1 1 0,1-1 0,1 0 0,-1 0 0,0 0 0,1 0 0,-1 0 0,1-1 0,-1 1 0,1-1-1,0 1 1,2 0 0,-2-1-2,5 3-16,0-1 0,0 0 0,0 0 0,1-1 0,-1 0 0,16 1 0,49-3-211,-69 0 231,-1-1 0,0 1 0,0-1 0,0 0 0,0 1-1,0-2 1,0 1 0,0 0 0,0-1 0,0 1 0,0-1 0,-1 0 0,1 0-1,-1 0 1,1 0 0,-1 0 0,0 0 0,0-1 0,0 1 0,0-1-1,0 0 1,0 0 0,-1 1 0,0-1 0,1 0 0,0-6 0,0 3 21,0-1 0,0 1 0,-1-1 1,0 0-1,0 1 0,-1-1 0,0 0 1,0 0-1,-1 1 0,0-1 0,-2-11 1,2 16-4,0 0 1,0 0-1,0 0 1,0 0-1,0 0 1,0 1-1,-1-1 1,1 0-1,-1 1 0,1-1 1,-1 0-1,0 1 1,1 0-1,-1-1 1,0 1-1,0 0 1,0 0-1,0 0 1,0 0-1,0 0 1,0 1-1,-4-2 1,-4 1 39,0-1 0,0 1 1,-17 1-1,17 0-15,1 0 24,-1-1 0,1 2-1,-1-1 1,1 2 0,-1-1-1,1 1 1,0 1 0,0-1-1,0 1 1,0 1-1,0 0 1,1 0 0,0 1-1,0 0 1,0 0 0,-14 13-1,12-8 82,-1 1 0,2 0 0,0 0 0,0 1 0,1 0 0,0 1-1,-7 15 1,12-20-96,0-1-1,0 0 1,1 1-1,0-1 1,0 1-1,1-1 0,0 1 1,0 0-1,0 0 1,1 0-1,1-1 1,-1 1-1,1 0 1,1 0-1,2 9 1,-3-14-50,1 0 0,-1 0 0,1 0 1,0 0-1,0-1 0,0 1 0,0 0 1,0-1-1,0 0 0,1 1 0,-1-1 0,1 0 1,5 3-1,0 0-8,1-1 0,0 0-1,13 4 1,-5-3-94,0-1 0,0-1 0,0 0 0,24 0 0,69-4-1684,-100 0 1553,-3 1 65,0 0-1,1-1 1,-1 0-1,0 0 0,0-1 1,0 0-1,0 0 1,0 0-1,0-1 1,0 0-1,-1-1 1,1 0-1,-1 0 1,0 0-1,0 0 1,-1-1-1,1 0 0,-1 0 1,0-1-1,-1 1 1,1-1-1,5-10 1,2-7-20,0-2 0,-2 1 0,0-1 0,10-49 0,-10 40 346,-9 27 80,2 0 0,-1 0 0,1 0 0,0 1 0,5-9 0,-7 13-143,0 1 0,0-1-1,1 0 1,-1 1 0,1-1-1,-1 1 1,1 0 0,-1-1-1,1 1 1,0 0 0,-1 0-1,1 0 1,0 0 0,0 0-1,0 1 1,0-1 0,0 1-1,0-1 1,0 1 0,0-1-1,3 1 1,-2 0-67,0 0 1,-1 0-1,1 0 1,0 1-1,0-1 0,-1 1 1,1 0-1,0-1 0,-1 1 1,1 0-1,-1 1 1,1-1-1,-1 0 0,0 1 1,1-1-1,2 4 1,0 0-25,-1 1 1,0 0-1,0 0 1,0 0-1,4 10 1,-2-3 0,0 1 0,-1 1 1,0-1-1,-1 1 0,0 0 1,-2 0-1,0 0 0,0 0 1,-2 30-1,0-44-7,0 0 1,-1 1-1,1-1 0,0 0 1,-1 0-1,1 1 0,-1-1 1,1 0-1,-1 0 1,0 0-1,1 0 0,-1 0 1,0 0-1,0 0 0,0 0 1,0 0-1,0 0 0,-2 1 1,0 0 4,-1 0 0,1 0 0,-1 0 0,1-1 0,-1 1 1,-5 0-1,-5 1 24,0-1 0,-22 1 0,25-2-39,-24-1-233,34-1 171,0 1 1,0 0-1,0-1 0,-1 1 1,1-1-1,0 1 0,0-1 0,0 1 1,0-1-1,0 0 0,0 1 1,0-1-1,0 0 0,0 0 0,1 0 1,-1 0-1,0 0 0,0 0 1,1 0-1,-1 0 0,1 0 0,-1 0 1,1 0-1,-1-3 0,-2-11-1144,1 0 0,1 0-1,0 0 1,2-23-1,0 5-708,-1 20 706,0 0 0,2 1 0,2-17 0,-3 24 1085,0 1 1,1 0-1,-1 0 0,1 0 0,4-6 1,-5 8 366,0 0 0,1 0 1,-1 1-1,1-1 1,-1 0-1,1 1 0,0-1 1,0 1-1,-1 0 1,1 0-1,4-2 0,-5 2 34,1 1-1,-1-1 1,0 1-1,1 0 1,-1-1 0,1 1-1,-1 0 1,0 0-1,1 0 1,-1 0-1,1 0 1,-1 0-1,1 0 1,-1 1-1,0-1 1,1 1-1,-1-1 1,0 1-1,1-1 1,1 2 0,22 20 762,-14-11-478,-3-5-483,-1 0 1,1-1 0,0 0-1,0 0 1,1-1 0,-1 0 0,1-1-1,0 1 1,0-2 0,16 4-1,4-2-93,1-2-1,32-1 0,-54-1 26,2 0-81,1 0 0,0-1 0,0 0 0,19-5 0,-26 5 67,0-1 0,0 1 0,0-1 1,0 0-1,0 0 0,-1-1 1,1 1-1,-1-1 0,1 0 0,-1 0 1,0 0-1,0 0 0,-1 0 0,1-1 1,2-3-1,-1 0 34,0-1 1,-1 1-1,1 0 1,-2-1-1,1 0 1,-1 0-1,1-10 1,0-3 2356,-2-34 0,17 56-1566,-11 1-808,1 1 1,-1 1 0,-1-1-1,1 1 1,8 6 0,-6-4 3,0-1 1,0 1-1,10 3 1,3-1-269,1-2 1,0 0 0,1-1 0,-1-1-1,1-1 1,43-1 0,-66-2 267,0 0 1,0 0-1,-1-1 1,1 1-1,0 0 1,0-1-1,0 1 1,0 0-1,0-1 1,-1 1-1,1-1 1,0 1-1,0-1 0,-1 0 1,1 1-1,0-1 1,-1 0-1,1 1 1,1-3-1,-2 3-2,0 0-1,0-1 0,0 1 0,1 0 0,-1-1 1,0 1-1,0 0 0,0-1 0,0 1 1,1-1-1,-1 1 0,0 0 0,0-1 1,0 1-1,0-1 0,0 1 0,0 0 1,0-1-1,0 1 0,0-1 0,0 1 1,0 0-1,-1-1 0,1 1 0,0 0 1,0-1-1,0 1 0,0-1 0,-1 1 1,1 0-1,0-1 0,0 1 0,-1 0 1,1 0-1,0-1 0,-1 1 0,1 0 1,0 0-1,-1-1 0,1 1 0,0 0 1,-1 0-1,0-1 0,-4 0-61,-1 0 1,0 0-1,1 0 0,-1 1 0,0 0 1,1 0-1,-10 1 0,-11 1-730,-44-2-3250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28:13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3522,'0'0'0,"218"-21"-176,-79 30-161,16 51 257,2 43 48,-12 24 16,-15 22-480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24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0 273 10373,'0'0'9751,"49"-22"-8932,-29 13-734,36-17 159,1 2 1,2 3-1,0 2 1,116-20-1,1178-72 2859,-1113 110-2786,-192 1-415,-300 11 303,-436 32-99,0-37 197,625-6-240,786-13 132,-116 2-200,-677 28-139,-556 104 400,612-119-357,9-1 132,0-1 0,-1 1 0,1 0 0,0 1-1,-9 2 1,14-3-75,-1-1 0,0 1 0,1-1 0,-1 1 0,0-1 0,1 1-1,-1 0 1,0-1 0,1 1 0,-1 0 0,1-1 0,-1 1 0,1 0 0,0 0-1,-1-1 1,1 1 0,0 0 0,-1 0 0,1 0 0,0-1 0,0 1-1,0 0 1,0 0 0,0 0 0,0 0 0,0 0 0,0-1 0,0 1 0,0 0-1,0 0 1,1 0 0,-1 0 0,0 0 0,1-1 0,-1 1 0,0 0-1,1 0 1,-1-1 0,1 2 0,1 0-291,-1 1 0,1-1 0,0 0 0,-1 0 0,1 0 0,0 0 0,0 0 0,3 2 0,18 7-4712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28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2257,'0'0'720,"-18"24"-656,30-5-32,3 2 0,0 0-32,0 3-112,0 3-272,3 1-464,1-4-913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31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8596,'0'0'8081,"26"-12"-7654,-6 2-314,1 1-1,0 1 1,26-6 0,-45 13-90,1 1 0,-1 0 0,0 0 0,1 0 0,-1 0 0,0 0 0,0 0 0,1 1 0,-1-1 0,0 1 0,1 0 0,-1-1 0,0 1 0,0 0 0,0 0 0,0 0 0,0 1 0,0-1 0,0 0 0,0 1 0,-1-1 0,1 1 0,2 3 0,1 2 84,-1 0-1,0 0 1,0 0-1,-1 0 1,3 10-1,-2-8 31,9 31 279,-1-1 0,-3 1 0,-1 1 0,5 64 0,-7 171 659,-6-196-916,0-78-157,0 1 0,0 0 0,0 0 0,0 0-1,-1 0 1,1-1 0,0 1-1,-1 0 1,-1 3 0,2-6-2,-1 1 1,0 0 0,1 0 0,-1 0-1,0-1 1,0 1 0,0 0 0,1-1 0,-1 1-1,0-1 1,0 1 0,0-1 0,0 1 0,0-1-1,0 1 1,0-1 0,0 0 0,0 0-1,0 0 1,0 1 0,0-1 0,0 0 0,0 0-1,-3-1 1,3 1 4,-1 0 1,1 0-1,-1 0 0,0 0 0,1-1 1,-1 1-1,1-1 0,-1 1 0,0-1 0,1 1 1,0-1-1,-1 0 0,1 0 0,-1 0 1,1 0-1,0 0 0,0 0 0,-2-1 1,-15-29 53,14 25-50,-6-18 13,0 0-1,1-1 1,1 0-1,2 0 1,0-1-1,-2-34 0,-1-160-3,9 219-18,0-13 0,1 0 0,0 0 0,0 0 1,2 0-1,-1 1 0,8-19 0,-7 23-3,1 1 1,0 0 0,1 0 0,0 0 0,0 1-1,0 0 1,1 0 0,1 0 0,-1 0 0,11-7-1,-5 5-4,-1 1 0,2 1 0,-1 0 0,1 1 0,0 0 0,0 1 0,1 0 0,0 1 0,-1 1 0,20-3 0,11 2-12,85 2 1,-121 3 11,0-1 0,1 1 0,-1 1 1,0 0-1,0 0 0,-1 0 1,1 1-1,0 0 0,-1 1 1,1-1-1,-1 2 0,0-1 0,11 10 1,-13-10-3,0 1-1,-1 0 1,0 0 0,0 0 0,0 0 0,0 1 0,-1-1-1,0 1 1,0 0 0,0 0 0,-1 0 0,0 1 0,0-1-1,-1 0 1,1 1 0,-2-1 0,2 12 0,-2-10-7,0-6 13,0 1 1,1-1-1,-1 0 0,0 1 1,0-1-1,-1 0 0,1 1 1,0-1-1,-1 0 0,0 1 1,1-1-1,-1 0 0,0 0 1,0 0-1,0 0 0,0 0 1,-1 0-1,1 0 0,-2 2 0,-2 0 1,-1 0 0,0-1 0,0 0 0,0 0-1,0 0 1,0-1 0,0 0 0,-1 0-1,1 0 1,-13 1 0,-11 0 21,-33-1 1,46-2-11,-36 2-92,1 0-11,-70-6 0,109 2-172,0 1 0,-1-2 1,1 0-1,0 0 1,0-1-1,1-1 0,-1 0 1,1-1-1,0 0 1,-14-10-1,23 14-53,1 0 1,0 0-1,-1 0 1,1 0-1,0-1 0,0 1 1,1-1-1,-1 1 1,0-1-1,1 1 1,-2-5-1,1 1-987,0 0 0,1-1-1,0 1 1,0-9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44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31 8516,'0'0'7345,"-6"-8"-6881,5 6-446,0 0 1,0 1-1,0-1 1,-1 1-1,1-1 1,0 1-1,0-1 1,-1 1-1,1 0 0,-1 0 1,1 0-1,-1 0 1,0 0-1,1 0 1,-1 0-1,-3-1 1,4 2-4,0 0 0,0 1 0,0-1 0,0 0 0,1 0 0,-1 1 0,0-1 0,0 0 0,0 1 0,1-1 1,-1 1-1,0-1 0,0 1 0,1-1 0,-1 1 0,-1 1 0,-15 25 453,-49 101 2159,-57 158 0,101-223-2329,2 2 1,4 0-1,2 1 1,-9 121 0,21 38-99,2-224-200,1 21 1,0 1 0,2-1 0,0 1 0,12 38 0,-10-46 1,1-1-1,0 1 1,1-1 0,0-1-1,1 1 1,1-1 0,17 20-1,-21-28-82,1 0-1,-1 0 0,1 0 0,0-1 0,1 1 0,-1-2 0,1 1 0,0-1 0,0 0 0,0 0 1,0-1-1,0 0 0,0 0 0,16 2 0,-15-4-281,-1 1-1,1-1 1,0-1 0,0 0 0,-1 0-1,1 0 1,-1-1 0,1 0-1,-1 0 1,1-1 0,-1 0 0,0 0-1,0-1 1,11-8 0,40-39-3914,8-8-1862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45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0 10325,'0'0'2681,"29"5"-979,-4-1-1256,0 1-1,-1 1 1,35 14-1,-50-15-317,1 1-1,-1-1 1,0 2-1,-1-1 1,1 1-1,-1 1 1,-1-1-1,0 1 1,13 18-1,13 20 286,-3 1 0,-1 1 0,-3 2 0,-2 1 0,-2 1 0,-3 0 0,19 78 0,-21-49-160,-3-1 0,-4 2-1,-4 0 1,-5 121 0,-3-170-230,-1 1 0,-2-1 0,-1 0 0,-20 60 0,16-67-17,0-1 0,-2 0-1,-1-1 1,-1-1-1,-1 0 1,-25 28 0,18-27-25,-1-1 1,-1-1 0,0-1 0,-2-1 0,0-2-1,-2 0 1,0-2 0,-48 21 0,31-20-539,0-2 0,-1-1 0,0-3 0,-1-1 0,-58 3 0,-112-7-5395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48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2531 127 4962,'0'0'3453,"6"-4"-2885,16-12-112,-16 12 3781,-20-3-84,-14 3-3781,8 3 76,-311-31 3298,52 7-2405,75 5-368,-231 6-1,406 15-932,0 1-1,0 1 1,0 2-1,-49 14 1,3 2 106,-74 23 126,136-39-256,-300 116 150,260-99-159,23-11 12,1 2-1,0 1 0,-32 22 0,21-10 6,24-16-10,1 0 0,1 1 0,-1 0-1,-22 24 1,27-24-6,1 0 0,1 0-1,0 1 1,0 0 0,1 0 0,1 1 0,0-1-1,0 2 1,2-1 0,-6 24 0,-7 72 142,-14 58 12,20-130-116,2 1 1,2 0-1,1 1 0,-1 45 1,7-65-30,0 9 27,3 33 0,-1-51-20,0 0-1,0 0 1,1 0-1,0 0 0,1 0 1,8 15-1,2 0 5,1 0 1,1-1-1,1 0 0,1-2 0,2 0 0,0-1 0,1 0 1,44 31-1,-31-28 20,44 22 0,-64-40-37,0 0 1,-1 0-1,2-2 1,-1 1-1,1-2 0,28 4 1,178-4 87,-134-3-67,-56-2-18,0 0 1,-1-2 0,1-1-1,53-17 1,-21 1 2,69-35-1,-93 34-6,0-1-1,-2-2 1,55-47-1,9-7 47,-47 40-62,-3-2 0,70-71 1,-91 80 2,-2-1 1,-2-1-1,-1-2 1,37-70-1,-38 57 11,-3 0 0,19-64-1,-31 79 2,-1 0 0,-2-1 0,-1 0-1,0-52 1,-5 64-9,1 16 0,0 0 0,-1 0 0,0 0 0,0 0 0,-1 0 0,0 0 0,0 0 0,-1 0 0,0 0 0,-4-11 0,-1 8 18,0 1 0,0 0-1,0 0 1,-1 0 0,-1 1 0,1 0 0,-1 1 0,-11-8 0,15 12-187,0 1 1,0-1-1,-1 1 1,1 0-1,0 0 1,-1 0-1,0 1 1,-6-1-1,8 1-275,-1 1 0,1 0-1,0 0 1,0 1 0,0-1 0,0 1-1,-1 0 1,1 0 0,0 0 0,1 1-1,-1-1 1,-6 4 0,-22 22-7264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0:49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2458 270 176,'0'0'10680,"-16"-11"-9995,-4-1-409,-72-38 1385,58 35 86,-63-17-1,62 22-1061,-157-37 2160,143 36-2350,-208-23 1312,128 20-1327,-451-20 1120,544 34-1399,-38 6-1,58-4-163,1 1-1,0 0 1,0 2 0,1-1 0,-19 10 0,-108 47 89,-44 24 411,158-70-453,1 1 0,0 1 0,1 1 0,-38 37 0,30-22-60,-5 3 37,2 1-1,-55 76 1,84-103-44,2 1 1,-1 0 0,1 0 0,1 0 0,0 0-1,1 1 1,-4 23 0,3-1 56,2 50 1,2-83-73,1 12 26,0 0 0,1 0 0,0-1 0,1 1 0,1-1 0,0 0 0,0 0 0,1 0 0,7 12 0,11 15 105,33 43 1,-54-80-129,26 35 27,2 0 0,1-3 0,2 0-1,39 29 1,-42-39-18,1-2 0,0-2 0,2 0 0,0-2 0,55 20 0,-13-13 42,1-4 1,1-3-1,121 13 0,243-12 55,-409-19-101,1-2-1,-1-1 0,0-1 1,0-2-1,34-11 0,-18 2 17,429-156-102,-433 150 73,-2-2 1,76-53 0,-95 58 13,0-1 0,-1-2-1,0 0 1,-2-1 0,32-45 0,-30 32-6,-1 0 0,-2-2-1,20-55 1,-29 64-2,-2-1-1,-1 0 1,-1 0 0,-1-1-1,1-43 1,-6 51 2,2 1 5,-1-1 0,-2 1 1,0 0-1,-1 0 1,-1 0-1,-11-38 0,2 31 5,-1 1-1,-2 0 0,0 1 0,-2 1 0,0 0 1,-2 1-1,-1 1 0,-39-35 0,49 50-17,-1 1-1,1 0 0,-1 1 0,0 0 0,0 0 1,-1 2-1,0-1 0,0 1 0,0 1 0,0 0 0,-18-1 1,-2 1-309,1 2 1,-1 1 0,-42 6-1,25 2-1624,-63 18 0,51-11-942,-60 11-5982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07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0 790 6883,'0'0'4071,"0"-3"-3454,2-8 47,0 0 1,0 0-1,1 0 0,0 0 1,1 0-1,0 1 1,7-12-1,2-7-278,22-52 443,3 2 0,4 2 0,87-121 0,-121 187-804,156-194 470,-156 197-505,-6 7-60,-4 8-517,-1 3-113,-1 0 1,0 0-1,-1-1 0,0 0 0,-1 0 0,0 0 0,0-1 0,-8 9 0,-31 40-5887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07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6995,'0'0'2769,"0"12"-2753,0 6 32,9 6-48,-6 13 0,-3 8 0,0 10-608,-24 2-2385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10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46 408 11797,'0'0'4997,"1"13"-4887,26 157 808,4 41 138,-29-77-875,-2-87-173,0-47-10,0 0-1,0 0 0,0 0 1,0 1-1,0-1 0,0 0 0,0 0 1,0 1-1,0-1 0,0 0 1,0 0-1,0 1 0,-1-1 1,1 0-1,0 0 0,0 0 0,0 1 1,0-1-1,0 0 0,0 0 1,-1 0-1,1 0 0,0 1 1,0-1-1,0 0 0,0 0 0,-1 0 1,1 0-1,0 0 0,0 1 1,-1-1-1,1 0 0,0 0 1,0 0-1,0 0 0,-1 0 0,1 0 1,0 0-1,0 0 0,-1 0 1,1 0-1,0 0 0,0 0 1,-1 0-1,1 0 0,0 0 0,0 0 1,0 0-1,-1-1 0,-11-5-86,8 1 56,1 1 0,-1-1 0,1 0 0,0 0 1,0 0-1,0 0 0,1 0 0,-4-10 0,-12-53-231,18 67 261,-12-59-106,-9-122-1,17-66 229,4 228-115,0-11 31,1 0-1,1 0 0,12-54 1,-12 75-8,1 0 1,1 0 0,-1 0 0,1 1 0,1-1-1,0 1 1,0 0 0,1 1 0,0-1-1,0 1 1,1 0 0,0 1 0,1-1-1,0 1 1,9-6 0,-9 9-19,1 0 0,-1 0 0,1 1-1,0 0 1,0 1 0,0 0 0,0 0 0,1 1 0,-1 0 0,0 1 0,0 0 0,1 0 0,-1 1-1,11 2 1,-13-1-12,-1 0 0,0 0 0,0 0 0,1 0 0,-1 1 0,-1 0 0,1 1-1,0-1 1,-1 1 0,0 0 0,0 0 0,0 1 0,0-1 0,-1 1 0,8 11 0,-1-1-8,-2 1 1,1 0 0,-2 0-1,10 26 1,-13-27-1,0 1-1,-1 0 1,0 0-1,-2 0 1,0 1 0,0-1-1,-2 0 1,0 1-1,-1-1 1,-3 20 0,3-33-1,1 0 0,-2 0 0,1 0 1,0 0-1,0-1 0,-1 1 0,0 0 0,1 0 1,-1-1-1,0 1 0,0-1 0,0 0 1,-1 0-1,1 0 0,-1 0 0,1 0 1,-1 0-1,0 0 0,1-1 0,-1 1 1,0-1-1,0 0 0,0 0 0,-4 1 1,-6 1-225,0-1 1,0 0 0,-1-1 0,-19 0 0,30-1 90,0 0 1,0 0 0,0 0 0,0 0-1,-1-1 1,1 1 0,0-1 0,0 0 0,0 0-1,0 0 1,0 0 0,0-1 0,1 1 0,-1-1-1,0 1 1,-3-4 0,4 2-203,0 0 1,0 0-1,0 0 0,1 0 1,-1 0-1,1-1 0,-1 1 1,1 0-1,0-1 0,0 0 1,1 1-1,-1-1 0,1 1 1,0-7-1,-1-50-6403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10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9204,'0'0'4690,"-52"163"-4273,119-126-401,6 5-16,5-9-529,-2-18-1504,-10-9-928,-8-6-1137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11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82 5875,'0'0'11130,"6"0"-8913,-4 0-449,-8 0 3323,-145 0-8164,105-1 1093,1-2 1,-49-9-1,-156-54-11343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1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39 341 11301,'0'0'6526,"10"31"-6323,30 97-102,-35-110-90,-2-13 9,-2 1 0,1-1 0,0 0-1,-1 0 1,0 1 0,0-1 0,0 12-1,-1-15-12,0-2-8,0 0 1,-1 0-1,1 1 0,0-1 1,0 0-1,0 0 0,0 0 1,0 0-1,0 1 1,0-1-1,-1 0 0,1 0 1,0 0-1,0 0 0,0 0 1,0 0-1,-1 0 0,1 1 1,0-1-1,0 0 0,0 0 1,0 0-1,-1 0 0,1 0 1,0 0-1,0 0 0,0 0 1,-1 0-1,1 0 1,0 0-1,0 0 0,0 0 1,-1 0-1,1 0 0,0 0 1,0 0-1,0-1 0,0 1 1,-1 0-1,1 0 0,0 0 1,0 0-1,0 0 0,0 0 1,-1 0-1,1-1 0,0 1 1,-11-7-22,3 0-6,1-2 0,0 1 0,0-1 0,0 0 0,1 0 0,1-1 0,0 0 0,0 0 0,1 0 0,0 0 0,1-1 0,0 0 0,-2-16 0,0-5 20,1 0 0,2 0 0,3-50-1,0 71 11,0 1 0,0-1 0,1 1 0,1-1-1,0 1 1,0 0 0,1 0 0,0 0 0,0 1-1,1-1 1,1 1 0,0 0 0,0 1-1,0-1 1,1 1 0,1 0 0,-1 1 0,1 0-1,0 0 1,1 1 0,0 0 0,0 0-1,0 1 1,0 0 0,1 0 0,0 1 0,0 1-1,0 0 1,13-2 0,-4 1-8,0 2 1,1 0-1,23 2 1,-38 0 5,-1 0 0,1 1 0,-1-1-1,1 1 1,0 0 0,-1 0 0,1 0 0,-1 1 0,0 0 0,1-1 0,-1 1 0,0 1-1,0-1 1,0 1 0,-1 0 0,1 0 0,-1 0 0,6 6 0,-8-8 0,0 1 1,0-1 0,0 1-1,0-1 1,0 1 0,0 0-1,0 0 1,-1-1-1,1 1 1,-1 0 0,0 0-1,1-1 1,-1 1 0,0 0-1,0 0 1,0 0-1,0 2 1,-1-2 1,1-1-1,-1 0 1,0 0-1,1 0 1,-1 1-1,0-1 1,0 0 0,0 0-1,1 0 1,-1 0-1,0 0 1,0 0-1,-1 0 1,1-1-1,0 1 1,0 0 0,-3 1-1,-5 1 11,1-1 0,-1 1 0,-1-1 0,1-1 0,-13 1 1,12-1-2,-142 5-790,183-9-1889,30-15-3351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1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10229,'0'0'3617,"82"130"-3617,-31-103-96,-2-3-1040,-1-14-1874,-5-10-1824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35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28 4514,'0'0'5997,"0"-5"-4492,0-13-256,0 18-1218,0 0 1,0 0-1,0-1 1,0 1-1,0 0 1,0 0-1,0 0 1,0 0-1,0-1 1,0 1-1,0 0 1,0 0-1,0 0 1,0 0-1,0-1 1,0 1-1,0 0 1,0 0-1,0 0 1,0 0 0,0 0-1,0-1 1,-1 1-1,1 0 1,0 0-1,0 0 1,0 0-1,0 0 1,0 0-1,0 0 1,-1-1-1,1 1 1,0 0-1,0 0 1,0 0-1,0 0 1,0 0-1,-1 0 1,1 0-1,0 0 1,0 0-1,0 0 1,0 0-1,-1 0 1,1 0-1,0 0 1,0 0-1,0 0 1,0 0-1,-1 0 1,1 0-1,0 0 1,0 0-1,0 0 1,0 1-1,0-1 1,-1 0-1,1 0 1,0 0 0,0 0-1,0 0 1,0 0-1,0 0 1,0 1-1,-1-1 186,-3 3-3,1 0 1,-1 0 0,1 1-1,0-1 1,0 1-1,0-1 1,1 1 0,-1 0-1,1 0 1,0 1-1,-2 4 1,-5 9 347,-11 20 324,1 2-1,-14 47 1,-20 86 444,40-129-1059,-8 33 445,-14 98-1,30-133-517,1-1 1,2 2-1,2-1 0,6 46 1,-3-72-170,1 0 0,0 0 1,2-1-1,-1 1 0,2-1 0,0-1 1,0 1-1,2-1 0,0 0 1,0-1-1,1 0 0,1-1 1,0 0-1,19 15 0,-5-6-6,1-1 0,1-2 0,0 0 0,2-2 0,0-1 0,40 14 0,-44-21-73,1-1 1,1-1-1,-1-1 1,1-2-1,0-1 1,49-1-1,-62-2-473,0 0 1,0-1-1,0 0 0,0-1 1,-1 0-1,1-1 0,-1-1 1,0 0-1,0-1 0,-1-1 1,18-11-1,69-46-8081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36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 19417,'0'0'1024,"0"172"1762,37-75-1138,17 15-719,-2 9-513,-13 9-176,-18 3-48,-21-6-160,-6-2-32,-63-14-48,-34-5-48,-34-6-576,-20-12-1729,-22-21-3778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43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16392,'0'0'6997,"-2"29"-5740,0-14-1072,-1 25 274,1 1-1,1-1 1,9 67 0,163 1119 4839,-124-538-4642,-32-381-509,-1 718-147,-26-737 0,6-447-5361,2 133 3061,0 0 0,-2 0 0,0 0 0,-12-27 0,-19-26-13414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44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0 551 7876,'0'0'11992,"11"-4"-11448,16-6 73,1 2 1,56-9-1,78-4 1068,-131 18-1463,503-37 2542,3 24-1083,-13 1-545,1367-144 732,-993 50-1316,-530 79-248,-358 30-302,-8 0-2,-1 0 0,0 0 0,1 0 0,-1 0-1,1 0 1,-1 0 0,0-1 0,1 1 0,-1 0 0,0-1-1,2 0 1,-2 0-13,-1 0-294,0 0 192,0 1 1,-1-1-1,1 0 0,0 0 0,-1 0 1,1 0-1,0 0 0,-1 0 1,0 0-1,1 1 0,-1-1 0,1 0 1,-1 0-1,0 1 0,1-1 1,-1 1-1,0-1 0,0 0 0,0 1 1,1-1-1,-1 1 0,0 0 1,0-1-1,0 1 0,-1-1 0,-108-53-9166,28 12-1039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44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554 161 11893,'0'0'6521,"-19"-22"-5940,-61-67 73,75 83-507,-1 1 0,1-1 1,-1 1-1,-11-7 0,15 11-62,0 0 0,0 0 0,-1 0-1,1 0 1,0 1 0,0-1 0,-1 1 0,-3-1 0,-10-2 360,7 1-278,0 1 1,0 0-1,0 0 0,1 1 1,-1 0-1,0 0 0,0 1 1,0 0-1,0 1 1,1 0-1,-1 0 0,1 1 1,-1 0-1,1 0 0,0 1 1,0 0-1,-12 9 0,-1 3 79,1 0-1,1 1 0,0 2 1,-28 34-1,31-33 21,-23 36 0,35-49-191,0-1 0,1 1 0,0 0 0,0 0 0,0 0 0,1 0 1,0 1-1,1-1 0,0 1 0,-1 8 0,9-15 296,12-1-128,-1-1 0,0-1-1,0 0 1,0-2 0,0 0 0,0-1-1,33-14 1,94-52 220,-125 60-438,0-2 1,0 0-1,-1-2 0,30-29 1,-37 29 334,-7 8-968,-29 49-12446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45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 12262,'0'0'9575,"5"20"-8826,16 70-239,-17-76-339,-2 2-1,0-1 1,0 0-1,-2 24 1,0-19-8,0-19-149,0 0 0,-1 0-1,1 0 1,0 0-1,-1-1 1,1 1-1,-1 0 1,1 0 0,-1-1-1,1 1 1,-1 0-1,0 0 1,1-1-1,-1 1 1,0-1 0,0 1-1,1-1 1,-1 1-1,0-1 1,0 1-1,0-1 1,0 0 0,1 1-1,-1-1 1,0 0-1,0 0 1,0 1-1,0-1 1,0 0 0,0 0-1,0 0 1,-1-1-1,-40 1 326,32-1-264,7 1-60,-1 0 0,1-1 0,-1 0 0,1 1 0,0-1-1,-1-1 1,1 1 0,0 0 0,0-1 0,0 1 0,0-1 0,0 0 0,0 0 0,1 0-1,-1-1 1,1 1 0,-1-1 0,1 1 0,0-1 0,0 0 0,0 0 0,0 0-1,1 0 1,-1 0 0,0-3 0,-2-4 142,1 0 0,0-1-1,1 1 1,0 0 0,0-1-1,1 0 1,1-12 0,0 21-131,0 0 1,0 0-1,0 0 0,1 0 1,-1 0-1,1 0 0,-1 0 1,1 0-1,0 0 1,0 1-1,0-1 0,0 0 1,0 0-1,0 1 0,0-1 1,1 0-1,-1 1 0,0-1 1,1 1-1,0 0 1,-1 0-1,1-1 0,0 1 1,-1 0-1,1 0 0,0 0 1,0 1-1,0-1 0,2 0 1,5-1 47,0 0 0,0 0 0,0 1 0,0 0 0,12 1 0,-19 0-63,-1 0-1,1 0 1,0 0 0,0 1 0,0-1-1,0 0 1,0 1 0,0-1-1,-1 1 1,1 0 0,0 0-1,-1 0 1,1 0 0,0 0-1,-1 0 1,1 0 0,-1 0-1,1 0 1,-1 1 0,0-1 0,0 1-1,1-1 1,-1 1 0,0-1-1,0 1 1,-1 0 0,1 0-1,0-1 1,-1 1 0,2 4-1,0 4 6,-1 0 0,0 0-1,0 0 1,-2 18-1,1-10 11,0-14-23,0 1 1,0 0-1,-1-1 0,1 1 0,-1-1 1,0 1-1,-1-1 0,1 1 0,-1-1 1,0 1-1,0-1 0,0 0 1,-1 0-1,1 0 0,-1-1 0,0 1 1,0 0-1,0-1 0,0 0 0,-1 0 1,-7 5-1,5-3 9,-1 0-1,0-1 1,0 0-1,-1-1 1,1 0-1,-1 0 1,0 0-1,0-1 1,0 0 0,0 0-1,0-1 1,0 0-1,0-1 1,-12 0-1,18-1-7,1 1-1,-1 0 0,0-1 1,0 1-1,1-1 0,-1 0 1,0 1-1,1-1 0,-1 0 1,1 0-1,-1 0 0,1 0 1,0 0-1,-1-1 0,1 1 1,0 0-1,0-1 0,0 1 1,0 0-1,0-1 0,0 1 1,0-1-1,0 0 1,0 1-1,1-1 0,-1 0 1,1 1-1,-1-1 0,1-2 1,-2-8 18,1 1 0,0 0 0,1-19 0,0 17 22,0-3 13,-1 8 9,1-1 0,0 1-1,1 0 1,1-11 0,-2 18-56,0 0 0,1-1-1,-1 1 1,1 0 0,-1 0 0,1-1 0,-1 1 0,1 0 0,-1 0 0,1 0 0,0 0 0,0 0 0,0 0 0,-1 0 0,1 0 0,0 0 0,0 0 0,0 0 0,1 0 0,-1 1-1,0-1 1,0 0 0,0 1 0,0-1 0,1 1 0,-1 0 0,0-1 0,1 1 0,-1 0 0,0 0 0,3-1 0,-2 1-8,0 0 0,1 0 1,-1 0-1,0 0 0,0 1 0,0-1 1,0 0-1,0 1 0,1 0 1,-1-1-1,0 1 0,0 0 0,0 0 1,2 1-1,-3 0-2,1 0 0,-1 0-1,1 1 1,-1-1 0,1 0 0,-1 0 0,0 1 0,0-1-1,0 0 1,-1 1 0,1-1 0,0 4 0,1 5-54,0 1 1,0 23 0,-2-34 52,-1 0 0,1 0 1,0 0-1,-1 0 0,1 0 0,-1 0 1,0 0-1,1-1 0,-1 1 1,0 0-1,1 0 0,-1 0 1,0-1-1,0 1 0,0 0 0,0-1 1,0 1-1,1-1 0,-1 1 1,0-1-1,0 1 0,0-1 0,-1 0 1,1 1-1,0-1 0,0 0 1,0 0-1,0 0 0,0 0 0,0 0 1,-1 0-1,-2 0 11,0 1 0,1-1 0,-1 0 0,1-1 0,-1 1 0,0-1 0,1 1 0,-1-1 0,-3-2 0,5 2 6,0-1 0,0 0 0,0-1-1,0 1 1,0 0 0,0 0 0,1-1-1,-1 1 1,1-1 0,0 1 0,-1-1 0,1 0-1,0 0 1,1 1 0,-1-1 0,0 0 0,1 0-1,0 0 1,-1 0 0,2-3 0,-2-10 141,1 1 0,3-24 0,-2 37-149,-1-1 1,1 1-1,0-1 0,0 1 1,0-1-1,1 1 0,-1 0 1,0 0-1,1-1 0,-1 1 1,1 0-1,0 0 0,0 1 1,0-1-1,0 0 0,0 1 1,3-3-1,1 1-34,0-1 0,0 1 0,0 0 1,0 1-1,12-4 0,-18 6 55,0 0-103,0 0 0,1 0-1,-1 0 1,0 0 0,0 0 0,0 0 0,0 0-1,0 0 1,0 0 0,0 0 0,0-1 0,1 1-1,-1 0 1,0 0 0,0 0 0,0 0 0,0 0 0,0 0-1,0 0 1,1 0 0,-1 1 0,0-1 0,0 0-1,0 0 1,0 0 0,0 0 0,0 0 0,0 0 0,0 0-1,1 0 1,-1 0 0,0 0 0,0 0 0,0 0-1,0 0 1,0 0 0,0 0 0,0 1 0,0-1-1,0 0 1,0 0 0,0 0 0,0 0 0,1 0 0,-1 0-1,0 0 1,0 1 0,0-1 0,0 0 0,0 0-1,0 0 1,0 0 0,0 0 0,0 0 0,0 0 0,0 1-1,0-1 1,0 0 0,0 0 0,-1 0 0,1 0-1,0 0 1,0 0 0,0 0 0,0 1 0,0-1-1,0 0 1,0 0 0,0 2-623,0 17-6573,0 10-5085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46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92 5426,'0'0'16189,"0"2"-15725,1 6-173,0-1-1,0 1 1,0-1-1,4 10 1,-3-9-118,0 0 0,0 0 0,0 1 1,-1 11-1,-1 14 390,-17-37 66,15 1-580,1-1 0,0 1 0,0-1 0,0 0 0,0 0 0,0 0-1,1 0 1,-1 1 0,1-1 0,0 0 0,-1 0 0,2-5 0,2-38 441,-3 44-465,1 0-1,-1 0 0,1 0 0,-1 0 1,1 1-1,0-1 0,-1 0 0,1 0 1,0 0-1,0 1 0,1-1 1,-1 1-1,0-1 0,0 1 0,1-1 1,-1 1-1,1 0 0,-1-1 1,1 1-1,-1 0 0,1 0 0,0 0 1,0 0-1,2-1 0,1 1 29,1 0 1,-1 0-1,0 0 0,0 0 0,1 1 0,-1 0 1,11 1-1,-14 0-50,-1-1 0,1 1 1,0-1-1,-1 1 0,1 0 0,-1 0 1,1-1-1,-1 1 0,1 0 0,-1 1 1,0-1-1,1 0 0,-1 0 1,0 0-1,0 1 0,0-1 0,0 1 1,0-1-1,0 1 0,0-1 0,0 3 1,1 1-1,0-1 1,-1 1 0,1-1-1,-1 1 1,0 0 0,-1 0-1,1 7 1,-1-11-2,0 0 0,0 0 1,0 0-1,-1-1 0,1 1 0,0 0 1,-1 0-1,1 0 0,-1 0 0,1-1 0,-1 1 1,1 0-1,-1 0 0,0-1 0,1 1 0,-1 0 1,0-1-1,0 1 0,1-1 0,-1 1 0,0-1 1,0 1-1,0-1 0,0 1 0,1-1 0,-1 0 1,0 0-1,0 1 0,0-1 0,-2 0 0,-35 3 112,29-3-88,-17 1 59,3 1-51,-35-3-1,54 1-8,0 0-1,-1-1 0,1 0 1,0 1-1,-1-2 1,1 1-1,0 0 0,0-1 1,0 0-1,0 0 0,0 0 1,1 0-1,-1-1 0,-4-3 1,6 3 40,0 1 0,1-1 1,-1 0-1,1 0 0,-1 1 0,1-1 1,0 0-1,0 0 0,0-1 1,0-4-1,0 6-39,1 0 1,0 0-1,0 0 0,0 0 1,0 0-1,0 0 0,0 0 1,0 0-1,1 0 1,-1 0-1,1 0 0,-1 0 1,1 0-1,0 1 0,-1-1 1,1 0-1,0 0 1,2-1-1,0 0-26,1 1 0,-1-1 0,1 1 0,0 0 0,-1 0 1,1 1-1,0-1 0,0 1 0,5-1 0,23-10-495,-31 12 337,-1-1-1,1 1 0,0-1 1,0 1-1,0-1 0,-1 0 1,1 1-1,0-1 0,-1 0 0,1 1 1,0-1-1,-1 0 0,1 0 1,-1 1-1,1-1 0,-1 0 1,1 0-1,-1 0 0,0 0 0,0 0 1,1 0-1,-1 0 0,0 0 1,0 0-1,0 1 0,0-1 0,0 0 1,0 0-1,0 0 0,0 0 1,0 0-1,-1 0 0,1 0 1,-1-1-1,-6-26-8029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47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164 382 3185,'0'0'14127,"19"-13"-13513,58-40 117,-58 40 2409,-40 13-2023,14 1-1009,-1 0 0,0 0 0,1 1 0,-1 0 0,0 0 0,-13 7 0,14-6-2,-1 0 0,0 0 0,0 0 0,0-1 0,0-1 0,0 1 0,-8-1 0,15-1 83,3-3 35,-1 0-141,1 1 0,0-1 0,0 0 0,0 0 0,1 1 0,-1-1-1,0 1 1,1 0 0,0 0 0,-1 0 0,1 0 0,0 0 0,0 1-1,0-1 1,0 1 0,0 0 0,7-2 0,-10 3 106,0 20-2,0-18-175,0 0 0,0 1 0,0-1 0,0 1 0,0-1 0,-1 0 0,1 1 0,-1-1 0,-1 3 0,2-4-6,-1 0 0,0 0 0,0 0 0,0 0 0,0 0 0,1-1 1,-1 1-1,0 0 0,0-1 0,-1 1 0,1-1 0,0 1 0,0-1 0,0 1 1,0-1-1,0 0 0,-1 1 0,1-1 0,0 0 0,0 0 0,0 0 0,-1 0 1,-1 0-1,1-1 0,1 1 1,-1-1 0,0 1-1,1-1 1,-1 0 0,1 0 0,-1 1-1,1-1 1,-1 0 0,1 0-1,0-1 1,-1 1 0,1 0-1,0 0 1,0-1 0,0 1-1,0 0 1,0-1 0,0 1-1,0-1 1,0 1 0,0-4 0,-19-47-39,13 29-24,-40-124-3006,10 42-2119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1:48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1678 1 9268,'0'0'3322,"-28"7"-329,-188 49 2167,-39-4-644,174-40-3299,-118 34 0,155-31-985,0 1-1,1 2 1,1 3 0,1 1 0,1 1 0,1 3 0,1 1-1,1 2 1,-38 39 0,28-20-57,3 3 0,2 2 1,1 1-1,4 2 0,2 2 0,2 1 0,3 1 1,3 2-1,2 1 0,3 1 0,3 0 0,3 2 1,3 0-1,-9 128 0,20 93-71,5-225-96,3 0 0,23 98 0,-7-69-8,68 170 0,-77-230 0,2-1 0,2 0 0,0-1 0,2-1 0,1-1 0,1 0 0,2-2 0,49 44 0,-35-41 0,1-3 0,1-1 0,1-1 0,1-3 0,1-1 0,47 14 0,1-6 0,0-4 0,94 11 0,-37-19 0,203-4 0,-300-13 0,0-2 0,-1-2 0,0-2 0,69-21 0,-24-1 0,112-54 0,-163 64 0,0-3 0,-1-1 0,-2-2 0,-1-2 0,-1-2 0,-1-1 0,-1-2 0,-3-1 0,0-2 0,-2-1 0,-2-2 0,-2-1 0,-1 0 0,-3-2 0,-1-1 0,-2-1 0,21-66 0,-24 45 0,-2-1 0,-4-1 0,-2 0 0,-3 0 0,-4-70 0,-2 86 0,-3-1 0,-2 1 0,-2 0 0,-23-85 0,2 50 0,-4 1 0,-3 1 0,-52-88 0,26 68 0,-139-177 0,162 235 0,-2 2 0,-66-57 0,76 77 0,0 1 0,-2 1 0,0 2 0,-1 2 0,-36-15 0,32 19 1,0 1 1,-1 3-1,-50-9 0,-124-1-27,107 18-524,1 5 0,-119 18 0,-211 67-6572,89 4-4334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04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15031,'0'0'7427,"35"-4"-6565,-35 4-862,283-21 982,-212 18-631,363-26 1445,-328 10-1497,-81 12-267,-11-1-318,-12 3-111,-6 1-817,-35-12-6437,20 1 215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05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11381,'0'0'9082,"27"-2"-8469,-12 0-560,2 1-6,0 0 0,0 1 0,20 2-1,-28-1-24,-1 0 0,1 1-1,-1 1 1,1-1-1,-1 1 1,0 1-1,0-1 1,0 1 0,-1 1-1,13 9 1,-3 0 16,0 0 0,-1 2 1,-1 0-1,-1 1 0,15 21 0,-21-26-35,0 2-1,-1-1 0,-1 1 0,0 0 0,0 0 0,-2 0 0,0 1 0,4 21 0,-6-14-10,0-1 0,-2 32 1,0-44 4,-1 0 1,0 0-1,-1-1 1,0 1-1,0 0 1,-1-1 0,0 1-1,-7 12 1,2-8 9,-1-1 0,-1 0 0,0-1 1,0 0-1,-1 0 0,0-1 0,-17 11 1,-94 54 54,111-68-336,-2-1 0,1 0 0,-1 0 0,0-2 0,0 1 0,-23 3-1,35-7 234,1-1-1,0 0 1,0 0-1,0 0 0,0 0 1,0 0-1,0 0 0,0 0 1,0 0-1,-1 0 1,1 0-1,0 0 0,0 0 1,0 0-1,0 0 0,0 0 1,0 0-1,0 0 1,-1 0-1,1 0 0,0 0 1,0 0-1,0 0 0,0 0 1,0 0-1,0 0 1,0 0-1,0 0 0,-1 0 1,1 0-1,0 0 0,0 0 1,0 0-1,0-1 1,0 1-1,0 0 0,0 0 1,0 0-1,0 0 0,0 0 1,0 0-1,-1 0 0,1 0 1,0 0-1,0-1 1,0 1-1,0 0 0,0 0 1,0 0-1,0 0 0,0 0 1,0 0-1,0 0 1,0-1-1,0 1 0,0 0 1,0 0-1,0 0 0,0 0 1,0 0-1,0 0 1,0-1-1,0-16-4248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05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11157,'0'0'6718,"-16"34"-5971,16-34-747,-63 140 360,61-136-352,1-1-1,-1 0 1,1 1-1,0-1 1,0 1 0,1 0-1,-1-1 1,1 1-1,0 0 1,-1-1-1,2 1 1,-1 0 0,0-1-1,1 1 1,0-1-1,-1 1 1,1 0 0,3 4-1,-2-5-5,0 0-1,0-1 1,1 1-1,-1-1 1,1 0-1,0 0 1,-1 0-1,1 0 1,0 0-1,0 0 1,6 1-1,-3 0 0,6 2-20,1 0-1,-1-1 1,1 0 0,0-1 0,0-1-1,0 0 1,0-1 0,0 0 0,0-1-1,14-1 1,-15 0-21,-1-1 1,1 0-1,-1 0 0,1-1 1,-1-1-1,0 0 0,-1 0 0,1-1 1,-1 0-1,1-1 0,11-10 0,-7 5 110,-1-1 0,-1-1 0,0 0-1,-1-1 1,0 0 0,16-28 0,-27 51 2322,4 32-1955,-5-38-433,1 0 0,-1 0-1,1 0 1,0 0 0,0 0-1,0 0 1,0 0-1,1 0 1,-1-1 0,1 1-1,3 4 1,0-3 6,0-1 0,0 1 0,0-1-1,1 0 1,-1-1 0,1 0 0,-1 1 0,1-2 0,0 1-1,11 1 1,4 0 14,37-2-1,-57-1-23,2 1 5,1-1 1,-1 0-1,0-1 0,1 1 1,-1-1-1,0 1 1,0-1-1,1 0 1,-1 0-1,0 0 0,0-1 1,0 1-1,0-1 1,0 0-1,-1 0 1,1 0-1,0 0 0,-1 0 1,1 0-1,-1-1 1,0 1-1,0-1 1,0 0-1,0 0 1,0 1-1,-1-1 0,2-5 1,4-8 26,-2-1 0,0 1 1,-1-1-1,-1 0 1,0-1-1,-1 1 0,-1-32 1,-1 48-111,0 0 1,0 0 0,0 0 0,0 0-1,0 0 1,0 0 0,0 0 0,1 0-1,-1 1 1,0-1 0,1 0-1,-1 0 1,1 0 0,-1 0 0,1 1-1,-1-1 1,1 0 0,-1 1 0,1-1-1,0 0 1,-1 1 0,1-1 0,1 0-1,21-7-5514,-18 7 4408,23-5-7735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05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89 124 10229,'0'0'7608,"-15"12"-7437,-5 4-125,-18 19-1,37-34-41,-1 0 1,1 0-1,0 1 1,0-1-1,0 0 0,0 1 1,0-1-1,0 1 1,0-1-1,0 1 1,1-1-1,-1 1 0,0-1 1,1 1-1,-1 0 1,1-1-1,0 1 1,0 0-1,0-1 0,0 1 1,0 0-1,0 0 1,0-1-1,0 1 0,0 0 1,1-1-1,-1 1 1,1 0-1,-1-1 1,1 1-1,0-1 0,0 1 1,0-1-1,0 1 1,0-1-1,0 0 0,0 1 1,1 0-1,2 1-4,0 0-1,0 0 0,0 0 1,0-1-1,0 1 1,0-1-1,1 0 0,-1-1 1,1 1-1,7 1 0,-6-2-61,1 0 0,0 0 0,0 0 0,-1-1 0,1 0 0,0-1-1,-1 1 1,1-1 0,0-1 0,-1 1 0,1-1 0,-1 0 0,1 0 0,-1-1 0,0 0-1,0 0 1,0-1 0,-1 1 0,1-1 0,8-9 0,21-34 36,-29 37 118,0 1 1,0 0-1,1 1 1,0-1-1,1 1 1,14-12-1,-19 19-33,0-1-1,0 1 0,0 0 0,1 0 0,-1 0 0,0 0 1,1 0-1,-1 1 0,1 0 0,-1-1 0,0 1 1,1 0-1,-1 1 0,1-1 0,-1 1 0,0-1 0,1 1 1,-1 0-1,0 0 0,0 1 0,1-1 0,-1 1 0,0-1 1,0 1-1,-1 0 0,1 0 0,0 0 0,-1 1 0,1-1 1,2 5-1,12 15-56,-1 1 0,-1 0 0,-1 1 0,14 35 1,-21-47-154,-8-22 76,0-9 143,1 3-48,-1-1 34,2 1 0,3-27 0,-3 37-49,0 1-1,1-1 1,0 1 0,0-1-1,1 1 1,-1 0-1,1-1 1,0 2 0,0-1-1,1 0 1,4-4 0,0 0-117,1 1 1,0 1 0,0-1 0,1 2 0,0-1 0,1 1 0,18-8 0,-6 6-1817,0 0 0,43-8 0,-3 3-5048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0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201 321 7027,'0'0'9100,"-22"-6"-8611,-2 0-241,-45-5 0,66 11-217,1 0 0,0 0 1,-1 0-1,1 0 0,-1 1 0,1-1 1,-1 1-1,1-1 0,0 1 0,-1 0 0,1 0 1,0 0-1,0 1 0,0-1 0,0 0 1,0 1-1,0-1 0,0 1 0,0 0 1,1-1-1,-1 1 0,0 0 0,1 0 1,0 0-1,-1 0 0,1 1 0,0-1 1,0 0-1,0 0 0,0 5 0,-3 0 113,0 6-32,-1 0 0,2-1 0,0 2-1,0-1 1,1 0 0,1 0 0,0 1 0,1-1-1,1 16 1,-1-26-109,0-1-1,0 0 1,1 0-1,-1 1 1,1-1-1,-1 0 1,1 0 0,0 0-1,-1 0 1,1 0-1,0 0 1,1 0-1,-1 0 1,0 0-1,0 0 1,1 0-1,-1-1 1,1 1-1,0-1 1,-1 1 0,1-1-1,0 0 1,3 3-1,1-2-28,-1 0 1,1-1-1,-1 1 0,1-1 0,0 0 1,0 0-1,-1-1 0,9 0 0,-11 0-12,0 0-1,0-1 1,-1 1-1,1-1 0,0 1 1,-1-1-1,1 0 1,-1 0-1,1 0 0,-1 0 1,1 0-1,-1-1 1,0 1-1,0-1 0,4-3 1,-2 1-19,0 0 0,-1-1 0,1 1 0,-1-1 0,0 0 0,0 0 0,2-6 0,3-10-32,-2 0 1,0 0-1,3-22 1,-8 37 93,29-215 257,-17 106 570,-12 113-772,-1-2 88,0 1 0,0 0 0,1 0-1,-1 0 1,1 0 0,0 0-1,0 0 1,0 0 0,1 0 0,-1 0-1,4-5 1,-4 13 186,3 175-244,-1-136-136,2 1 0,13 48 0,-18-91-32,1-1 0,-1 1 1,0-1-1,1 1 0,-1-1 0,1 1 1,-1-1-1,1 0 0,0 1 1,0-1-1,-1 0 0,1 0 1,0 0-1,0 1 0,0-1 0,0 0 1,3 1-1,-2-1-411,1 0 0,-1-1 0,1 1 0,0-1 0,-1 1 0,1-1 0,0 0 0,4 0 0,-4 0 70,26-3-5208,11-10-3217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07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21 6355,'0'0'8596,"5"-5"-7948,-1 1-565,10-8 54,-9 15-27,-3 12 112,-1 159 1803,-1-171-2018,0 1-1,0-1 0,1 0 0,-1 0 1,1 0-1,0 1 0,0-1 0,0 0 1,0 0-1,1 0 0,-1 0 1,1-1-1,0 1 0,0 0 0,0-1 1,0 1-1,0-1 0,0 1 0,1-1 1,-1 0-1,1 0 0,0 0 0,4 2 1,-2-2 2,1 0 0,-1 0 0,1 0 1,0-1-1,-1 0 0,1 0 0,0 0 1,0-1-1,0 1 0,0-1 1,12-2-1,-16 1-3,1 1-1,0-1 1,-1 0 0,1 0 0,-1 0 0,1 0-1,-1 0 1,1 0 0,-1-1 0,0 1 0,1-1 0,-1 0-1,0 0 1,0 0 0,-1 0 0,1 0 0,0 0-1,-1 0 1,1 0 0,-1-1 0,1 1 0,-1-1 0,0 1-1,0-1 1,0 1 0,0-5 0,2-6 15,-1 0 0,-1 0 0,0 0 0,-1-17 1,0 17 22,0 10-18,0 1 1,0-1 0,0 1 0,-1-1-1,1 1 1,0 0 0,-1-1 0,0 1-1,0-1 1,1 1 0,-1 0 0,-1-1-1,-1-2 1,2 4-3,0 0-1,-1-1 1,0 1 0,1 0-1,-1 0 1,0 0 0,1 0-1,-1 0 1,0 0-1,0 0 1,0 1 0,0-1-1,0 1 1,0-1 0,0 1-1,-4-1 1,-1 1-5,-1-1 0,0 1-1,0 0 1,1 1 0,-1 0 0,0 0-1,1 1 1,-1 0 0,1 0 0,-1 0 0,-8 5-1,11-4-16,0 0-1,0 1 1,0-1-1,0 1 1,1 0 0,-1 0-1,1 1 1,0-1-1,0 1 1,1 0-1,-1 0 1,1 0-1,0 1 1,-4 10-1,4-8-8,1 0 1,0 0-1,0 0 1,0 0-1,1 0 0,1 0 1,-1 14-1,1-19-14,1 0-1,-1 0 0,0 1 1,1-1-1,0 0 0,0 0 1,0 0-1,0 0 1,0 0-1,1 0 0,-1 0 1,1 0-1,0 0 1,0-1-1,0 1 0,0-1 1,0 1-1,0-1 0,1 0 1,4 3-1,2 0-197,1 0 0,0-1 0,-1-1 1,1 0-1,0 0 0,21 2 0,-1-2-1137,33-1 0,-58-3 1191,0 1 0,0-1 0,0 0 0,0 0 0,0-1 1,0 0-1,0 1 0,0-2 0,0 1 0,-1 0 0,1-1 1,-1 0-1,0 0 0,0 0 0,0-1 0,7-7 0,3-7-253,1 0 1,18-33-1,-14 21 290,21-23 102,-36 48 251,1 0 0,0 0 0,0 1 0,0 0 0,0-1 0,1 2 0,9-6 0,-15 9-177,0 0 0,1-1-1,-1 1 1,0 0 0,1 0-1,-1 0 1,1 0 0,-1 0-1,0 0 1,1 0-1,-1 0 1,1 0 0,-1 0-1,1 0 1,-1 0 0,0 0-1,1 0 1,-1 0 0,1 0-1,-1 0 1,0 0-1,1 0 1,-1 1 0,1-1-1,-1 0 1,0 0 0,1 1-1,-1-1 1,0 0 0,1 0-1,-1 1 1,0-1-1,0 0 1,1 1 0,-1-1-1,0 0 1,0 1 0,0-1-1,1 0 1,-1 1 0,0-1-1,0 1 1,0-1 0,0 1-1,0 0 1,2 23-50,-2-17 203,3 190 426,-3-197-613,0 0 1,1 1-1,-1-1 1,0 0-1,0 0 1,0 0-1,0 0 1,0 0 0,1 0-1,-1 0 1,0 0-1,0 0 1,0 0-1,0 0 1,1 1-1,-1-1 1,0 0-1,0 0 1,0 0-1,1 0 1,-1 0-1,0 0 1,0-1-1,0 1 1,0 0-1,1 0 1,-1 0-1,0 0 1,0 0-1,0 0 1,0 0-1,1 0 1,-1 0 0,0 0-1,0 0 1,0-1-1,0 1 1,0 0-1,1 0 1,-1 0-1,0 0 1,0 0-1,0-1 1,0 1-1,0 0 1,0 0-1,0-1 1,9-6 432,-1-6-197,1 2-1,1-1 1,14-13 0,-21 22-206,1-1 1,0 2-1,0-1 1,0 0 0,0 1-1,0-1 1,1 1-1,-1 0 1,1 1 0,-1-1-1,1 1 1,0 0 0,-1 0-1,10 0 1,-12 1-46,0 0 1,0 1 0,-1-1-1,1 1 1,0 0 0,-1-1-1,1 1 1,-1 0 0,1 0-1,-1 0 1,1 0-1,-1 0 1,0 0 0,1 1-1,-1-1 1,0 0 0,0 1-1,0-1 1,0 1 0,0-1-1,0 1 1,-1-1 0,1 1-1,0-1 1,-1 1-1,1 3 1,0-3-41,0 1 0,0-1 0,0 1 0,0-1 0,1 0 0,-1 1 0,1-1 0,-1 0 0,1 0 0,0 0 0,-1 0 1,1 0-1,0 0 0,1-1 0,-1 1 0,0-1 0,4 3 0,7-2-214,1 1-1,-1-2 1,0 0 0,0-1 0,25-2 0,2 0 204,37 7 631,-47-2-574,32-2 0,-55-2-6,-1 0 1,1 0-1,-1-1 0,1 0 0,-1 0 1,0 0-1,0-1 0,0 0 1,7-4-1,-10 5 43,1-1-1,-1 1 1,1-1 0,-1 1-1,0-1 1,0 0 0,0 0-1,-1 0 1,1-1 0,-1 1-1,0-1 1,1 1 0,-2-1-1,1 0 1,2-7 0,-4 11-25,0 0 0,0 0 1,0 0-1,0-1 0,0 1 0,0 0 1,0 0-1,0 0 0,0 0 1,0-1-1,0 1 0,0 0 1,0 0-1,0 0 0,1 0 0,-1 0 1,0-1-1,0 1 0,0 0 1,0 0-1,0 0 0,0 0 1,0 0-1,0 0 0,1-1 0,-1 1 1,0 0-1,0 0 0,0 0 1,0 0-1,0 0 0,1 0 1,-1 0-1,0 0 0,0 0 1,0 0-1,0 0 0,0 0 0,1 0 1,-1 0-1,0 0 0,0 0 1,0 0-1,0 0 0,1 0 1,-1 0-1,0 0 0,0 0 0,0 0 1,9 10 254,11 24-476,-13-23 301,-2-1-99,0-1 1,-1 1-1,0 0 0,0 1 1,-1-1-1,-1 1 0,0-1 1,0 1-1,-1 0 1,0 0-1,-1 0 0,-1 12 1,1-13-22,1-3-41,-1 1 0,0 0-1,0 0 1,-1-1 0,0 1 0,-1 0 0,1-1 0,-2 1 0,1-1 0,-1 1 0,-4 8 0,-4-2-478,0-1-1,-1-1 1,0 0 0,-1 0 0,0-1-1,-1-1 1,-23 14 0,-51 25-6649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39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1 993 13078,'0'0'723,"26"-19"176,-5 3-564,2-2 110,0 1 0,2 1 1,0 2-1,1 0 0,47-17 1,352-85 1522,-113 37 44,-179 36-727,193-90-1,13-9-259,146-75 485,-469 209-1330,0 0 0,-1-2 0,-1 0 0,1 0 0,-2-1 0,0-1-1,0-1 1,16-20 0,-28 30-1034,-7 5 388,-12 9-567,-98 62-8718,34-29-4698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0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3 330 8148,'0'0'5842,"-1"-1"-5488,1 0-1,0 0 0,-1 1 0,1-1 0,0 0 1,0 0-1,-1 0 0,1 0 0,0 0 0,0 0 1,0 0-1,1 0 0,-1 0 0,0 0 0,0 0 1,0 0-1,1-1 0,3-2-108,0 1 0,1 0-1,-1 0 1,1 1 0,-1-1 0,1 1 0,0 0-1,8-2 1,48-11 643,-37 10-567,511-75 2279,-354 58-2073,273-28 797,-18 2-82,-360 36-909,115-36-1,-187 47-327,10-1-42,-162-1-11104,57 3-136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5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14054,'0'0'9325,"-3"14"-8888,-1 6-197,0 1 0,2 0 1,1-1-1,0 1 0,4 23 0,7 342 2380,-11-275-2412,1-109-272,0-4-254,0-13-547,0-25-2982,6-50 1,12-9-2781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5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 8148,'0'0'12744,"-4"13"-12349,-8 18-208,-2 0 1,-1-2-1,-1 1 0,-24 32 1,17-34-49,-2 0 0,-46 40 1,-62 37 10,127-98-151,6-7 2,-1 0-1,1 0 1,0 0 0,0 0 0,0 0-1,0 0 1,0 0 0,-1 0-1,1 0 1,0 1 0,0-1-1,0 0 1,0 0 0,0 0-1,0 0 1,0 0 0,0 0 0,0 1-1,-1-1 1,1 0 0,0 0-1,0 0 1,0 0 0,0 0-1,0 0 1,0 1 0,0-1-1,0 0 1,0 0 0,0 0-1,0 0 1,0 1 0,0-1 0,0 0-1,0 0 1,0 0 0,0 0-1,0 0 1,0 1 0,0-1-1,1 0 1,-1 0 0,0 0-1,0 0 1,0 0 0,0 0 0,0 0-1,0 1 1,0-1 0,0 0-1,1 0 1,-1 0 0,0 0-1,0 0 1,54 5 525,54 5 429,176 39 0,-284-49-1011,1 0 0,0 0 1,0 0-1,-1 0 0,1 1 0,0-1 1,-1 0-1,1 0 0,0 0 0,0 1 0,-1-1 1,1 0-1,0 1 0,-1-1 0,1 1 1,-1-1-1,1 1 0,-1-1 0,1 1 1,-1-1-1,1 1 0,-1-1 0,1 1 0,-1 0 1,1-1-1,-1 1 0,0 0 0,0-1 1,1 1-1,-1 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7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15031,'0'0'6195,"2"17"-5480,-1-5-573,1 18 216,2 0 0,8 31 0,-7-38 11,-1-1 0,1 32 0,-4-12-2599,0-57-2585,4-10-3200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37 12630,'0'0'7070,"8"26"-6667,23 85 50,-27-99-346,-1 1 0,0 0 0,0-1 0,-2 1 0,0 0 0,0 17 0,-1-10 113,-1-20-212,1 1 0,-1-1 0,1 1 1,-1-1-1,1 0 0,-1 1 0,0-1 1,1 0-1,-1 1 0,1-1 0,-1 0 1,0 0-1,1 0 0,-1 1 1,0-1-1,1 0 0,-1 0 0,0 0 1,1 0-1,-1 0 0,0 0 0,1-1 1,-1 1-1,0 0 0,0 0 0,-1 0-1,1-1 0,-1 1 0,1 0 0,-1 0 0,1-1 0,-1 1 0,1-1 0,-1 1 0,1-1 0,0 0 0,-1 0 0,1 1 0,-2-3 0,0-2-2,0 0 1,1 0-1,-1-1 1,1 1-1,1-1 1,-1 0-1,1 1 1,0-1-1,0 0 1,0-8-1,2-68 29,0 61-32,-1 16 4,0 0 0,1 0 0,-1 0 1,1 1-1,0-1 0,1 0 0,-1 1 0,1-1 1,0 1-1,0-1 0,0 1 0,1 0 0,-1 0 1,1 0-1,0 0 0,1 0 0,-1 1 0,6-5 1,-3 4 22,0 0 0,0 0 1,0 1-1,0 0 0,1 0 0,-1 1 1,1 0-1,0 0 0,0 0 1,0 1-1,0 0 0,10 0 1,0 0 80,-11 0-66,1 0 0,-1 1-1,0 0 1,0 0 0,0 0-1,1 1 1,-1 0 0,0 0 0,0 0-1,0 1 1,11 4 0,-12-2-25,1 1 0,-1-1 1,0 1-1,-1 0 0,1 0 1,-1 0-1,7 12 1,20 43 134,-29-57-141,0 4-22,1-1 0,-2 1 0,1 0 0,-1 0 0,0-1 0,0 1 0,-1 0 0,0 0 0,-1 8 0,1 4-424,0-19 287,0 0-1,0 1 0,0-1 0,1 1 0,-1-1 0,0 0 0,0 1 1,0-1-1,1 1 0,-1-1 0,0 0 0,0 1 0,1-1 0,-1 0 0,0 0 1,0 1-1,1-1 0,-1 0 0,1 0 0,-1 1 0,0-1 0,1 0 1,-1 0-1,0 0 0,1 0 0,-1 1 0,1-1 0,-1 0 0,0 0 0,1 0 1,-1 0-1,1 0 0,-1 0 0,1 0 0,-1 0 0,0 0 0,1 0 1,-1 0-1,1-1 0,18-3-3420,19-13-4688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8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7 2865,'0'0'17219,"-2"-1"-17126,0 0-63,-1 0-1,1 0 1,-1 0 0,1 1-1,-1-1 1,1 1-1,-1 0 1,1 0-1,-1 0 1,0 0 0,1 0-1,-1 0 1,1 1-1,-1-1 1,1 1 0,-1 0-1,1 0 1,-1 0-1,1 0 1,-4 2-1,-10 5 291,-25 17-1,39-24-285,-10 6 168,8-5-134,-1 0-1,1 1 0,0-1 1,0 1-1,1 0 0,-1 0 0,1 1 1,-1-1-1,-4 7 0,8-8-80,6-1 32,139-1 541,-139 9 11,1 14-151,-2 0 1,0 0-1,-2 0 1,1 34-1,11 342 847,-14-382-1259,0 3 0,-3 29 0,2-47-8,-1-1-1,1 0 0,0 0 0,-1 0 1,1 0-1,-1 0 0,0 0 1,1 0-1,-1 0 0,0 0 0,0-1 1,1 1-1,-1 0 0,0 0 1,0-1-1,0 1 0,0 0 0,0-1 1,0 1-1,0-1 0,0 1 0,0-1 1,0 1-1,0-1 0,0 0 1,-1 0-1,1 1 0,-1-1 0,-38 2-170,33-2 86,3 0-47,0 0 0,0 0 0,0 0 0,0-1 0,0 1 0,0-1 0,0 0 0,0 0 0,0-1 0,0 1 0,1-1 0,-1 1 0,1-1 0,-1 0 0,1-1 0,0 1 0,-1-1 0,1 1 0,0-1 0,1 0 0,-1 0 0,0 0 0,1 0 0,0-1 0,0 1 0,0-1 0,0 1 1,0-1-1,1 0 0,0 0 0,-2-3 0,0-5-820,-1 0 0,2 0 0,-3-15 1,3-44-4332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8436,'0'0'16263,"181"-3"-15734,-135 0-337,-1 0-64,-12-6-96,-8 2 0,-13 1-32,0 3 0,-9 0-32,0 0-224,0-3-1041,3 0-1840,6-6-2802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9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58 7507,'0'0'5320,"3"-4"-4399,9-16 1181,-11 19-1950,-1 1 1,0-1-1,1 0 1,-1 1-1,0-1 1,1 0-1,-1 1 1,0-1-1,1 0 0,-1 1 1,0-1-1,0 0 1,0 1-1,0-1 1,0 0-1,0 0 1,0 1-1,0-1 0,0 0 1,0 0-1,0 1 1,0-1-1,-1 0 1,1 1-1,0-1 1,-1 0-1,1 1 1,0-1-1,-1 0 0,1 1 1,0-1-1,-1 1 1,1-1-1,-1 1 1,1-1-1,-1 1 1,0-1-1,1 1 0,-1-1 1,1 1-1,-2-1 1,-11-1 37,-1 0 0,1 1 0,-1 0 0,0 1 0,1 0 0,-1 1 0,-16 4 1,22-3-130,0 1 1,0-1-1,0 2 1,0-1 0,1 1-1,-1 1 1,1-1 0,0 1-1,0 0 1,1 1-1,-1 0 1,1 0 0,1 0-1,-1 1 1,-7 11 0,7-8-17,0-1 0,1 2 1,0-1-1,1 1 1,0-1-1,1 1 1,0 0-1,0 0 1,1 1-1,1-1 0,-1 14 1,3-24-45,-1 1 1,0-1 0,1 0-1,-1 0 1,0 0-1,1 0 1,-1 0-1,1 1 1,0-1 0,-1 0-1,1 0 1,0 0-1,0-1 1,-1 1-1,1 0 1,0 0 0,0 0-1,0-1 1,0 1-1,0 0 1,0-1-1,0 1 1,0-1 0,1 1-1,-1-1 1,0 1-1,0-1 1,0 0-1,1 0 1,-1 0-1,2 1 1,8 0 22,-1 0 1,20-2-1,-18 1 13,-4 0-27,0 0-1,0 0 1,0-1 0,0 0-1,0 0 1,-1-1 0,1 0 0,-1-1-1,1 1 1,-1-1 0,0-1-1,0 0 1,0 0 0,0 0-1,-1 0 1,1-1 0,-1 0-1,8-10 1,-10 12-5,-1-1 0,1 0 1,-1-1-1,0 1 0,0-1 0,0 1 0,-1-1 1,1 0-1,-1 0 0,-1 0 0,1 0 0,-1 0 0,1 0 1,-2-1-1,1 1 0,0-8 0,-11 13-1934,-80 0-9220,60 0 4749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49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3073,'0'0'17320,"0"19"-15914,5 139 537,-4 100-364,-1-275-1550,0-13 29,5-44-1,-4 64-52,1 1-1,0-1 1,1 1-1,0 0 0,0 0 1,1 0-1,0 0 1,10-14-1,-7 12 20,1 1 0,0 0 0,1 1 0,0 0 1,0 0-1,13-8 0,-16 13 3,1 0-1,0 0 1,0 0 0,0 1 0,1 0 0,-1 0 0,1 1 0,0 0-1,-1 1 1,16-2 0,-19 3-27,0-1 1,0 1-1,0 0 0,-1 0 0,1 0 0,0 0 1,0 1-1,0 0 0,-1 0 0,1 0 0,0 0 1,-1 0-1,1 1 0,-1-1 0,1 1 0,-1 0 1,0 0-1,0 1 0,0-1 0,0 1 0,0-1 1,0 1-1,-1 0 0,1 0 0,-1 0 0,4 6 1,-2-2-13,1 0 0,-1 1 0,-1-1 0,1 1 0,-1 0 0,-1 0 0,1 0 0,-1 0 0,-1 0 1,0 1-1,0-1 0,0 13 0,-1-22 11,0 1 0,0 0 0,0 0 0,0 0 0,0 0 0,0 0 0,-1 0 0,1-1 0,0 1 0,0 0 0,0 0 0,0 0 0,0 0 0,0 0 0,0 0 0,0 0 0,-1 0 0,1 0 0,0 0 0,0-1 0,0 1 0,0 0 0,0 0 0,0 0 0,-1 0 0,1 0 0,0 0-1,0 0 1,0 0 0,0 0 0,0 0 0,-1 0 0,1 0 0,0 0 0,0 0 0,0 0 0,0 0 0,0 0 0,0 1 0,-1-1 0,1 0 0,0 0 0,0 0 0,0 0 0,0 0 0,0 0 0,0 0 0,0 0 0,-1 0 0,1 0 0,0 1 0,0-1 0,0 0 0,0 0 0,0 0 0,0 0 0,0 1 0,-2-9 3,0 1-1,1-1 1,0 1-1,1-1 1,0 0 0,0 1-1,0-1 1,1 1-1,0-1 1,1 1-1,-1-1 1,1 1 0,1 0-1,-1 0 1,1 0-1,1 0 1,-1 0-1,1 1 1,1-1 0,-1 1-1,10-10 1,-9 11 3,1 1 0,0-1-1,0 1 1,0 1 0,1-1 0,-1 1 0,1 0 0,0 0-1,12-2 1,-4 2 1,0 1 0,1 0 0,22 1 0,-36 1-8,0 0 0,0 0-1,1 0 1,-1 1 0,0-1 0,0 1 0,0-1 0,0 1-1,1 0 1,-1 0 0,0 0 0,0 0 0,-1 0 0,1 0-1,0 0 1,0 1 0,0-1 0,-1 1 0,1-1 0,-1 1-1,1 0 1,-1-1 0,0 1 0,1 0 0,-1 0 0,0 0 0,0 0-1,-1 0 1,1 0 0,1 4 0,0 5-21,0 0 0,-1 0-1,0 0 1,-2 22 0,1-15-13,0-12-327,-1 8 328,32-19-15195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0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 15559,'0'0'5982,"-34"16"-5246,-112 54 6,123-58-417,1 0 1,-33 24 0,47-29-212,1 0 0,0 1 0,0-1 1,0 2-1,1-1 0,-6 11 0,9-14-91,0 0-1,0 1 1,1-1-1,-1 1 0,1 0 1,1 0-1,-3 9 1,4-13-27,0 0 0,-1-1 1,1 1-1,0-1 0,0 1 0,0 0 1,1-1-1,-1 1 0,0 0 1,0-1-1,1 1 0,-1-1 0,1 1 1,0-1-1,-1 1 0,1-1 1,0 1-1,0-1 0,0 0 1,0 1-1,0-1 0,0 0 0,0 0 1,0 0-1,1 0 0,-1 0 1,0 0-1,1 0 0,-1 0 1,1 0-1,-1-1 0,1 1 0,1 0 1,10 2-145,0 0 0,0-1 1,0-1-1,1 0 1,-1-1-1,0 0 0,1-1 1,-1 0-1,0-1 0,0-1 1,0 0-1,0 0 1,-1-2-1,18-7 0,-3-5-46,29-22-1,-9 5 133,-44 33 92,10-5 994,-13 10-768,0 4-122,0 12 290,3 31 0,-2-45-408,0 0 1,1 0-1,-1 0 0,1 0 0,0 0 1,1 0-1,-1-1 0,1 1 1,6 8-1,-8-13-165,0 0 0,-1 0 0,1 0 0,0 0 0,0 0 0,0 0 0,0-1 0,0 1 0,0 0 0,0-1 0,0 1 0,0-1 0,0 1-1,0-1 1,0 1 0,0-1 0,0 0 0,0 1 0,1-1 0,-1 0 0,0 0 0,0 0 0,0 0 0,0 0 0,1 0 0,-1 0 0,0 0 0,0-1 0,0 1 0,0 0 0,1-1 0,0 0 0,1-1-528,0 1 0,-1-1 0,1 0 0,-1 0 0,1 0 0,-1-1 0,0 1-1,0-1 1,0 1 0,3-5 0,16-31-5752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77 1505,'0'0'17690,"5"18"-16188,15 61-520,-17-66-790,-1-1-1,-1 1 1,0 1-1,-1-1 1,0 0-1,-3 21 1,2-24-143,1-9-45,-1 0-1,1-1 1,0 1 0,0 0-1,0-1 1,0 1-1,-1-1 1,1 1-1,0 0 1,0-1 0,-1 1-1,1-1 1,0 1-1,-1-1 1,1 1-1,-1-1 1,1 1 0,-1-1-1,1 1 1,-1-1-1,1 0 1,-1 1-1,1-1 1,-1 0 0,0 1-1,1-1 1,-1 0-1,1 0 1,-1 1-1,0-1 1,1 0 0,-1 0-1,0 0 1,1 0-1,-1 0 1,0 0-1,1 0 1,-1 0 0,0 0-1,1-1 1,-1 1-1,1 0 1,-1 0-1,0 0 1,1-1 0,-1 1-1,1 0 1,-1-1-1,1 1 1,-1 0 0,1-1-1,-2 0 1,1-4 16,-1 0 0,1 0 0,0 0 0,0 0 1,1 0-1,-1 0 0,1-1 0,0-4 0,0-3 25,0 8-32,-1-14 34,1 0-1,3-20 1,-2 33-16,0-1 1,1 1 0,0 0 0,0-1-1,0 1 1,1 0 0,0 1 0,0-1-1,7-9 1,-5 8 31,1-1 0,0 1 1,1 1-1,0-1 0,0 1 0,0 0 1,1 1-1,-1 0 0,1 0 0,16-7 1,-13 9 3,-1-1 0,1 2 1,0 0-1,0 0 0,0 0 1,0 2-1,0-1 1,21 3-1,-27-1-66,0 0 0,0 1 0,0-1-1,0 1 1,0 0 0,-1 0 0,1 0 0,-1 1 0,1 0 0,-1 0 0,0 0 0,0 0-1,0 1 1,0-1 0,-1 1 0,0 0 0,1 0 0,-1 0 0,2 5 0,0-1-15,-1 0 1,0 0 0,0 0 0,-1 0-1,0 1 1,-1 0 0,0-1 0,0 1-1,-1 0 1,1 12 0,-2 27-1433,0-48 1331,0 1 0,0-1 0,0 0 0,0 1-1,0-1 1,0 0 0,0 1 0,0-1 0,0 0 0,0 1 0,1-1 0,-1 0 0,0 0 0,0 1 0,0-1 0,0 0 0,1 1 0,-1-1-1,0 0 1,0 0 0,0 0 0,1 1 0,-1-1 0,0 0 0,0 0 0,1 0 0,-1 0 0,0 1 0,1-1 0,-1 0 0,0 0 0,1 0 0,-1 0-1,0 0 1,0 0 0,1 0 0,-1 0 0,0 0 0,1 0 0,-1 0 0,0 0 0,1 0 0,-1 0 0,0 0 0,1 0 0,-1 0 0,0 0-1,1-1 1,4 1-1292,24 0-6314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12390,'0'0'10484,"18"182"-9443,-3-112-385,0-4-320,0 1-111,1-10-129,-10-11-96,-6-1-16,0-9 0,-3-11-465,-34-7-1087,-14-12-1298,-10-6-1712,4 0-3746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1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0 248 3346,'0'0'14310,"212"-75"-12357,-130 54-977,6 2-607,0-2-369,-4-9-465,-11-6-2800,-12-10-5347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61 12854,'0'0'9716,"-4"16"-9500,0 1-132,0 1 29,0 0 0,2 1 0,-2 36 1,4-36-75,-1-9-22,1 1 0,1-1 0,2 20 0,-2-28-23,-1 1 0,1-1-1,0 1 1,0-1 0,0 1 0,0-1 0,0 0 0,1 1 0,-1-1 0,1 0-1,-1 0 1,1 0 0,0 0 0,0 0 0,0-1 0,0 1 0,0 0 0,0-1 0,0 0-1,4 2 1,-2-1-62,0 0-1,0-1 1,0 0-1,1 0 1,-1 0-1,0 0 1,1-1-1,-1 1 0,0-1 1,1 0-1,-1 0 1,1-1-1,-1 0 1,0 1-1,1-1 1,-1-1-1,0 1 1,0-1-1,0 1 0,0-1 1,0 0-1,0-1 1,0 1-1,-1-1 1,6-4-1,3-8 85,-2 1 0,0-1-1,0 0 1,-2-1 0,0 0-1,0-1 1,-2 0 0,6-21 0,-10 25 1238,-3 27-878,1 6-370,0-10 13,-1 0 0,2 1 0,2 15 0,-3-23-21,1 0 0,0 0 0,0 0 0,0 0-1,0-1 1,1 1 0,-1 0 0,1 0 0,0-1-1,-1 1 1,1-1 0,1 1 0,-1-1 0,0 0-1,0 0 1,4 2 0,0 0-207,1-1 0,0 0-1,0-1 1,1 0 0,-1 0 0,0 0 0,1-1-1,-1 0 1,1 0 0,-1-1 0,1 0-1,7-1 1,-2 1-443,-10 0 555,0 0 0,0 0 0,0-1 0,0 1 0,0-1 0,-1 0 0,1 1 0,0-1 0,0 0 0,-1-1 0,1 1 0,0 0 0,-1-1 0,0 1 0,1-1 0,3-4 0,-3 2 46,0 0 1,0 1 0,0-1 0,-1-1 0,1 1-1,-1 0 1,0-1 0,-1 1 0,3-8 0,0-8 250,-2 0 0,1-1-1,-2-39 1,-1 46-33,1-14 443,-1 21-352,1 0 0,-1 0 0,0 0 1,-1-1-1,-2-9 0,2 14-112,1 4-175,0-1 1,0 0-1,0 0 0,0 0 1,0 0-1,1 0 1,-1 0-1,0 0 1,0 0-1,0-1 0,0 1 1,0 0-1,0 0 1,0 0-1,0 0 0,0 0 1,0 0-1,0 0 1,0 0-1,1 0 0,-1 0 1,0 0-1,0 0 1,0 0-1,0 0 0,0 0 1,0 0-1,0 0 1,0 0-1,0 0 0,0-1 1,0 1-1,0 0 1,0 0-1,0 0 0,0 0 1,0 0-1,0 0 1,0 0-1,0 0 0,0 0 1,0 0-1,0 0 1,0-1-1,0 1 0,0 0 1,0 0-1,0 0 1,0 0-1,0 0 0,0 0 1,0 0-1,0 0 1,0 0-1,0 0 0,0 0 1,0 0-1,0 0 1,0-1-1,-1 1 1,27 0-4665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2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68 9316,'0'0'12094,"-26"18"-11830,-8 5-200,-36 30 0,67-50-63,0 0 1,0 0-1,1 0 0,-1 0 0,1 1 1,-1-1-1,1 1 0,0-1 1,0 1-1,1 0 0,-1 0 0,1 0 1,0 0-1,0 0 0,0 0 1,0 0-1,1 0 0,0 0 1,0 0-1,0 0 0,0 1 0,1 4 1,0 7-5,-1-11 15,0 3-101,0 0 1,0 1-1,1-1 0,0 0 1,5 16-1,-6-22-4,1 0 0,0 0 0,0 0 0,0 0 0,0 0 0,1-1 0,-1 1 0,0 0 0,1-1 0,-1 1 0,1-1 0,0 0 0,-1 1 0,1-1 0,0 0 0,0 0-1,0 0 1,-1 0 0,1-1 0,0 1 0,0 0 0,0-1 0,1 1 0,-1-1 0,0 0 0,0 0 0,0 0 0,3 0 0,-3 0 76,-1 0 0,1 0 0,-1 0 0,1-1 0,-1 1 0,1 0 0,-1-1 0,0 1 0,1-1 0,-1 0 0,0 1 0,0-1 0,1 0 0,-1 0-1,0 0 1,0 0 0,0 0 0,0 0 0,0 0 0,0 0 0,1-2 0,14-33 119,-8 15-32,12-27 242,-12 27-63,0 0-1,2 1 1,0 0-1,1 1 1,1 0 0,17-19-1,-26 35-135,0 0 0,0 0-1,0 1 1,0-1 0,1 1 0,-1 0-1,1 0 1,-1 0 0,1 1 0,0-1 0,6-1-1,0 1 134,0 1-1,0 0 0,15 0 0,-23 1-247,-1 1 0,1-1 0,0 0 0,-1 0 0,1 1 0,-1-1 0,1 1 0,-1-1-1,1 1 1,-1 0 0,1-1 0,-1 1 0,0 0 0,1 0 0,-1 0 0,0 0 0,0 0 0,2 3-1,0-1-8,-1 1 0,0-1 0,0 1-1,0 0 1,0 0 0,-1-1 0,2 6-1,0 4-25,0 1-1,-1 0 1,1 19-1,-1-14 16,-1-11-41,-1 0 0,0 0 0,0 0 0,0 0 0,-3 15 0,-5-14-51,8-9 114,0 0 0,0 0 1,-1 0-1,1 0 0,0 0 1,0 0-1,-1 0 1,1 0-1,0 0 0,0 0 1,-1 0-1,1 0 0,0 0 1,0 0-1,-1 0 0,1 0 1,0 0-1,0 0 0,0-1 1,-1 1-1,1 0 1,0 0-1,0 0 0,0 0 1,-1 0-1,1-1 0,0 1 1,0 0-1,0 0 0,0 0 1,-1 0-1,1-1 0,0 1 1,0 0-1,0 0 1,0 0-1,0-1 0,0 1 1,0 0-1,0 0 0,0-1 1,0 1-1,0 0 0,0 0 1,0-1-1,0 1 0,0 0 1,0 0-1,0-1 1,0 1-1,0 0 0,0 0 1,0 0-1,0-1 0,0 1 1,0 0-1,0 0 0,1-1 1,-1-6 22,1-1 1,0 0-1,1 1 1,0-1-1,0 1 1,1 0-1,0 0 1,0 0-1,0 0 1,1 0-1,0 1 1,0-1-1,1 1 1,8-9-1,2 0 110,0 0 0,1 2 0,1 0-1,22-15 1,-34 26-74,-1 0 1,1-1-1,0 2 0,-1-1 0,1 0 1,0 1-1,0 0 0,0 0 0,0 0 1,0 1-1,0 0 0,10 0 0,-8 0-36,-5 1-26,-1-1 0,1 0 0,-1 1 1,0-1-1,1 1 0,-1-1 0,0 1 1,1 0-1,-1-1 0,0 1 0,0 0 0,1 0 1,-1 0-1,0 0 0,0 0 0,0 0 1,0 0-1,0 0 0,-1 1 0,1-1 1,0 0-1,-1 1 0,1-1 0,0 0 1,-1 1-1,1-1 0,-1 3 0,3 6-27,-1 1 0,2 19-1,-2-17 37,-2-11 5,1 1 1,-1-1-1,1 1 1,0-1-1,-1 0 1,1 1-1,0-1 1,0 0-1,1 0 1,-1 1-1,3 2 1,-4-5-4,0 0 0,1 1 0,-1-1 0,1 0 0,-1 1 0,1-1 0,-1 0 0,0 0 0,1 1 0,-1-1 0,1 0 0,-1 0 0,1 0 0,-1 0 0,1 0-1,-1 0 1,1 0 0,0 0 0,-1 0 0,1 0 0,-1 0 0,1 0 0,1 0 4,-1-1-1,0 0 0,0 1 0,0-1 0,0 0 0,1 0 1,-1 1-1,0-1 0,0 0 0,-1 0 0,1 0 1,1-2-1,18-24 14,-13 17-44,0-1 1,1 1-1,0 0 1,1 1-1,0 0 1,19-15 0,-27 23 8,0 1 0,-1-1 1,1 1-1,0-1 0,0 1 1,0-1-1,0 1 0,0 0 1,0-1-1,-1 1 1,1 0-1,0 0 0,0 0 1,0 0-1,0 0 0,0 0 1,0 0-1,0 0 0,0 0 1,0 0-1,0 0 0,0 0 1,0 1-1,0-1 0,-1 0 1,1 1-1,0-1 1,0 1-1,0-1 0,0 1 1,-1-1-1,1 1 0,0 0 1,-1-1-1,2 2 0,1 2 9,-1 0-1,0 0 1,0 0-1,0 0 0,3 9 1,0 0-19,2 2 10,10 19-29,-16-33 45,0 0 0,0 0 0,0 1 1,0-1-1,1 0 0,-1 0 0,0 0 1,0 0-1,1-1 0,-1 1 0,1 0 0,-1 0 1,1-1-1,-1 1 0,1-1 0,-1 0 1,1 1-1,-1-1 0,4 0 0,-2 1 16,-1-1 1,1-1-1,-1 1 0,1 0 1,-1 0-1,1-1 0,-1 0 0,1 1 1,-1-1-1,1 0 0,-1 0 0,0 0 1,3-2-1,-2 0 9,1-1 1,-1 1 0,0-1-1,0 0 1,4-6-1,-4 6-22,14-24 121,-11 19-96,0-1 0,0 1 0,11-11 1,-17 19-51,9 59-510,13-63 305,-13 11 191,-7-4 16,1 0-1,-1-1 1,1 1 0,-1 0-1,1-1 1,0 0-1,0 0 1,0 0 0,-1 0-1,1 0 1,0 0-1,0-1 1,1 1 0,4-1-1,-5 0 4,0 0-1,0 0 0,0 0 1,0 0-1,0 0 1,-1-1-1,1 0 0,0 1 1,0-1-1,-1 0 1,1 0-1,0-1 1,-1 1-1,1 0 0,2-3 1,-2 0 11,1 0 0,-1 0 0,0 0 0,-1-1 1,1 1-1,-1-1 0,2-5 0,-3 10 0,27-55 301,-27 54-15,-1 4-540,2 3 207,8 33 29,-10-38 16,1 0 0,-1 0 0,1 1 0,0-1 0,-1 0 0,1 0 0,0 0 0,0 0 0,0 0 0,0 0 0,0 0 0,0 0 0,0 0 0,0 0 0,0 0 0,0-1 0,0 1 0,0 0 0,1-1 0,-1 1 0,0-1 0,1 1 0,-1-1 0,0 0 0,3 1 0,0-1 10,-1-1 1,1 1-1,0 0 0,0-1 1,0 0-1,0 0 0,-1 0 1,1-1-1,0 1 0,-1-1 1,1 0-1,-1 0 0,6-4 1,-4 2 26,-1-1 1,1 1 0,-1-1 0,0 0 0,-1 0-1,1 0 1,5-12 0,1 3 476,-9 14-507,-1-1 0,1 1 0,0 0-1,-1 0 1,1-1 0,-1 1 0,1 0 0,-1 0 0,1 0 0,-1 0 0,1 0 0,0 0 0,-1 0-1,1 0 1,-1 0 0,1 0 0,0 0 0,-1 0 0,1 0 0,-1 1 0,1-1 0,-1 0 0,1 0-1,-1 1 1,1-1 0,-1 0 0,1 1 0,-1-1 0,1 1 0,2 2-11,-1 0 0,1 0 0,-1 1 0,0-1 1,0 1-1,2 4 0,-4-7-93,1-1 0,-1 1 0,1 0 0,-1 0 0,1 0 0,-1 0 0,1 0 0,-1 0 0,0 0 0,0 0 1,1 0-1,-1 0 0,0 0 0,0 0 0,0 0 0,0 0 0,0 0 0,0 0 0,0 0 0,-1 0 0,1 0 0,0 0 0,-1 0 0,1 0 0,0 0 0,-1 0 0,1 0 0,-1 0 0,-1 1 1,-28 0-5694,-28-2-5819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4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13622,'0'0'11013,"26"-2"-10140,171-9 92,-35-5-612,-142 15-444,-16 1-437,-8 2-638,-26 21-1387,1 2-1,-26 28 1,-15 25-5933,31-32 1320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4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4306,'0'0'15927,"143"48"-14902,-68-48-641,10 0-304,0-18-80,-13 0-192,-11-7-1313,-16-5-2273,-2-6-4193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6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58 12150,'0'0'6715,"-27"-6"-5731,-92-17-192,113 21-724,0 1-1,-1 1 1,1-1-1,0 1 0,0 0 1,-1 1-1,1-1 0,-9 3 1,10-1-6,1 0 0,0 0 0,0 0 0,0 0 0,1 1 0,-1-1 0,-5 6 0,0-1 60,-4 5 9,0 1-1,0 0 1,2 1-1,-1 0 1,2 0 0,0 1-1,1 1 1,0 0-1,1 0 1,1 0 0,1 1-1,0 0 1,1 1-1,1-1 1,0 1 0,2 0-1,0 0 1,1 0-1,2 31 1,-1-43-172,1 0 0,-1-1 0,1 1 0,0 0 0,1-1 0,0 1 0,0-1 0,0 1 0,0-1 0,1 0 0,0 0 0,0 0 0,0 0 0,1 0 0,-1-1 0,1 1 0,0-1 0,0 0 0,1-1 0,-1 1 0,1-1 0,0 1 0,0-1 0,0-1 0,0 1 0,1-1 0,-1 0 0,1 0 0,-1-1 0,1 1 0,0-1 0,0 0 0,-1-1 0,1 1 0,0-1 0,0-1 0,6 0 0,-7 0-18,-1 0-1,1-1 1,-1 0 0,0 1 0,0-2-1,0 1 1,0 0 0,0-1 0,0 0-1,-1 1 1,1-2 0,-1 1 0,0 0 0,0-1-1,0 1 1,0-1 0,-1 0 0,4-7-1,4-6 27,-2-1-1,0 0 1,5-20 0,0-18 11,-10 42 302,0 1 0,1-1 0,0 1 1,6-13-1,-8 26 395,0 5-643,13 111 204,-4 1-1,-8 199 1,-8-210-249,6-105 9,-1-1 1,1 0 0,0 0 0,0 0-1,0 0 1,0 0 0,-1 0 0,1 0-1,0 0 1,0 0 0,0 0 0,-1 0-1,1-1 1,0 1 0,0 0 0,-1-1-1,1 1 1,0 0 0,0-1 0,-1 1-1,1-1 1,0 0 0,11-8-6,0-1 0,-2 0 1,1-1-1,11-15 1,35-53 22,-48 66-15,51-75 24,-8 8-38,96-110-1,-136 177-109,-1 0-1,0-1 0,-1 0 1,10-20-1,-16 25-530,0 0 1,0 0-1,-1 0 1,-1 0-1,1-1 0,-2 1 1,1-1-1,-1 0 0,-1-9 1,0-1 1369,0 52 1760,0 117-644,0-147-1824,0 1 1,0-1-1,0 1 0,0-1 1,0 0-1,1 1 0,-1-1 1,1 0-1,0 1 0,-1-1 1,1 0-1,0 0 0,0 0 1,1 0-1,-1 0 0,0 0 1,1 0-1,-1 0 0,1 0 1,-1 0-1,1-1 0,0 1 1,0-1-1,3 3 0,1-2 6,0 0 0,0 0 0,0-1-1,1 1 1,-1-1 0,0-1 0,0 1-1,11-1 1,-10 0-23,0 0 0,0-1 0,0 0 0,0 0 0,0 0 0,-1-1 0,1 0 0,0 0 0,-1 0 0,0-1 0,1 0 0,-1-1 0,0 1 0,0-1-1,-1 0 1,1-1 0,-1 1 0,0-1 0,0 0 0,4-6 0,3-4 5,-1-1 0,0 0 0,-2-1 0,1 0-1,-2 0 1,0-1 0,-2 0 0,0 0 0,8-38 0,-15 59 487,1 22 35,-7 34-1,3-30-367,0 1 0,1 51-1,3-79-145,0 0-1,0 1 1,1-1-1,-1 0 1,1 0-1,0 0 1,-1 1-1,1-1 1,0 0-1,0 0 1,0 0-1,1 0 1,-1-1-1,0 1 0,1 0 1,-1 0-1,1-1 1,0 1-1,-1-1 1,1 1-1,0-1 1,0 0-1,0 0 1,0 0-1,0 0 1,0 0-1,0 0 1,0 0-1,1-1 1,-1 1-1,3-1 1,10 3-4,-1-1 0,1-1 0,27-1 1,-24 0-13,-5-1-29,0 0 1,0-1-1,0-1 1,-1 0-1,1-1 1,-1 0-1,1-1 0,-1 0 1,-1-1-1,1 0 1,-1-1-1,0 0 0,17-15 1,-11 7 4,-1 0 0,0-1 0,-2-1 0,0 0 1,0-1-1,-2-1 0,14-26 0,-24 40 70,0-1 1,0 1-1,-1 0 1,1-1-1,-1 1 0,0 0 1,-1-1-1,0 1 1,0-11-1,0 9 116,0 6-131,-1 1-1,1-1 1,-1 0-1,1 1 1,0-1-1,-1 1 1,0-1-1,1 0 1,-1 1-1,1-1 1,-1 1-1,0 0 1,1-1-1,-1 1 1,0-1-1,1 1 1,-1 0-1,0 0 1,0-1-1,1 1 1,-1 0 0,0 0-1,0 0 1,0 0-1,1 0 1,-1 0-1,0 0 1,-1 0-1,-33 1 225,24-1-99,8 0-114,0 0 0,-1 1 0,1-1 1,0 1-1,0-1 0,0 1 0,0 0 1,0 0-1,0 1 0,0-1 0,0 1 0,0-1 1,0 1-1,1 0 0,-1 0 0,1 0 0,-1 0 1,1 1-1,0-1 0,0 1 0,0-1 0,0 1 1,1 0-1,-1-1 0,1 1 0,-1 0 0,1 0 1,-1 6-1,-2 4 19,1 1 0,0-1-1,2 1 1,-1 0 0,2 18 0,0-26-46,0 0 0,0 0 1,1 0-1,0-1 0,0 1 0,0 0 0,1 0 0,2 6 0,-2-9-3,0 0 0,0 0-1,0 0 1,0 0-1,0 0 1,1 0-1,0-1 1,-1 1-1,1-1 1,0 0-1,0 1 1,0-2-1,1 1 1,3 2-1,1-1-19,0 0-1,0 0 0,0-1 0,1 0 0,-1 0 0,16 0 0,53-3-296,-59 0 227,-1 0 3,0-2 0,0 0 0,-1-1 0,1 0-1,-1-1 1,0-1 0,0-1 0,-1 0 0,0-1-1,21-15 1,-13 7 21,-1-2 0,0 0 0,-1-2 0,-2 0 0,28-36-1,-42 51 85,-1 0-1,0-1 1,0 0-1,-1 1 1,1-2-1,-1 1 1,0 0-1,-1 0 1,0-1-1,0 0 1,0 1-1,-1-1 1,0 0-1,0-9 1,-1 15 0,0 1 1,0-1-1,0 1 1,0-1-1,-1 1 1,1 0-1,0-1 1,0 1-1,0 0 0,-1-1 1,1 1-1,0 0 1,-1-1-1,1 1 1,0 0-1,0-1 1,-1 1-1,1 0 1,-1 0-1,1 0 1,0-1-1,-1 1 1,1 0-1,0 0 1,-1 0-1,1 0 1,-1 0-1,1 0 1,-1 0-1,1-1 1,0 1-1,-1 0 1,1 1-1,-1-1 1,0 0-1,-19 1 101,17 0-86,-4 1-2,1 0 0,-1 0 0,0 0 0,1 1 0,-1 0 0,1 1-1,0-1 1,0 1 0,0 1 0,0-1 0,1 1 0,0 0 0,0 0 0,-6 8 0,6-7-1,0 0 1,0 1-1,1-1 1,0 1-1,1 0 1,-1 0-1,1 1 1,1-1-1,-1 1 1,1-1-1,1 1 1,-1 0-1,1 7 1,1-12-28,0-1 1,0 0-1,0 0 1,0 1 0,1-1-1,-1 0 1,1 0-1,0 0 1,-1 0-1,1 1 1,0-1 0,0 0-1,0-1 1,1 1-1,-1 0 1,0 0-1,1 0 1,-1-1 0,1 1-1,0-1 1,-1 1-1,1-1 1,0 0-1,0 1 1,0-1 0,0 0-1,0 0 1,0-1-1,3 2 1,6 1-29,0-1 0,0 0 1,0-1-1,20 0 0,-19-1-22,-8 0 33,21 1-222,35-4 1,-51 2 162,0 0 0,0-1 1,0-1-1,0 1 0,-1-1 0,1-1 1,11-6-1,-1-2-57,0-1 0,-1-1 1,-1 0-1,0-1 0,-1-1 0,-1-1 0,-1 0 0,0-1 1,-1 0-1,-1-1 0,17-35 0,-27 50 134,0-2 13,1 1 1,-1 0-1,1 0 0,0 0 0,5-5 0,-7 9 402,3 15-217,4 16 35,-2-4-94,12 31 0,-9-29-129,-6-20-7,0 0 0,0 0-1,0 0 1,1 0 0,7 11-1,-11-19-1,1 0 1,-1 1-1,0-1 0,0 0 0,0 1 0,1-1 1,-1 0-1,0 0 0,0 1 0,0-1 0,1 0 1,-1 0-1,0 0 0,1 1 0,-1-1 0,0 0 0,0 0 1,1 0-1,-1 0 0,0 0 0,1 0 0,-1 0 1,0 1-1,1-1 0,-1 0 0,0 0 0,1 0 0,-1 0 1,0 0-1,1 0 0,-1-1 0,0 1 0,1 0 1,-1 0-1,0 0 0,1 0 0,-1 0 0,0 0 0,1-1 1,-1 1-1,0 0 0,0 0 0,1 0 0,-1-1 1,0 1-1,0 0 0,1-1 0,-1 1 12,5-6 13,0 1-1,0-1 1,-1 0 0,0 0-1,0 0 1,3-10-1,10-14-9,-17 29-17,9-12 16,0 0 0,0 0 0,14-13-1,-20 23 1,1 0-1,-1 0 1,1 0 0,-1 0-1,1 1 1,0 0-1,0 0 1,0 0-1,0 0 1,1 1-1,-1-1 1,0 1-1,1 0 1,-1 0 0,1 1-1,4-1 1,-7 1 1,0 0 0,0 0 0,1 0 0,-1 1-1,0-1 1,0 0 0,0 1 0,0 0 0,0-1 0,0 1 0,0 0 0,0 0 0,0 0 0,2 2 0,0 0 12,-2 0-1,1 1 1,0-1 0,-1 1-1,4 6 1,0-1 0,15 21 30,-15-22-119,1 1-1,-1 0 1,-1 0-1,5 10 1,-9-17-186,0 5-441,-15-4-3626,-30-3-3849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16536,'0'0'2844,"-5"41"-1364,3-26-1303,-5 42 395,2 1 0,2-1 0,10 106 0,48 196 641,-25-173-809,95 489 416,-55-319-701,-32-65-95,-36-275-190,0-13-566,-1-17-819,0-54-1688,-1-42-3740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2:5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1188 12150,'0'0'4967,"34"0"-3966,241-3 461,419-55 1238,-462 31-2178,781-83 642,-152-20-1033,-596 86-142,256-38 63,353-60 77,-56 18-105,-339 54-27,236-17-3,-461 60 20,-215 22-12,746-108 95,-44-10-197,-556 97 88,-63 14-8,204 7-1,-187 7 14,-10-3 28,146 2 65,-264-1-69,1 1 0,0 0 0,0 1 0,-1 0 0,1 0 0,-1 1 0,0 1 0,0 0 0,0 1 0,0 0 0,-1 0 0,12 9 0,-6-1 13,0 2 0,0 0 0,-1 0 0,-1 2 0,-1 0 0,18 28-1,-15-15 37,-1 0 0,-1 1 0,14 48-1,6 52 308,-15-53-105,18 93 231,-18-91-335,-3 1 1,-4 0 0,2 137 0,-14-214-158,0 21 39,-4 40 1,2-57-43,0 1 0,0-1 0,-1 1 0,0-1 0,0 0 0,-1 0 0,0 0 0,-5 8 0,-6 5 13,-1-1 0,-1 0 0,-1-2 0,0 0 0,-30 22 0,-2-5 12,-59 33 0,55-39-14,0-3 1,-99 32-1,-121 15 5,-108 38 28,189-52-32,179-54-15,-18 3 13,1 2 1,-1 1-1,2 2 0,-32 18 1,58-29-13,0 1 1,0 0 0,1 1-1,-1-1 1,1 0-1,-1 1 1,1 0 0,0 0-1,1 0 1,-1 0 0,1 0-1,0 1 1,0-1 0,0 1-1,-2 8 1,1 3 15,0 0 0,1 1 0,1 22 0,-1 8 84,-11 40 66,-25 90 0,19-101-4,-16 150 0,23 551 388,15-729-522,3-1 1,18 69-1,-14-77-21,-2 1 0,-2 0 0,-2 0 0,0 56 0,-5-90-6,0 0 1,0-1-1,-1 1 0,1-1 0,-2 0 1,1 1-1,0-1 0,-1 0 0,0 0 0,0 0 1,-1-1-1,1 1 0,-1-1 0,0 0 0,-7 6 1,-4 3 6,-2 0 1,-33 19-1,26-19 1,0-2 0,-1 0 0,-29 8 1,-81 16 18,-191 23 15,-4-21-68,-202 31-34,-189 119 110,104-20 70,-95-42-136,-6-30-23,705-94 37,-684 42 92,-625-46-269,1313 4 176,0-1 0,0-1 0,0 1 0,0-1 0,0-1 0,1 0 0,-1 0 0,0 0 0,1-1 0,-1-1 0,1 1 0,0-1 0,0-1 0,1 1 0,-1-1 0,1-1 0,0 0 0,0 0 0,1 0 0,-9-11 0,-135-183-51,82 105 20,-6-3 52,-4 3 0,-122-116 1,-175-112 33,262 229-30,97 79-26,0 1 0,0-2 0,2 0 0,0-1 0,1 0 0,0-1 0,2-1 0,0 0 0,1 0 0,-9-25 0,-30-64-308,47 101 18,-1 0 0,1 0 0,0-1 0,0 1 0,0 0-1,1-1 1,0-11 0,1-30-4067,1 22 106,-1-24-7249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03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0 612 3890,'0'0'8756,"82"-166"-8244,-61 102 240,6-11-576,4-4-176,5 0-656,6 4-1409,7 2-2449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03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1 702 320,'0'0'9188,"24"-211"-9188,-9 114 481,7-18-481,-4-18-1121,-3-13-3793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0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7748,'0'0'208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24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61 576 2689,'0'0'5819,"4"1"-5171,-2 0-444,1 0 1,0 0-1,-1 1 0,1-1 1,-1 1-1,1-1 0,-1 1 1,0 0-1,1 0 0,-1 0 1,0 0-1,0 0 0,-1 1 0,1-1 1,0 0-1,-1 1 0,1-1 1,1 6-1,4 6 1149,-6-12-1231,0-1-1,0 0 0,-1 0 1,1 1-1,0-1 0,-1 0 1,1 1-1,-1-1 0,1 1 1,-1-1-1,0 0 0,0 1 1,1 2-1,-1 6 6100,0-19-2580,0-1-4870,-2-15 1523,-7-46 0,1 18-95,-12-81 180,-5-50 168,19 7-1537,-5 177-3630,-6 1-156,-7 7-2694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24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0 325 9444,'0'0'5976,"7"-1"-4722,0-2-1042,0 0 0,0 0-1,0 0 1,0-1 0,0 0-1,-1 0 1,0-1 0,0 0-1,0 0 1,0 0 0,4-7-1,10-11 377,24-36 1,-23 27 15,18-40 0,-15 26 90,-23 43-654,1 1 0,-1 0 0,0 0 0,1 0 0,0 0 0,-1 0 0,1 0 0,0 0 0,0 0 1,0 1-1,0-1 0,0 1 0,1-1 0,2-1 0,0 2 17,0 0 1,-1 0-1,1 0 1,0 0-1,0 1 1,8 0-1,-11 0-46,0 1-1,-1-1 1,1 1 0,0-1-1,0 1 1,0 0 0,0 0-1,-1 0 1,1 0-1,0 0 1,-1 0 0,1 0-1,-1 1 1,1-1 0,-1 0-1,0 1 1,0-1 0,2 3-1,21 36 129,-17-27-74,13 22 93,-2 2 1,-1 0-1,13 43 1,-24-62-188,-1 1 0,-1 0 0,-1 0 0,0 1 0,-1-1 0,-1 0 0,-1 1 0,-4 31 0,3-48-135,1 0 1,-1-1-1,0 1 0,0-1 1,0 1-1,0-1 0,0 1 1,-1-1-1,1 0 0,-1 1 1,1-1-1,-1 0 0,0 0 0,-3 2 1,4-2-279,-1-1 1,0 0 0,0 0-1,0 0 1,0 0 0,0 0-1,0 0 1,-1 0 0,1-1-1,-3 1 1,-16 0-6159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25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1142 6995,'0'0'7537,"1"-1"-6987,1-1-466,-1 1 0,-1 0 0,1-1 0,0 1 0,0-1 0,0 1 1,-1-1-1,1 1 0,-1-1 0,1 0 0,-1 1 0,0-1 1,1 1-1,-1-1 0,0 0 0,0-2 0,-1-39 1063,0 23-502,2 1-293,-2-1-1,0 1 1,0 0-1,-2 0 0,-1 0 1,-6-20-1,-34-77 1278,-76-144 0,96 206-1138,3-1 1,-21-79-1,20 60-197,7 18-35,9 32-184,-18-46 0,23 67-169,-1 1 0,0-1 0,1 1 1,-1 0-1,0 0 0,0 0 0,0 0 1,0 0-1,-1 1 0,1-1 0,0 1 1,-1-1-1,1 1 0,-1 0 0,1 0 1,-6-2-1,-6 0-1943,1-1 1,-17 0-1,17 2-477,-26-4-5767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26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1 415 9764,'0'0'5115,"22"-30"-4523,72-98-146,31-47 648,-122 171-1073,3-5 110,1 0 1,-1 1-1,1 0 0,14-12 1,-18 17-87,1 1 1,-1-1 0,1 1-1,0 0 1,0 0 0,0 0 0,0 1-1,0-1 1,0 1 0,0 0-1,0 0 1,0 0 0,9 1-1,-11 0-27,-1 0 0,1 0 0,0 0 1,-1 1-1,1-1 0,-1 1 0,1-1 0,-1 1 0,0 0 0,1-1 0,-1 1 0,1 0 0,-1 0 0,0 0 0,0 0 0,0 0 0,0 0 0,2 2 0,0 2 21,0-1-1,0 1 1,0-1-1,-1 1 1,3 8-1,2 9 137,7 41 0,-13-56-127,32 278 66,-29-165-5842,-4-89-2371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27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1384 1617,'0'-2'6037,"2"-8"5114,-1 2-10977,-2-7 172,-1-1-1,-1 1 0,0 0 1,-1 0-1,0 0 0,-11-23 1,-4-14-88,-79-293 1079,88 307-1150,-24-100 239,-24-206 1,48 245-343,-13-95 160,23 193-253,-1 0 0,1 0 0,0 0-1,0 0 1,0 0 0,-1 0 0,1-1-1,-1 1 1,1 0 0,-1 0-1,1 0 1,-1 0 0,0 0 0,1 0-1,-1 1 1,0-1 0,0 0-1,0 0 1,1 0 0,-3 0 0,1 0-211,-1 0 1,1 1-1,-1-1 1,0 1 0,1 0-1,-1 0 1,-5 0-1,-59 0-6412,27 0 1067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28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0 361 5923,'0'0'6573,"7"-23"-5457,22-73-188,-26 85-711,1 1 1,1-1-1,0 1 0,0 0 0,1 0 1,0 1-1,8-10 0,2-1 139,-1-2 244,26-27 0,-34 41-441,1 1 1,-1 0 0,1 1 0,1 0 0,-1 0 0,17-8 0,-23 13-144,1 0 0,0 0 0,-1 0 0,1 0 1,0 1-1,0-1 0,0 1 0,0-1 0,-1 1 0,1 0 1,0 0-1,0 1 0,0-1 0,0 1 0,0-1 0,-1 1 1,1 0-1,0 0 0,0 0 0,-1 0 0,1 0 0,-1 1 1,1-1-1,-1 1 0,0 0 0,1 0 0,-1 0 0,0 0 1,0 0-1,0 0 0,-1 0 0,3 5 0,5 6 7,-1 2 0,0-1 0,-1 1 0,7 24-1,-12-34-18,6 17-251,-1 0 1,0 0 0,-2 0-1,-1 1 1,2 35 0,-5 4-2972,-1-1-2534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33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2277 74 7764,'0'0'6085,"2"-6"-5559,11-27 4937,-14 32-5185,0 0 0,0 0 0,0 0 0,0 0 0,0 0 0,0 0 0,0 0 0,0 0 0,0 1 0,0-1 0,0 0 0,0 1 0,-1-1 0,1 1 0,0-1 0,-1 1 0,0-1-1,-28-3-614,20 3 780,-26-4-155,8 1 10,-45-1-1,-22 4 74,-44 0 91,-146 18-1,74 14 117,-266 74 0,358-76-130,-241 27 0,317-51-374,0 1-1,0 2 1,1 2 0,-74 27-1,109-34-61,0 1 0,0 0 0,0 0 0,1 0-1,-1 0 1,1 1 0,0 0 0,1 1 0,-1-1 0,1 1-1,0 0 1,0 0 0,1 1 0,0 0 0,-5 11-1,4-5 36,0 1 0,1 0 0,1 0-1,0 0 1,1 0 0,0 1-1,2 22 1,0-18 31,3 73 124,-2-80-193,1 0 0,0 0 0,1-1 0,1 0 0,8 21 0,88 162 292,-82-167-254,1 0 1,42 45-1,-8-10-18,-29-32-7,55 53 1,-70-75-25,0 0 1,1-1-1,0 0 0,0 0 1,1-1-1,0-1 0,0 1 1,0-2-1,0 0 0,22 5 1,209 10 32,-204-18-28,461-1 37,-91-17 91,-292 5-92,-1-4 0,178-50 0,-274 61-41,143-44 0,-144 41-8,1 0 1,-1-1 0,0-1 0,-1 0-1,0-2 1,20-17 0,-28 20 12,-1 0 0,0 0 0,-1-1 0,0 0 0,-1-1 0,0 1 0,0-1 0,-1 0 0,0-1 0,3-15 0,3-16 29,8-66 0,-14 79-41,4-49 41,0-120 0,-9 186-23,-2 0 0,1 0 0,-2 0 1,0 0-1,0 0 0,-1 1 0,-1-1 0,0 1 0,-1 0 0,-7-11 0,1 3 12,-2 1 0,0 0 0,-1 0 0,-29-26 0,29 30-4,7 8-5,1 0-1,-1 0 0,-1 0 1,1 1-1,-1 0 0,-12-6 0,16 10-8,-10-6 2,0 2 1,-1-1-1,1 2 0,-1 0 1,-1 1-1,1 0 0,-21 0 1,-56 1 106,92 3-48,-1-1 968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33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2453 1 13174,'0'0'6670,"-14"0"-5555,-189 15 2185,-247 35-277,10-2-1358,4 30-1094,259-30-461,2 8 0,-304 141 0,409-166-22,69-31-88,1 1 0,-1-1 0,0 1 0,1-1-1,-1 1 1,0 0 0,1-1 0,-1 1 0,1 0 0,0 0-1,-1-1 1,1 1 0,-1 0 0,1 0 0,0 0-1,0 0 1,-1-1 0,1 1 0,0 0 0,0 0-1,0 0 1,0 0 0,0 0 0,0 0 0,0-1 0,0 1-1,1 0 1,-1 1 0,1 5 3,-1 18-24,-1 17 215,2 0-1,13 80 1,5-46 106,48 125 0,49 65 61,-67-156-282,-28-61-35,-2 1-1,-3 1 0,14 76 1,-17-67-9,-7-32-2,0 0-1,2 54 1,6-83-1,-7 0-29,-1-1-1,0-1 1,0 1-1,0-1 1,0 0-1,6-4 1,5-3 3,72-37 24,135-49 0,108-11-47,-300 98 23,121-37 21,-119 34-18,0-2-1,42-24 1,-66 33-9,-1-1 0,1-1 1,-2 0-1,1 0 0,-1-1 1,0 0-1,-1 0 0,0-1 1,0 1-1,-1-2 0,0 1 1,0-1-1,4-11 1,-3 3-17,-2 0 0,0-1 0,0 1 0,-2-1 0,0 0 0,-1-33 0,-1-191-1382,-1 239 1225,-1 1-71,1 0 0,0 0-1,0 0 1,0 0 0,0 0 0,0 0-1,1 0 1,-1 0 0,1 0-1,0 0 1,0 0 0,0 0 0,0 0-1,1 1 1,-1-1 0,1 0-1,-1 1 1,1 0 0,2-3 0,2 1-899,0 0 0,0 1 0,0 0 0,10-4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40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2918 320 7235,'0'0'8578,"26"-15"-7759,80-45-35,-102 57-657,0 1 0,0 0 1,0 0-1,0 0 0,1 1 0,-1-1 1,8-2 2005,-13 0 723,-10 0-1517,-34-5-792,-77-5 0,47 7-184,43 3-154,-489-36 1551,338 39-1520,-234 3 278,323 4-399,1 4 1,-142 34-1,106-9-75,-146 59-1,107-27 205,-251 138 0,397-191-206,0 0-1,0 2 1,2 0-1,0 2 1,1 0-1,1 1 1,-27 36-1,34-39-12,1 0 1,0 0-1,2 1 1,0 0-1,1 1 1,0 0-1,2 0 1,0 0-1,1 1 1,1-1-1,-1 27 1,4 221 343,0-249-358,2 0-1,0-1 1,1 1-1,0-1 0,2 0 1,0 0-1,1 0 0,0 0 1,1-1-1,14 22 1,-9-19 15,1-1 0,1 0 1,1-1-1,0-1 0,1 0 1,0-2-1,24 16 1,-4-6 48,2-2 0,73 31 0,83 15 61,-102-41-79,2-4 0,175 17 0,193-22-19,-401-17-55,230-3-3,-2-21-41,-134-1 87,202-61 1,-249 52-4,0-5 1,160-84 0,-235 105-16,0-2-1,-2-1 1,0-1 0,-1-2-1,-1-1 1,47-54 0,-59 58 4,-1-1 1,-1-1 0,0 0 0,-2-1 0,-1-1 0,-1 0 0,-1 0-1,-1-1 1,-1 0 0,5-37 0,-7 7 62,-1-100-1,-6 115-51,1 1 2,-2 1 1,-2 0-1,-2 0 0,-16-61 1,13 74-27,0 0 0,-1 1 0,-2 0 0,0 0 0,-2 2 0,0 0 0,-29-35 0,21 35-4,-2 0 0,0 1 0,-1 2 0,-1 0 0,-1 2 0,-1 1 0,0 1 1,-1 1-1,-52-18 0,20 13-88,-1 3 1,0 2-1,-125-12 1,-267 15-2350,148 33-1924,21 15-3178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48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1008,'0'0'1313,"16"15"-1969,-13-9-1009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46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 9796,'0'0'3082,"27"-2"-2791,88-4 224,52 4 1634,184 23 1,-186-8-1420,848 38 2192,22 2-1941,-141 1-741,-745-45-174,693 62 276,-702-58-339,52 9-7,131 10-11,76-22 234,-378-13-18,-20 3-174,-1 0 1,1-1 0,-1 1-1,1 0 1,-1 0-1,1 0 1,-1-1-1,1 1 1,-1 0 0,1-1-1,-1 1 1,1 0-1,-1-1 1,1 1-1,-1-1 1,0 1-1,1-1 1,-1 1 0,0-1-1,1 1 1,-1-1-1,0 1 1,0-1-1,1 1 1,-1-1 0,0 1-1,0-1 1,0 0-1,0 0 221,1 2-313,-1 0 53,1 0 0,-1 0 0,0-1 0,1 1 0,-1 0 0,0 0 0,1 0 0,-1 0 0,0 0 0,0 0 0,0 0 0,0 0 0,0 0 0,0 0 0,0-1 0,-1 3 0,1 0-7,2 106 217,5 1 0,5-1 0,4-1 0,6 0 0,34 105-1,-28-127-150,-2-9 25,25 125-1,-48-176-67,-2 0 0,-1 28 1,0-26-16,0-26 9,0 0 0,0 0 0,0 1 0,-1-1 0,1 0 0,-1 0 0,0 0 0,1 0 0,-1 0 0,0 1 0,0-1 0,0-1 0,0 1 0,-1 0-1,1 0 1,-1 0 0,1-1 0,-1 1 0,1 0 0,-1-1 0,0 0 0,0 1 0,-2 0 0,-4 2 8,0 0-1,-1 0 1,0-1 0,-13 3 0,6-2 9,-367 84 201,72-21-10,-109 51 160,1 0-25,-9-27-168,-169-11-50,-34 5 32,144 3 10,11 42-189,193-38 47,-6-28-65,249-60 157,-58-1 0,97-3-108,0-1 0,0 1 0,-1-1 0,1 0 0,0 1 0,0-1 0,0 0 0,0 0 0,0 0 0,1 0 0,-1 0 1,0 0-1,0 0 0,0 0 0,1 0 0,-1 0 0,1 0 0,-1 0 0,1-1 0,-1-1 0,-2-2 13,-16-39 62,-16-51 1,3 4-59,-110-253 8,-25-135 6,45-22 399,61-71-360,46-8-66,12 481-40,3 98 20,-1 1 0,1-1 0,0 0 0,0 0 0,-1 0 1,1 0-1,0 0 0,-1 1 0,1-1 0,-1 0 0,1 0 0,-1 0 1,1 1-1,-2-2 0,-3 2-271,-1 10-196,1 12-351,1 0 0,0 0 0,2 0 1,1 1-1,2 31 0,-1-25-937,0 45-4567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49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11 125 1153,'0'0'5463,"-2"-3"-4596,0-4-89,0 0 1,1-1-1,-1 1 0,1-1 0,1 1 0,0-1 0,0-9 0,0 5 185,1 11-871,-1-1 0,0 0 0,0 1 0,1-1 1,-1 1-1,1-1 0,-1 0 0,1 1 0,0-1 1,-1 1-1,1-1 0,0 1 0,0 0 0,0-1 1,0 1-1,0 0 0,1 0 0,-1 0 0,0 0 0,0 0 1,1 0-1,-1 0 0,1 0 0,-1 0 0,1 1 1,-1-1-1,1 0 0,-1 1 0,1 0 0,0-1 1,2 1-1,6-2 170,1 1 1,0 0 0,19 1 0,-18 0-12,-5 0-193,0 1 1,-1 0-1,1 0 0,0 0 0,-1 1 0,0 0 0,1 0 0,-1 1 0,0 0 0,0 0 1,6 4-1,-2 0 3,1 1 0,-2 0 1,1 1-1,-1 0 0,11 14 0,-6-4-14,-1 0-1,0 0 1,-2 1-1,-1 1 0,0 0 1,7 23-1,-11-21-21,-1 0 0,0 1 0,-2-1 0,-1 1 0,-1 0 0,0 0 0,-2-1 0,-4 28-1,3-44-24,0 0 1,0 0-1,-1 0 0,0 0 0,0 0 0,-1-1 0,1 1 0,-1-1 0,-7 8 0,7-9 7,1-1-1,-1 0 1,0-1 0,0 1-1,0-1 1,0 1-1,-1-1 1,1 0 0,-1-1-1,0 1 1,0-1 0,0 0-1,-7 2 1,10-4-1,1 1 0,-1-1 0,1 0 1,-1 0-1,1 1 0,-1-1 0,0 0 0,1-1 1,-1 1-1,1 0 0,-1 0 0,1-1 0,-1 1 0,1-1 1,-1 1-1,1-1 0,-1 1 0,1-1 0,0 0 1,-1 0-1,1 0 0,0 0 0,0 0 0,-1 0 1,1 0-1,0 0 0,-1-3 0,-1-1 13,1 0 0,0 0-1,0 0 1,0 0 0,1-1-1,-1-8 1,-4-27 36,3 0-1,1-1 1,5-47 0,-2 73-37,2 0 1,0 1-1,0-1 0,2 1 1,0-1-1,1 1 1,0 1-1,17-28 0,-12 24-127,1 0 0,1 2-1,1 0 1,0 0-1,1 1 1,21-16-1,-35 30-269,0 0 0,1 1 0,-1-1-1,0 1 1,0-1 0,0 1 0,1-1 0,-1 1-1,0 0 1,1 0 0,-1-1 0,0 1-1,1 0 1,1 0 0,-3 0 195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150 106 3538,'0'0'2932,"9"-10"-2487,23-35 163,-30 44-390,-1-1 0,1 0 0,-1 0 0,1 0 0,-1 0 0,0 0 0,0 0 0,0-1 0,0 1 0,-1 0 0,1 0-1,-1-1 1,1 1 0,-1 0 0,0-1 0,1 1 0,-1-1 0,-1 1 0,1 0 0,0-1 0,-1-2 0,-10 5 625,6 0-719,-1 1 0,1-1-1,0 1 1,0 0 0,0 0 0,0 0 0,0 1 0,0-1 0,0 1 0,1 0 0,-1 1 0,1-1 0,-1 1 0,1 0 0,0 0 0,0 1 0,0-1 0,0 1-1,1-1 1,-1 1 0,-4 8 0,-2 0 112,1 1 0,0-1 0,0 1-1,2 1 1,-1 0 0,2 0 0,0 0 0,1 1-1,0 0 1,1 0 0,1 0 0,-3 29 0,5-31-162,0-5-43,1 0-1,0 0 0,0 0 1,3 10-1,-3-16-27,0 0 0,1-1 0,-1 1 0,1 0 0,0-1-1,-1 1 1,1 0 0,0-1 0,0 1 0,0-1 0,0 0 0,0 1 0,1-1 0,-1 0 0,0 0-1,0 1 1,1-1 0,-1 0 0,1 0 0,-1 0 0,1-1 0,0 1 0,-1 0 0,3 0-1,8 1 11,-1 0 0,0-1 0,1-1 0,15 0 0,-7 0 5,-17 0-15,-1 0-1,1-1 1,0 1-1,0-1 1,0 1-1,-1-1 1,1 0-1,0 0 1,0 0 0,-1 0-1,1 0 1,-1-1-1,0 1 1,1-1-1,-1 0 1,0 1-1,0-1 1,3-3-1,-2 0 0,1 1-1,-1-1 1,0 0-1,-1 0 0,1 0 1,-1-1-1,0 1 1,2-9-1,0-9 11,-1 1 0,0-1 0,-2-34 0,-1 56-11,1-8 11,-1 7-4,1 0-1,-1 0 1,0 0 0,0 0-1,0 0 1,0 0-1,0 0 1,-1 0 0,1 0-1,-1 1 1,1-1 0,-1 0-1,1 0 1,-1 0-1,0 0 1,0 1 0,0-1-1,-2-2 1,2 2-53,2-12-8538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1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9 351 5442,'0'0'7052,"-2"8"-6625,0-1-250,1 1 0,-1-1 1,1 1-1,1-1 1,-1 1-1,2 9 0,-1-14-159,0 0 0,1-1 0,-1 1 0,1 0 0,0 0-1,0-1 1,0 1 0,0 0 0,0-1 0,1 1 0,-1-1 0,1 0-1,0 1 1,-1-1 0,1 0 0,0 0 0,0 0 0,0 0-1,1 0 1,-1-1 0,0 1 0,1-1 0,3 3 0,-2-3-7,1 1 0,-1 0 0,0-1 0,1 0 1,-1 0-1,0 0 0,1-1 0,-1 1 0,1-1 1,-1 0-1,1 0 0,-1-1 0,1 1 0,-1-1 0,1 0 1,6-3-1,-6 2-30,0-1 1,0 0 0,0 0-1,0 0 1,-1-1 0,1 1-1,-1-1 1,0 0 0,0-1-1,0 1 1,4-8 0,-1 0 261,-1 1 0,0-1 1,-1 0-1,0 0 0,-1-1 1,0 1-1,-1-1 0,0 0 1,-1 0-1,0-21 0,-2 33 571,-3 17-302,-9 27-476,0-9 113,2 1 0,2 0 0,1 1 1,-5 67-1,12 33-942,6-135-1370,-4-2 2056,1 1 0,-1-1 0,0 1 0,0-1-1,1 0 1,-1 0 0,0 0 0,0 0 0,0 0 0,0-1 0,0 1 0,-1-1 0,1 1 0,0-1 0,-1 1 0,1-1-1,2-3 1,24-39-1314,-24 37 1107,95-183-1363,-83 158 5779,-16 36-3889,0-1-169,0 1 0,0 0 0,1-1 0,-1 1-1,1 0 1,0-1 0,0 1 0,0 0-1,0-1 1,0 1 0,1-1 0,3 5 0,-4-6-31,1 0 0,0 0 1,0 0-1,0 0 1,1-1-1,-1 1 1,0-1-1,1 1 0,-1-1 1,1 0-1,-1 0 1,1 0-1,0 0 1,-1 0-1,1-1 0,0 1 1,-1-1-1,1 0 1,3 0-1,0 1 0,2-1-2,0 0 1,0 0-1,14-2 0,-19 1-14,0 1 1,0-1-1,0 0 1,0-1-1,0 1 0,0-1 1,0 1-1,-1-1 0,1 0 1,-1 0-1,1 0 1,-1 0-1,3-3 0,1-2 7,-1 1 1,0-2-1,-1 1 0,1 0 0,-1-1 0,-1 0 0,1 0 0,-1 0 0,-1 0 0,1-1 0,0-8 0,1-32 2407,-4 52-2407,0 0 0,0-1 0,0 1 0,0 0 0,1-1 0,-1 1 0,1 0 0,0-1 0,0 1 0,0-1 0,0 1 0,0-1 0,0 1 1,1-1-1,-1 0 0,1 0 0,-1 0 0,1 0 0,2 2 0,-1-2 0,1 0 1,-1 0 0,0 0 0,1-1-1,0 1 1,-1-1 0,1 0 0,0 0-1,-1 0 1,1-1 0,0 1-1,0-1 1,6 0 0,-6-1 0,1 1 0,0-1 0,0 0 0,-1-1 0,1 1 0,0-1 0,-1 0 0,0 0 0,1 0-1,-1 0 1,0-1 0,0 0 0,0 0 0,-1 0 0,1 0 0,-1-1 0,1 1 0,-1-1 0,4-7 0,3-4-33,-1 0 0,0 0 1,-2-1-1,8-22 0,-7 13 17,-2-1 0,-1 0 0,-1 0 0,-2 0-1,0 0 1,-3-34 0,1 46 12,0 10 33,0 9 60,-1 20-56,-6 34 1,-2 11 36,7 184 86,3-141-779,-1-109 442,0-1-1,0 1 1,-1-1-1,1 1 0,-1-1 1,0 1-1,0-1 0,0 1 1,0-1-1,-1 0 0,1 0 1,-1 1-1,0-1 1,0 0-1,0-1 0,0 1 1,-1 0-1,1-1 0,-1 1 1,1-1-1,-1 0 0,0 1 1,-5 2-1,-40 26-4436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2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0 730 8052,'0'0'8484,"224"-91"-7092,-103 36-415,19-14-577,23-4-96,3-6-112,-11 10-144,-31-1-48,-33 1-64,-28-7-1505,-20-3-2977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3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9476,'0'0'4069,"24"19"-3816,-24-19-253,102 82 443,-98-79-427,0 1 0,-1-1 0,1 1 0,-1 0 0,0 0 0,0 0 0,0 1 0,0-1 0,-1 1 0,0-1 0,0 1 0,0 0 0,0 0 0,-1 0 0,0 0 0,0 0 0,0 0 0,-1 0 0,1 0 0,-1 0 0,-1 10 0,0 3 54,1-6-45,-2 28 37,2-37-57,-1-1 0,0 0-1,0 1 1,0-1 0,0 0-1,0 0 1,0 1 0,0-1-1,-1 0 1,1 0 0,-1 0-1,1-1 1,-1 1-1,-2 2 1,1-1 58,-1 0 0,0 0 0,1-1 0,-1 1 0,0-1-1,0 0 1,-1 0 0,1 0 0,0-1 0,-1 1 0,1-1 0,-1 0 0,-6 0 0,9-5 884,2-6-841,-1 0 0,2 0 0,-1 0 0,1 0 0,1 0 0,0 0 1,0 1-1,1-1 0,0 1 0,1-1 0,0 1 0,0 0 0,9-13 1,-5 12-109,0 1 0,1 0-1,0 0 1,0 1 0,1 0 0,0 1 0,1 0 0,-1 0 0,24-9 0,-21 11-799,1 0 1,29-5-1,-24 7-1885,-1 1 1,21 0-1,-17 2-1943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4354,'0'0'6953,"-8"21"-6030,-20 68-259,26-84-594,1 0 0,0 0 0,-1 1-1,2-1 1,-1 0 0,1 1 0,0 8 0,0-3 22,0-10-87,0-1 0,0 1 0,1 0 0,-1 0 0,0 0 0,0 0 0,1 0 0,-1 0 0,0 0 0,1-1 0,-1 1 0,1 0-1,-1 0 1,1-1 0,-1 1 0,1 0 0,0-1 0,-1 1 0,1 0 0,0-1 0,0 1 0,-1-1 0,1 1 0,0-1 0,0 1 0,0-1 0,0 0 0,-1 1 0,1-1 0,0 0 0,2 0 0,34 2 84,-27-2-62,-8 0-20,9 0 16,0 0-1,0 0 1,0-1-1,0-1 1,-1 0-1,12-3 1,-19 4 5,0 0-1,0-1 1,-1 1 0,1-1 0,-1 0-1,1 0 1,-1 0 0,1 0 0,-1 0 0,0 0-1,0 0 1,0-1 0,0 1 0,0-1-1,-1 0 1,1 1 0,-1-1 0,0 0 0,0 0-1,0 0 1,0 0 0,0 0 0,-1 0-1,1 0 1,-1 0 0,0-4 0,0-12 686,1 7-352,20 9-9178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4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 8772,'0'0'5224,"-1"-3"-5200,-3-4 11,2 17 60,2 31 291,1-21-49,-2 43 959,3 81 231,-2-139-1505,0-1 0,1 0 0,-1 0 0,1 0-1,0 0 1,0 0 0,0 0 0,1 0 0,-1 0 0,1 0 0,0 0 0,0-1-1,0 1 1,1-1 0,-1 1 0,1-1 0,0 0 0,0 0 0,0 0 0,0-1 0,1 1-1,-1-1 1,1 1 0,-1-1 0,1 0 0,0-1 0,0 1 0,0-1 0,4 2-1,2-2-7,0 1-1,1-1 0,-1-1 0,0 0 0,0 0 1,0-1-1,1-1 0,-1 0 0,0 0 0,0 0 1,-1-2-1,1 1 0,-1-1 0,1 0 1,-1-1-1,0 0 0,-1-1 0,1 0 0,8-8 1,-3 1-10,-1-1 1,0 0-1,-1-1 1,0 0-1,-1-1 1,9-18 0,-14 22 46,-1 0 0,0-1 0,0 1 0,-1-1 1,-1 0-1,0 0 0,-1-1 0,0 1 1,0-14-1,-11 164-180,-1 13 218,10-101-57,1 0 0,2 0 0,14 67 0,-11-87-28,-2 0-1,0 0 1,-2 1 0,-3 43-1,1-69-2,-1 0 0,0-1 0,0 1 0,-1 0 0,1-1 0,-1 0 0,1 1 0,-1-1 0,0 0 0,0 0 0,-1 0 0,1 0 0,0 0 0,-1 0 0,0-1 0,0 1 0,0-1 0,0 0 0,0 0 0,0 0 0,0 0 0,-1 0 0,1-1 0,-1 0 0,1 1 0,-1-1 0,0-1 0,1 1 0,-8 0 0,11-1 2,0 0 0,0 0-1,-1 0 1,1 0 0,0 0 0,0 0 0,0 0 0,0 0 0,0-1-1,0 1 1,-1 0 0,1 0 0,0 0 0,0 0 0,0 0 0,0 0 0,0 0-1,0 0 1,0-1 0,0 1 0,0 0 0,0 0 0,-1 0 0,1 0-1,0 0 1,0-1 0,0 1 0,0 0 0,0 0 0,0 0 0,0 0 0,0 0-1,0-1 1,0 1 0,0 0 0,0 0 0,0 0 0,0 0 0,1 0-1,-1 0 1,0-1 0,0 1 0,0 0 0,0 0 0,0 0 0,0 0-1,0 0 1,0-1 0,1-3 20,1-4-54,0-1 0,0 1 0,1-1 0,0 1 0,1 0-1,0 0 1,6-11 0,44-55-540,-40 55 401,57-70-1593,3 3 1,143-128-1,-213 211 1990,-3 2-93,0 1-1,0-1 0,1 0 1,-1 0-1,0 0 0,0-1 1,0 1-1,0 0 1,0 0-1,0 0 0,0-1 1,-1 1-1,1 0 0,0-1 1,0-2-1,-8 8 361,-2 3-446,0 1 0,1 0 0,0 0-1,0 1 1,-11 18 0,15-21 10,0 0-1,0 1 1,1 0-1,0 0 1,0 0-1,0 0 1,1 0 0,0 0-1,1 1 1,-2 11-1,3-12 4,-1 15 43,1-21-100,0 0 0,0 0 0,0-1-1,0 1 1,1 0 0,-1-1 0,0 1 0,0 0 0,0-1 0,0 1-1,1 0 1,-1-1 0,0 1 0,1-1 0,-1 1 0,1 0 0,-1-1 0,0 1-1,1-1 1,-1 1 0,1-1 0,0 1 0,-1-1 0,2 1 0,4 1 15,0-1 1,0 0 0,0 0-1,1-1 1,-1 0 0,0 0-1,0 0 1,0-1 0,0 0-1,1 0 1,-1 0 0,0-1 0,0 0-1,-1 0 1,1-1 0,0 1-1,-1-1 1,0-1 0,1 1-1,6-6 1,-5 0 9,1 1 1,-1-1-1,0-1 0,-1 1 1,0-1-1,0-1 0,7-18 1,-14 35-7,1 0 0,0 0 0,0 0 0,0 0 0,1 0 0,0 0 0,0 0 0,1 0 0,-1 0 0,1 0 0,0 0 0,1-1 0,0 1 0,0-1 0,6 10 0,-5-12-7,0 0 1,0 0-1,1 0 1,-1-1-1,1 1 1,-1-1-1,1 0 1,0-1-1,0 1 1,0-1-1,0 0 0,6 1 1,5-1 1,0 0-1,26-3 1,-38 1-19,0 1 0,0-1 0,-1 0 0,1 0 0,0 0 0,0 0 0,-1-1 0,1 0 0,-1 0 0,1 0 0,-1 0 0,0 0 0,0 0 0,0-1 0,0 0 0,0 1 0,-1-1 0,1 0 0,-1 0 0,4-7 0,-2 3-13,-1 0 0,0 0-1,0 0 1,-1-1-1,0 0 1,0 1 0,-1-1-1,0 0 1,0 0-1,-1-8 1,0 15-82,3 12-3756,9-9-1143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4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3378,'0'0'12837,"-6"55"-12404,6-1 191,0 13-288,0-4-288,6 7-48,0-3-96,-3-7-1937,0-17-1424,0-10-5428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3:55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6563,'0'0'5250,"88"149"-5250,-3-134-1456,2-15-4179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9140,'0'0'7630,"6"-1"-7483,-4 0-121,0 1 0,0 0 1,-1 0-1,1 0 0,0 0 0,0 0 0,0 0 1,0 1-1,0-1 0,-1 0 0,1 1 0,0 0 0,0-1 1,-1 1-1,1 0 0,0 0 0,-1 0 0,1 0 0,-1 0 1,1 0-1,-1 1 0,1-1 0,-1 0 0,0 1 1,0-1-1,2 3 0,4 7 138,-1 0 0,0 0 0,6 15 0,-5-11-6,3 10-28,0 1 0,-2 0 0,-1 0-1,-1 0 1,-1 1 0,1 29 0,-3 36-3827,-3-97 3195,4-108-6349,-2 98 6691,1 0-1,0 0 1,1 0-1,0 1 1,9-20-1,-8 22 225,0 1 34,0 1-1,12-20 1,-16 28 71,1 0 0,-1 0 0,1 0 0,-1 1 0,1-1 0,0 0 0,0 1 0,0-1 0,0 1 0,0 0 0,0 0 0,0-1 0,0 1 0,0 1 0,0-1 0,1 0 0,-1 0 0,0 1 0,1-1 0,2 1 0,-4 0-90,0 0 1,1 0-1,-1 1 1,0-1-1,0 0 1,1 1-1,-1-1 1,0 1-1,0-1 1,1 1-1,-1 0 0,0-1 1,0 1-1,0 0 1,0 0-1,0 0 1,0 0-1,0 0 1,-1 0-1,1 0 1,0 0-1,0 0 1,0 3-1,11 30 503,-11-29-411,12 66 561,-10-51-606,0-1 0,11 35 0,-13-52-121,0 1 1,0-1-1,-1 0 1,2 0 0,-1 0-1,0-1 1,0 1-1,0 0 1,1 0-1,-1 0 1,1-1 0,-1 1-1,1-1 1,0 0-1,0 1 1,0-1 0,0 0-1,0 0 1,3 2-1,1-2 17,0 0-1,0 0 0,0 0 1,1-1-1,10-1 0,0 1 17,-6-1-31,0 0 1,0-1-1,-1 0 0,1 0 0,0-1 1,-1-1-1,0 0 0,0 0 1,0-1-1,13-9 0,12-10-31,44-38 0,-73 58 16,-3 2-138,0 0-1,1 1 1,-1 0-1,1 0 1,-1 0-1,0 1 1,1-1-1,0 1 1,-1-1-1,1 1 1,-1 0-1,1 1 1,6 0-1,8 0-689,19-1-1709,5 0-1699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14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15719,'0'0'5005,"11"27"-3327,8 21-1112,-1 1-1,-3 0 1,10 55 0,25 357 2176,-33 8-909,-12-264-1393,2 109 129,13 282 17,46 32 4,-44-480-525,51 450 148,-69-541-213,16 139-254,-27-220-3478,-2 1 1,0-1-1,-21-38 0,-12-13-9412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14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21 5651,'0'0'11610,"-3"-3"-11071,3 2-524,-1 1 1,1 0-1,0 0 0,-1-1 1,1 1-1,0 0 0,-1 0 1,1-1-1,0 1 1,-1 0-1,1-1 0,0 1 1,0 0-1,-1-1 0,1 1 1,0-1-1,0 1 0,0 0 1,0-1-1,-1 1 0,1-1 1,0 1-1,0 0 0,0-1 1,0 1-1,0-1 0,0 1 1,0-1-1,0 1 0,0 0 1,0-1-1,1 1 0,-1-1 1,0 1-1,0 0 0,0-1 1,0 1-1,1-1 0,1 0 87,1 1-1,-1-1 0,1 1 1,-1-1-1,1 1 0,0 0 1,-1 0-1,1 0 0,4 1 1,139 21 2621,-19-2-1495,897 63 3268,-907-75-4206,1163 39 1231,-1166-46-1455,802-20 577,-896 17-629,781-32 674,-697 34-581,134 1 117,-175 4-156,115 24 1,-161-25-54,-13-4-39,-29-1-833,-1-2 1,1-1 0,0-1 0,0-1-1,1-1 1,-44-19 0,14 6-1615,-58-20-4405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16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7652,'0'0'6744,"12"30"-5794,36 97-505,-40-105-420,-2 0-1,0 0 0,-2 1 0,3 31 1,-5-35-13,0 0 55,-2-16 71,0-5 26,-1-30 120,1 32-282,0-39 263,7-59-1,-5 85-209,1 0 1,0 0-1,0 1 0,1 0 0,1 0 0,0 0 0,1 0 0,12-17 0,-16 25-15,2 1 1,-1-1-1,0 0 0,1 1 0,0 0 0,-1 0 0,1 0 0,0 0 0,1 1 0,-1 0 0,0 0 0,1 0 0,-1 0 0,1 1 0,5-2 0,-7 2-20,0 1 0,0-1-1,0 1 1,1 0-1,-1 0 1,0 0-1,0 0 1,0 1-1,0-1 1,0 1-1,0 0 1,0 0-1,0 0 1,0 0-1,0 0 1,0 1-1,0-1 1,-1 1 0,1 0-1,-1 0 1,1 0-1,-1 0 1,4 4-1,6 11 8,13 12 3,-24-27-33,1-1-1,0 1 1,0-1 0,0 0-1,0 0 1,0 0-1,0 0 1,0 0 0,0 0-1,1-1 1,-1 1-1,0-1 1,0 1 0,1-1-1,1 0 1,-3 0 2,0 0 1,0 0 0,0-1-1,0 1 1,-1 0-1,1-1 1,0 1 0,0 0-1,0-1 1,-1 1-1,1-1 1,0 1-1,-1-1 1,1 1 0,0-1-1,-1 0 1,1 1-1,-1-1 1,1 0-1,-1 1 1,1-2 0,10-24 12,-2-26 68,-9 51-89,1 0 1,-1 1-1,0-1 1,1 0 0,-1 1-1,1-1 1,-1 1-1,1-1 1,-1 0 0,1 1-1,-1-1 1,1 1-1,-1-1 1,1 1 0,-1 0-1,1-1 1,0 1 0,-1 0-1,1-1 1,0 1-1,-1 0 1,1 0 0,0-1-1,0 1 1,-1 0-1,1 0 1,0 0 0,0 0-1,0 0 1,31 1 48,-19-1-47,-5 0 13,0-1 1,-1 1-1,1-2 0,0 1 1,0-1-1,-1 0 1,1-1-1,-1 0 0,0 0 1,9-5-1,-4 1-7,-1-1 1,0-1-1,0 0 0,18-20 1,-10 8 0,1 1 0,30-23 0,-50 43-16,0 0 1,0 0 0,0 0 0,1 0 0,-1 0 0,0 1-1,0-1 1,0 0 0,0 0 0,1 0 0,-1 0 0,0 0 0,0 0-1,0 1 1,0-1 0,1 0 0,-1 0 0,0 0 0,0 0-1,0 1 1,0-1 0,0 0 0,0 0 0,0 0 0,0 0 0,0 1-1,1-1 1,-1 0 0,0 0 0,0 0 0,0 1 0,0-1-1,0 0 1,0 0 0,0 1 0,0-1 0,-1 0 0,1 0 0,0 0-1,0 1 1,0-1 0,1 13-223,-1-12 168,-1 5-677,2 1-1,-1-1 1,1 1 0,0-1-1,0 0 1,3 8-1,7 5-6922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25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576 224 1473,'0'0'6005,"7"-19"-5383,22-60 39,-28 77-586,0-1-1,0 0 1,0 1-1,0 0 1,1-1-1,-1 1 1,1 0-1,0 0 1,-1 0-1,1 0 1,0 0-1,0 0 0,1 0 1,2-2-1,5-3 578,11-14 653,-16 16-898,0-1 0,0 1 0,1 0 0,0 0 1,-1 1-1,1 0 0,1 0 0,-1 0 1,1 1-1,7-3 0,-14 5-315,0 1-1,1 0 0,-1 0 1,0-1-1,1 1 0,-1 0 1,0-1-1,0 1 1,1 0-1,-1-1 0,0 1 1,0-1-1,0 1 0,1 0 1,-1-1-1,0 1 0,0-1 1,0 1-1,0 0 1,0-1-1,0 1 0,-3-4 4286,-3 5-4332,0-1 1,0 2-1,0-1 1,1 0-1,-1 1 0,0 0 1,1 1-1,0-1 1,-1 1-1,-9 7 0,-7 6 76,-21 20 0,28-23 0,-48 47 542,2 2 1,-95 127-1,129-151-471,1 1-1,3 1 1,1 1 0,1 1-1,-22 69 1,-69 216 699,104-297-723,0 1-1,2 0 1,-4 53 0,6 96 286,4-130-411,1-30 13,1-1-1,0 1 0,2-1 0,10 34 0,-2-18 46,27 55 0,-30-74-50,0-1-1,1 0 1,1 0-1,0-1 1,25 23 0,75 55 194,-102-86-239,42 30 94,107 53 0,-138-78-95,20 7 22,0-3 0,1-1-1,83 17 1,-53-14 8,-9-1-16,0-3 0,1-3 1,113 4-1,-142-13-18,-14 0 2,0-1-1,1-1 1,-1 0-1,0-1 1,0-2-1,38-10 1,-28 2-5,-1-1 0,-1-1 1,0-1-1,-1-2 0,25-20 0,-42 27 5,1 0 1,-2 0-1,1-2 0,-2 1 0,1-1 0,-1 0 1,-1-1-1,-1 1 0,1-2 0,7-24 1,-6 9 5,-1 0 0,-1 0 1,-2 0-1,2-39 1,-5-182 68,-2 135-4,0 88-48,-2 1-1,-1 0 1,-7-30-1,4 31-8,2-1 1,2 0-1,-2-29 0,4 36-1,-1 1 1,0 0 0,-1 0 0,-1 0 0,-1 0-1,-1 1 1,0-1 0,-16-30 0,-9-5 30,-48-65 1,41 63-30,17 28-16,0 1 0,-2 0 0,-1 2-1,0 1 1,-2 1 0,-28-19 0,-36-34 43,70 58-12,15 12-32,-5-5 10,-2 1 0,-23-16 0,6 7-6,25 15-4,0-1 1,-1 2 0,1-1 0,-1 1 0,0-1-1,0 1 1,0 0 0,0 1 0,0-1-1,0 1 1,0 0 0,0 1 0,-10-1 0,-4 1-1,-5-1-11,-36 5 1,51-2 5,0-1 0,0 2-1,0-1 1,0 1 0,1 1 0,-1-1 0,-10 8 0,7-3-167,0 0 1,1 1 0,0 1-1,0 0 1,-15 19 0,-19 29-3777,32-40 1683,-18 21-6233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32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117 306 656,'0'0'2255,"-6"-5"-1028,-2-1-774,-33-28 1253,21 9 2431,18 13-108,3 10-3955,0 0 0,0 0-1,0 0 1,1 0-1,-1 0 1,0 0-1,1 0 1,-1 0-1,1 1 1,0-1-1,3-2 1,29-20 561,0 2 0,64-32 0,80-21-41,-164 70-552,-6 1-25,0 1 1,0 0 0,0 0 0,1 1-1,-1 1 1,10-2 0,-17 3 19,-15 11 147,-74 62 73,-93 73-146,131-109-84,-91 51 0,129-81-16,14-7-20,20-10 10,97-71 217,-37 23-31,-26 22 83,95-44-1,-156 83-267,-1 1 0,1 0 0,1 1 1,-1 0-1,0-1 0,1 1 0,-4 7 0,-36 51-354,39-55 212,-5 7-1686,1 0 1,-14 32-1,10-13-5052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38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1313,'0'0'0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40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9 6227,'0'0'3676,"-6"9"-2814,-16 29-24,17-24 1055,11-10-135,12-7-698,-17 2-1257,24-11 305,-21 9 35,0 1-1,0 0 1,0 0-1,0 0 1,1 0-1,-1 1 1,1 0 0,-1 0-1,10-1 3864,-10 1-3866,-1 1 1,1-1-1,-1 1 0,1-1 1,-1 0-1,1 0 0,-1 0 1,0-1-1,0 1 0,1-1 1,-1 0-1,0 0 1,4-3-1,-3 1-90,1 1 1,-1 0-1,1 1 1,0-1-1,5-1 1,-42 4-107,-96 11-856,16 0-860,-72-7-3018,181-4 4705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5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247 129 6611,'0'0'3746,"-4"-18"752,2 18-4398,0 0 1,0 0 0,0 1-1,0-1 1,0 1-1,0 0 1,1 0 0,-1-1-1,0 1 1,0 0-1,0 1 1,1-1 0,-1 0-1,1 0 1,-1 1 0,1-1-1,-1 1 1,1-1-1,-2 3 1,2-2 14,-1 1 1,0 0-1,1 0 0,-1-1 0,1 1 1,0 0-1,0 0 0,0 1 1,0-1-1,0 0 0,1 0 0,-1 4 1,1-6-93,0-1-1,0 0 1,0 1 0,1-1 0,-1 1 0,0-1-1,0 0 1,0 1 0,0-1 0,0 1 0,0-1 0,1 0-1,-1 1 1,0-1 0,0 0 0,1 1 0,-1-1-1,0 0 1,0 1 0,1-1 0,-1 0 0,0 0-1,1 1 1,-1-1 0,0 0 0,1 0 0,-1 0 0,1 1-1,-1-1 1,1 0 0,17 2 295,-10-2-143,95 0 564,1-4 0,155-26 0,82-30-580,139-23-203,-437 74-1,-99 10-35,-63 13 119,-133 34 0,98-16 0,-116 18 9,-347 75 5,549-104-31,66-20-18,1-1 1,-1 1 0,1 0-1,-1-1 1,1 1 0,-1 0-1,1 0 1,0 0 0,-1 0-1,1 0 1,0 0 0,-2 2-1,3-2-3,0-1 0,0 0-1,0 0 1,0 0 0,0 1-1,0-1 1,0 0 0,0 0-1,0 0 1,1 1 0,-1-1-1,0 0 1,0 0 0,0 0-1,0 1 1,0-1 0,0 0-1,1 0 1,-1 0 0,0 0-1,0 1 1,0-1 0,0 0-1,1 0 1,-1 0 0,0 0-1,0 0 1,0 0 0,1 0-1,-1 0 1,0 0 0,0 0-1,0 0 1,1 0 0,19 3 8,128 0 39,0-6 0,160-26 0,-251 21-51,531-64-543,-491 67-2096,-97 5 2558,0 0-1,1 0 1,-1 1-1,0-1 0,0 0 1,1 0-1,-1 0 0,0 0 1,0 0-1,0 0 1,1 0-1,-1 0 0,0 1 1,0-1-1,0 0 1,1 0-1,-1 0 0,0 0 1,0 1-1,0-1 1,0 0-1,1 0 0,-1 0 1,0 1-1,0-1 0,0 0 1,0 0-1,0 1 1,0-1-1,0 0 0,0 0 1,0 1-1,0-1 1,0 0-1,0 0 0,0 1 1,0-1-1,0 0 0,0 0 1,0 1-1,0-1 1,0 0-1,0 0 0,0 1 1,0-1-1,0 0 1,-1 1-1,-4 11-1320,-26 25-2181,-5 10-562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4:51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154 158 4818,'0'0'7305,"-25"1"-6387,-78 5-147,77-4-40,287-5 1782,162-43-2126,-188 17-161,166-4 844,-398 33-1059,18-1 102,-26 1-82,-40 3 1,-176 37 160,145-23-171,-159 25 70,-385 21 0,586-61 53,30-3-43,21 0 86,91-11-155,71-17-93,-132 21-10,392-80-3014,-174 6-3478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28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4 146 5507,'0'0'3334,"-1"-5"-3126,1 3-94,-1 1-1,1 0 0,0-1 0,-1 1 0,1-1 0,0 1 0,0-1 0,0 1 0,0-1 0,0 1 0,0 0 0,1-1 0,-1 1 0,0-1 0,1 1 0,-1 0 1,1-1-1,-1 1 0,1 0 0,0-1 0,0 1 0,-1 0 0,1 0 0,0 0 0,0 0 0,0-1 0,0 2 0,3-3 0,-3 2 239,0 0-1,0 0 1,0 0-1,0 0 1,0 0-1,0 0 1,0 0-1,0 0 1,0 0-1,1-3 1,8-10 1232,-1 8-1362,0 0-1,1 1 1,-1 0 0,1 1 0,0 0 0,0 0-1,0 1 1,12-2 0,2 1-562,0 1 0,38 1 0,-34-2-2797,4-13-3645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0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2444 630 2897,'0'0'12996,"10"-19"-12260,30-56-56,-30 57-58,-26 18 48,-8 0-576,-95 2 92,-396 17 107,-730-19-197,1242 0-97,-215 8 54,193-5-45,-1 1 0,1 1 1,0 1-1,0 2 0,0 0 0,-32 17 1,49-21-13,1 1 0,0 0 0,0 1 0,0 0 1,1 0-1,0 0 0,0 1 0,1 0 0,-1 0 1,1 1-1,1-1 0,-5 11 0,-5 12 76,-17 61 0,28-84-57,-3 19 72,0 0 1,1 0-1,-1 38 1,4 82 407,3-80-220,-1-57-243,13 296 769,116 594 85,-77-617-873,25 164-25,-59-306 4,-1 172 1,-17-273 5,1 36-29,-3-1-1,-16 94 1,17-163 22,-7 39-33,1 0 1,0 56 0,6-86-24,1 0 1,1 0-1,1 0 0,0-1 1,8 28-1,-8-35 40,1 0 0,-1-1-1,1 0 1,0 1-1,1-1 1,-1 0 0,1 0-1,0-1 1,1 1-1,-1-1 1,1 0 0,-1 0-1,1-1 1,1 1 0,-1-1-1,6 3 1,8 2 37,-1 0 1,2-2-1,-1 0 1,0-1-1,1-1 1,29 3-1,122-4 112,-104-4-100,132 2 239,517-11 36,373-8-99,-951 18-215,-78-2 4,0-3 1,0-2 0,-1-3 0,96-29 0,-140 34 21,0-1-1,0 0 1,-1-1 0,0-1 0,0 0 0,-1-1-1,0 0 1,0-1 0,-1-1 0,0 0-1,-1 0 1,-1-1 0,1-1 0,-2 1 0,0-2-1,12-22 1,-1-6 129,-2-2 0,-2 0 0,-1-1 0,11-64 0,0-32 115,-6-2 0,-6 0 0,-6-1 0,-13-161 0,0 231-160,-5 1 0,-17-72 0,-53-141 122,-108-213 85,52 155-132,30-9 11,43-59-85,29 159-106,30 225-31,-2 0 1,0 0 0,-2 0-1,-17-38 1,19 52-144,-2 1 0,0 0 1,0 0-1,-1 1 0,-1 0 1,0 0-1,0 1 0,-1 1 1,-1 0-1,-16-12 0,-105-56-4514,-35-5-5189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6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16215,'0'0'7177,"16"27"-6411,3 3-569,2 3 112,-1 1-1,30 73 1,-35-69-9,-1 1 0,-3 1 0,9 55 0,-17-77-244,4 31 113,0 54 1,-7-103-167,0 1 0,0 0 0,0-1-1,0 1 1,0-1 0,0 1 0,0 0-1,0-1 1,0 1 0,0-1 0,0 1-1,-1 0 1,1-1 0,0 1 0,0-1-1,-1 1 1,1 0 0,0-1 0,0 1-1,-1-1 1,1 1 0,-1 0 0,-5-3 28,5 1-19,-1 0-6,1 1 0,-1-1 0,1 0 1,0 0-1,-1-1 0,1 1 0,0 0 0,0 0 0,0-1 1,0 1-1,0-1 0,-2-1 0,-5-13 13,0 0 1,1-1-1,1 1 1,1-1-1,0 0 1,1-1-1,-3-32 1,1-134-41,6 141 22,0 26 0,0 0-1,1 0 1,2 0 0,-1 1-1,11-34 1,-9 40 2,0 1-1,1-1 1,0 1-1,0 0 1,1 0-1,1 1 1,-1-1-1,1 2 1,1-1 0,14-12-1,-12 13-5,0 0 1,1 0-1,0 1 1,0 0-1,0 1 0,0 1 1,1 0-1,21-5 0,-11 5 5,1 1-1,0 1 0,40 1 0,-59 2-3,0-1 0,-1 0 0,1 1-1,-1 0 1,1 0 0,-1 0 0,1 0-1,-1 1 1,0-1 0,0 1 0,1 0-1,-1 0 1,-1 0 0,1 0 0,4 4-1,-3-1 1,0 0 0,0 0 0,0 0 0,0 0 0,-1 1 0,0 0 0,0 0-1,1 6 1,2 5 3,-2 0-1,0 0 0,-1 0 0,-1 1 1,0 27-1,-2-38-5,0 1 0,-1-1 1,1 0-1,-2 0 0,1 0 0,-5 14 0,4-17 4,0 0 1,0 0-1,-1 0 0,0 0 0,1 0 1,-1-1-1,-1 1 0,1-1 1,0 0-1,-1 0 0,-6 5 0,0-2 2,0 0 0,-1-1 0,0 0 0,0 0 0,0-1-1,0-1 1,-1 0 0,-13 2 0,-7-1-74,-57-1 0,79-3-28,0 0 1,0-1-1,0 0 1,0-1 0,0 0-1,0-1 1,-12-4-1,15 4-29,1-1-1,0 1 1,0-1-1,0 0 1,0 0-1,0-1 1,1 0-1,0 0 1,0 0 0,0 0-1,-4-7 1,4 3-256,-1-1 0,1 1 0,1-1 1,0 0-1,0 0 0,1 0 0,-3-15 1,2 3-1850,2 0 0,0-35-1,2-10-4625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10629,'0'0'9578,"-10"24"-9136,-17 47 654,-21 82-1,42-130-849,-48 213 1870,44-180-1706,3 0 1,0 71-1,7-119-388,5 114 248,-4-109-253,2 0 0,0 0 0,0 0 0,1-1 0,1 1 0,11 21 0,-3-10 16,2 0-1,20 23 0,-28-38-34,1 0-1,0 0 0,1-1 0,0-1 0,0 1 1,0-1-1,15 7 0,-20-12-52,-1 0 0,0-1 0,1 0 0,-1 0 0,1 0-1,-1 0 1,1 0 0,-1-1 0,1 0 0,-1 1 0,1-1 0,0-1 0,-1 1 0,1 0 0,6-2-1,-5 0-120,0 0 0,-1 0-1,1-1 1,0 0 0,-1 1 0,0-1-1,1-1 1,-1 1 0,6-7-1,3-6-1328,0-1 0,-1 0 0,-1 0 0,11-26 0,-15 31 59,23-49-6974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7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10469,'0'0'9319,"-6"4"-9143,3-1-94,0 0 0,0-1 0,0 1 0,1 1 0,-1-1-1,1 0 1,0 1 0,0-1 0,0 1 0,0-1 0,-1 6 0,-12 52 1451,9-34-1245,-1 15 37,1 0-1,2 0 1,2 51 0,2-90-326,0 0 1,0 0-1,0 0 0,0 0 0,0 0 1,1 0-1,-1 0 0,1 0 1,0 0-1,0 0 0,0 0 0,0 0 1,1-1-1,-1 1 0,1-1 0,-1 1 1,1-1-1,0 1 0,0-1 1,0 0-1,0 0 0,1 0 0,-1 0 1,1 0-1,-1 0 0,1-1 1,-1 1-1,1-1 0,0 0 0,0 0 1,0 0-1,-1 0 0,1 0 1,0-1-1,0 1 0,5-1 0,0 2-66,-1-1 0,1 0-1,0-1 1,-1 1 0,1-2-1,0 1 1,0-1-1,-1 0 1,1-1 0,0 0-1,-1 0 1,0 0 0,1-1-1,-1 0 1,0-1-1,-1 1 1,1-2 0,0 1-1,-1 0 1,0-1 0,0 0-1,-1-1 1,10-11 0,1-3-9,-1 0 0,-2-1-1,0-1 1,-1 0 0,-1 0 0,-2-1 0,8-26 0,-18 60 471,0 1-1,2 21 0,-1 1-227,-1-18-92,1 31 97,0-44-169,1-1 0,-1 0 0,1 1 1,-1-1-1,1 1 0,0-1 0,0 0 1,0 0-1,0 0 0,0 1 0,1-1 1,-1 0-1,1 0 0,-1-1 0,1 1 1,2 2-1,0-1-3,0-1 0,1 1-1,0-1 1,0 0 0,-1 0 0,1-1 0,0 1 0,1-1 0,8 1 0,51 1-42,-57-3 29,-3 0 5,-1 0 1,1-1-1,0 1 1,-1-1 0,1 0-1,-1 0 1,1-1-1,-1 1 1,0-1 0,0 0-1,1 0 1,-1 0-1,0-1 1,-1 0-1,6-3 1,-4 1 2,0-1 0,-1 0 0,1 1-1,-1-1 1,0-1 0,0 1 0,-1-1 0,5-12-1,-1-3 16,-1-1-1,-1 0 0,-1-1 1,-1 1-1,-1-24 0,-1-32-78,18 78-4381,-4-2-1668,5 3-4177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13174,'0'0'7185,"0"25"-6252,2 82-476,-1-97-436,0 0 0,0 1 1,1-1-1,1 0 0,0 0 1,0 0-1,1 0 0,0 0 1,1-1-1,0 0 0,0 0 1,1 0-1,0 0 0,1-1 1,0 0-1,0-1 0,0 1 1,1-1-1,0-1 0,17 11 1,-24-17-41,2 3-74,-1-1-1,2 0 1,-1 0 0,0 0-1,0-1 1,1 1 0,-1-1-1,1 0 1,-1 0-1,6 1 1,-8-2-1105,-3-2-907,-11-11-2113,-17-17-2865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8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1 182 10149,'0'0'7011,"154"-36"-5827,-72 27-639,3-3-513,-1-3-32,-11-10-561,-9-11-2480,-25-12-6643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8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16408,'0'0'3657,"-7"26"-2053,-6 23-984,3 0 0,2 1 0,-2 61 1,6 549 487,4-499-1032,2-74-58,3 0 0,26 133 0,-16-135-61,-11-53-182,1 1 0,3-1 1,13 40-1,-21-71 64,0 0 1,0 0 0,1-1-1,-1 1 1,0 0-1,0 0 1,1 0-1,-1 0 1,1-1 0,-1 1-1,1 0 1,-1 0-1,1-1 1,-1 1-1,1 0 1,-1-1-1,1 1 1,0 0 0,0-1-1,-1 1 1,1-1-1,0 1 1,0-1-1,0 0 1,-1 1 0,1-1-1,0 0 1,0 0-1,0 1 1,0-1-1,0 0 1,0 0 0,-1 0-1,1 0 1,0 0-1,2 0 1,14-5-6280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9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12198,'0'0'9572,"-9"6"-9420,3-2-106,1 0 0,0 1 1,0 0-1,0 0 0,1 0 0,-1 1 0,1 0 1,1 0-1,-1 0 0,1 0 0,0 0 0,0 0 0,1 1 1,0 0-1,-3 11 0,-3 26 177,1 0 1,2 0-1,1 65 1,4-100-221,0 1-1,0-1 1,2 1 0,-1-1 0,1 0 0,0 1 0,1-1-1,0 0 1,1 0 0,7 13 0,-8-17-37,0-1 0,1 1 0,-1-1 0,1 0-1,0 0 1,0 0 0,1 0 0,-1-1 0,1 0 0,0 0 0,0 0 0,0-1 0,0 1 0,0-1 0,1 0 0,-1-1 0,1 1 0,9 0-1,-3 0-198,-1-1 0,1 0 0,-1-1 0,23-2 0,-28 1 188,-1 0-1,0-1 1,0 1 0,0-1 0,0 0 0,0 0 0,0-1-1,0 0 1,-1 1 0,1-2 0,-1 1 0,7-6 0,3-8 31,0-1 0,-1 0 1,0-1-1,-2 0 1,0-1-1,-2 0 0,0-1 1,-1 0-1,8-34 1,-16 54 47,1-1 0,-1 1 0,0 0 0,1-1 0,-1 1 1,0 0-1,1-1 0,0 1 0,-1 0 0,1 0 0,0-1 0,0 1 1,0 0-1,1-2 0,-2 7 54,0 6-60,1 0 1,0-1 0,0 1-1,1 0 1,1-1-1,-1 0 1,1 1-1,1-1 1,0 0-1,6 10 1,-7-13-27,1-1 0,0 0 1,-1 0-1,2 0 0,-1-1 1,1 0-1,-1 1 0,1-1 0,0-1 1,1 1-1,-1-1 0,1 0 0,-1 0 1,1 0-1,0-1 0,0 0 0,10 2 1,-1-2-64,1 0 0,24 0 0,-33-2 29,-1-1 0,0 1 0,0-1-1,0 0 1,0 0 0,0-1 0,0 0 0,0 0 0,11-6 0,-11 3 28,1-1 0,-1 0 1,0 0-1,-1 0 0,1-1 1,-1 0-1,-1 0 0,1-1 1,-1 1-1,0-1 1,-1 0-1,0 0 0,0 0 1,-1 0-1,0-1 0,1-8 1,2-18-2,-1 0-1,-2-53 1,-2 8-1788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39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10821,'0'0'8692,"1"24"-8174,0 8-389,-1 0-50,2 0-1,8 44 1,-4-36-453,-2 1 1,0 49-1,-4-89 230,-1-1 0,1 1 0,0-1 0,0 1 0,0-1 0,-1 1 0,1-1 0,0 0 0,-1 1 0,1-1-1,0 1 1,-1-1 0,1 0 0,0 1 0,-1-1 0,1 0 0,-1 1 0,1-1 0,-1 0 0,1 1-1,0-1 1,-1 0 0,1 0 0,-1 0 0,0 0 0,1 1 0,-1-1 0,1 0 0,-1 0 0,1 0-1,-1 0 1,1 0 0,-1 0 0,1 0 0,-1-1 0,-21-3-4094,20 3 3922,1-1 0,-1 1 0,0-1 0,0 0 0,1 0 0,-1 0 0,1 0 0,0 0 0,-1 0 0,1 0 0,0 0 0,0 0 0,0-1 0,1 1 0,-1 0 0,1-1 0,-1 1 0,1 0 0,-1-4 0,0-57-1102,1 46 1336,0 10 234,0 0-1,1-1 0,-1 1 1,4-12-1,-3 17 22,-1-1 0,1 1 0,0 0 0,0 0 0,1 0 0,-1 0 0,0 0 0,1 0 0,-1 0 0,1 0 0,0 0 0,0 1 0,-1-1 0,1 1 0,0-1 0,0 1 0,3-2 0,13-4 842,0 1 0,0 1 0,0 0 0,1 1-1,0 1 1,34-1 0,-1 0-753,-12-3-1193,40-10 0,-22 2-3895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0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10853,'0'0'5616,"26"-13"-6091,83-45-1425,-91 48 69,-1-1 1,16-13-1,-27 19 1218,0 1 0,1 0 1,-1 0-1,9-4 1,-4 2-60,7-1 6420,-18 7-5595,1 0 0,0 0 0,-1 1 1,1-1-1,-1 0 0,1 0 1,-1 1-1,1-1 0,-1 0 1,1 1-1,-1-1 0,0 0 1,1 1-1,-1-1 0,1 1 1,-1-1-1,0 1 0,1-1 0,-1 0 1,0 1-1,0 0 0,1-1 1,-1 1-1,0-1 0,0 1 1,0-1-1,0 1 0,0-1 1,0 1-1,0-1 0,0 1 1,0 1-1,8 64 2350,-6-39-2031,1 0 0,13 49 0,-14-70-472,4 16 34,-6-21-40,0-1 1,1 1-1,-1 0 0,0-1 1,0 1-1,1-1 0,-1 1 1,0 0-1,1-1 0,-1 1 1,1-1-1,-1 1 0,1-1 1,-1 1-1,1-1 0,-1 1 1,1-1-1,-1 1 1,1-1-1,0 0 0,-1 0 1,2 1-1,-1-1 4,0 0 0,0-1 0,0 1 0,-1 0 0,1-1 0,0 1-1,0-1 1,0 1 0,-1-1 0,1 1 0,0-1 0,-1 0 0,1 1 0,0-1 0,-1 0 0,1 1 0,-1-1 0,1 0 0,-1 0 0,0 0 0,1-1 0,31-60 26,-18 33-3,1 0-1,22-29 0,-30 48 30,1 1-1,0 0 1,0 0-1,1 1 1,0 1 0,1-1-1,16-9 1,-20 13 30,0 1-1,0 0 1,1 1 0,-1 0 0,1 0-1,-1 0 1,1 0 0,0 1 0,0 0-1,-1 1 1,1-1 0,0 1 0,0 1-1,0-1 1,7 3 0,-11-2-70,1 0 1,-1 1-1,0-1 1,0 1-1,0 0 1,0 0-1,0 0 1,0 0-1,-1 0 1,1 1-1,-1 0 1,1-1-1,-1 1 1,0 0-1,0 0 1,0 0-1,-1 0 1,1 0-1,-1 0 1,1 1-1,0 3 1,1 3-28,0 1 0,-1 0 1,0 0-1,0 0 0,-1 17 0,-1-26-30,0-1-1,0 1 0,0-1 1,-1 1-1,1 0 0,0-1 1,-1 1-1,1-1 0,-1 1 1,0-1-1,1 1 0,-1-1 1,0 0-1,0 1 0,0-1 1,0 0-1,0 0 0,0 1 1,0-1-1,0 0 0,-1 0 1,1 0-1,0 0 0,-1-1 0,-2 2 1,0 0-465,0-1 1,0 1 0,0-1-1,-1 0 1,1-1 0,0 1-1,-9-1 1,-4 0-4710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2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5587,'0'0'13294,"0"-6"-12657,0 1-522,0-9 21,0 12-51,1 6 51,2 15 71,1 0 0,1 1-1,0-1 1,2-1-1,0 1 1,19 33-1,-22-44-218,1-1-1,-1 0 1,2-1-1,-1 1 1,1-1-1,0 0 0,0-1 1,1 1-1,-1-1 1,1 0-1,0-1 1,1 0-1,-1 0 1,1 0-1,0-1 1,0-1-1,0 1 1,0-1-1,9 1 1,-7-1-147,-1-1 1,0-1 0,0 0 0,0 0-1,1-1 1,-1 0 0,9-2 0,-14 2 107,0-1 1,0 1-1,1-1 0,-2 0 1,1 0-1,0 0 0,0-1 1,-1 1-1,1-1 1,-1 0-1,0 0 0,0 0 1,0-1-1,0 1 1,0-1-1,2-4 0,4-9 24,0 0 0,-2-1 0,0 0 0,8-30-1,-15 48 48,0 0-1,0-1 0,0 1 1,0 0-1,0 0 1,0 0-1,0 0 0,0 0 1,0-1-1,0 1 0,0 0 1,0 0-1,0 0 0,0 0 1,0 0-1,0 0 1,0-1-1,0 1 0,0 0 1,1 0-1,-1 0 0,0 0 1,0 0-1,0 0 1,0 0-1,0 0 0,0 0 1,0 0-1,1-1 0,-1 1 1,0 0-1,0 0 0,0 0 1,0 0-1,0 0 1,1 0-1,-1 0 0,0 0 1,0 0-1,0 0 0,0 0 1,0 0-1,1 0 1,-1 0-1,0 0 0,0 0 1,0 0-1,0 0 0,0 1 1,0-1-1,1 0 0,-1 0 1,0 0-1,0 0 1,0 0-1,0 0 0,0 0 1,0 0-1,0 0 0,1 1 1,-1-1-1,0 0 1,0 0-1,0 0 0,0 0 1,0 0-1,0 0 0,0 1 1,0-1-1,9 14-69,-4-5 185,-2-5-117,1 0-1,-1 0 1,1-1-1,0 0 1,0 1-1,1-1 1,-1-1 0,1 1-1,-1-1 1,1 1-1,0-1 1,0-1 0,0 1-1,0-1 1,6 1-1,8 1 28,1-1 0,33-1 0,-34-1-21,-15 0-17,0-1 0,0 1-1,0 0 1,-1-1-1,1 0 1,0 0 0,-1 0-1,1 0 1,-1-1 0,1 1-1,-1-1 1,0 0 0,1 0-1,-1 0 1,0 0 0,5-6-1,-4 3 17,1 0 0,-2-1 0,1 1-1,0-1 1,-1 0 0,0 0-1,-1 0 1,5-13 0,-2-4 196,-1-1-1,0 1 1,-2-1 0,0-33 0,-2 6 31,0 50-479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3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5442,'0'0'11640,"0"29"-10687,0 95-193,0 70 59,0-193-792,0-4 21,0-9-27,1 0-1,1 1 1,0-1 0,1 0 0,0 1-1,1-1 1,0 1 0,0 0-1,2 1 1,-1-1 0,1 1-1,15-19 1,-16 22-2,0 0-1,1 1 1,0 0 0,1 0 0,-1 0-1,1 1 1,0 0 0,1 0-1,-1 1 1,1 0 0,0 0-1,0 1 1,0 0 0,0 0 0,0 1-1,1 0 1,-1 1 0,15-1-1,-19 1 2,0 1 1,0 0-1,0 1 0,-1-1 0,1 1 0,0 0 1,0 0-1,0 0 0,-1 0 0,1 0 0,0 1 0,-1 0 1,4 2-1,-2 0 2,-1 0 0,0 0 0,-1 1 0,1-1 0,-1 1 0,0 0 0,0 0 0,3 7 0,0 0 107,0 1 0,-2 0 0,1 1 0,-2-1 0,1 1 0,0 14 0,1 30-1225,-4-1-5952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3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5074,'0'0'10757,"166"3"-10693,-111-3-16,-7-9-96,-11-12-384,-7 0-945,-9 6-79,-6 3-1890,-6 0-816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8772,'0'0'12598,"-4"8"-12147,-1 6-231,-1 0 0,2 0 1,0 0-1,1 1 0,0 0 1,0 24-1,1 103 726,3-83-700,-2 1-78,4 68 32,-2-117-238,0 0 0,2 0 0,-1 0 0,1-1 0,1 1 0,5 11 0,-9-21-65,0-1 0,0 0 0,1 1-1,-1-1 1,0 0 0,0 1 0,0-1 0,0 0 0,0 0 0,1 1 0,-1-1 0,0 0 0,0 1 0,1-1 0,-1 0 0,0 0 0,0 0 0,1 1 0,-1-1 0,0 0 0,0 0 0,1 0 0,-1 0 0,0 0 0,1 1 0,-1-1 0,0 0 0,1 0 0,-1 0 0,0 0 0,1 0 0,-1 0 0,0 0 0,1 0 0,-1 0-1,0 0 1,1 0 0,-1 0 0,0-1 0,1 1 0,0-1-170,0 1-1,-1-1 1,1 0-1,0 0 1,0 0-1,-1 0 1,1 0-1,-1 0 1,1 0 0,-1 0-1,1 0 1,-1 0-1,0 0 1,1-1-1,6-39-4950,5-10-311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4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7427,'0'0'10709,"212"-45"-10709,-155 39-16,-11-3-1072,-16 0-2738,-18-9-6098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4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11797,'0'0'7945,"-1"31"-7150,-1 100-261,2 62-86,1-208-433,0 1-1,2 1 1,-1-1-1,2 0 0,0 1 1,0-1-1,2 1 1,-1 0-1,2 1 1,11-18-1,-1 3 16,2 2-1,1 0 1,40-38 0,-53 56-482,14-12 1111,-5 13-6522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1 1 11829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4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11829,'-16'25'1114,"2"2"-1,-16 37 1,30-63-1085,0-1 0,0 1 0,-1-1 1,1 1-1,0-1 0,0 1 0,0-1 1,0 1-1,0-1 0,0 1 0,0-1 1,0 0-1,0 1 0,0-1 0,0 1 1,0-1-1,0 1 0,0-1 0,0 1 1,0-1-1,1 1 0,-1-1 0,0 1 1,0-1-1,1 0 0,-1 1 0,0-1 1,0 1-1,1-1 0,-1 0 0,1 1 1,-1-1-1,0 0 0,1 1 0,-1-1 1,1 0-1,-1 0 0,1 1 0,23-2 938,-18 0-815,254-9 3837,-240 10-3808,-19 0-2,-8 3-51,-181 78 339,81-32-310,111-49 199,0 1-319,-1-1 0,1 0 0,0 0-1,-1 0 1,1 0 0,4-1 0,72-31 97,-54 19-157,39-10 0,-25 14-283,11-3-2084,-21-2-2694,-12-1-1164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5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12582,'0'0'5386,"0"2"-3572,2 18-1429,1 1 1,0-1-1,1 0 0,1 0 0,14 34 0,-11-35-341,-1 1 0,-1 0 0,-1 1 0,-1-1 0,3 40 0,-7-59-54,0 0 0,0 0 1,0 0-1,0-1 0,0 1 1,0 0-1,0 0 0,-1 0 0,1 0 1,0 0-1,0 0 0,-1 0 0,1-1 1,-1 1-1,1 0 0,-1 0 0,1 0 1,-1-1-1,1 1 0,-1 0 1,0-1-1,1 1 0,-1-1 0,0 1 1,0 0-1,1-1 0,-1 0 0,0 1 1,0-1-1,0 1 0,0-1 1,0 0-1,1 0 0,-1 1 0,0-1 1,0 0-1,0 0 0,0 0 0,0 0 1,0 0-1,-1-1 0,0 1-6,0 0-1,0 0 1,1-1-1,-1 0 1,0 1-1,0-1 1,1 0-1,-1 1 1,0-1-1,1 0 1,-1 0-1,1 0 1,-1-1-1,1 1 1,0 0-1,-1-1 1,1 1-1,0 0 1,0-1-1,-1-2 1,-1-6 1,0 0 1,2 1-1,-1-1 1,1 0-1,1 0 1,-1 0-1,3-13 1,-2-3 34,1 19-24,-1 0-1,1-1 1,0 1 0,0 0 0,1 0 0,0 1 0,0-1-1,1 0 1,0 1 0,6-12 0,-7 15 1,0 0 1,1 0-1,-1 0 0,1 0 1,-1 0-1,1 0 0,0 1 1,0 0-1,0-1 0,0 1 1,1 0-1,-1 0 1,0 1-1,1-1 0,0 1 1,-1 0-1,1 0 0,0 0 1,-1 0-1,1 0 0,6 1 1,7-1 5,-12 0-2,-1 1 0,0-1 0,0 1 0,1 0 0,-1 1 0,0-1 0,0 1 0,1-1 0,-1 1 0,0 0 0,0 1 0,6 2 0,-3 1 3,-2 1 0,1 0 0,-1 0 0,1 0 1,-2 0-1,1 1 0,-1-1 0,0 1 0,6 14 0,-4-5-328,-1-1-1,0 1 1,5 31-1,-9-15-3655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5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10949,'0'0'5683,"176"-18"-6644,-149 11-1872,-3-8-5363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9652,'0'0'7028,"-34"176"-6980,-5-116-48,-6-8-3714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12726,'0'0'11109,"109"-54"-11109,-93 54-368,-4 0-2113,3 0-3746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6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12710,'0'0'4098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7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12278,'0'0'9897,"7"5"-9624,-3-1-249,0 0 0,0 0 1,-1 1-1,1-1 0,-1 1 1,0-1-1,0 1 0,-1 0 1,1 0-1,-1 1 0,0-1 1,-1 0-1,1 1 0,1 8 1,0 12 59,-1 1 0,-1 26 1,0-30-60,-1 474 129,0-477-185,1 1-1,1-1 1,8 36-1,-8-49-80,0 1-1,0-1 0,1 0 1,0 0-1,1 0 0,-1 0 1,1 0-1,1 0 1,-1-1-1,1 0 0,0 0 1,11 9-1,-12-12-130,0-1 0,0 1 0,0-1 0,0-1 0,0 1 0,1 0 0,-1-1 0,1 0 0,-1 0 0,1 0 0,6 0 0,-7-1-413,1 0 1,-1 0-1,0-1 1,1 1-1,-1-1 0,0 0 1,6-2-1,-5 1-1092,0-1 0,-1 0 0,1 0 0,7-6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12710,'0'0'8356,"179"-64"-11398,-149 64-2032,-6 0-6259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 12005,'0'0'9714,"-5"22"-9628,-3 20-37,2-1 1,-2 66 0,7-63-93,0-4 69,9 80 1,-6-108-111,0-1 0,1 1 0,0-1 1,1 0-1,0-1 0,0 1 1,2 0-1,-1-1 0,1 0 0,0-1 1,12 14-1,-14-19-108,0 0-1,0-1 1,0 0 0,0 0-1,1 0 1,-1 0 0,1-1 0,-1 0-1,1 1 1,0-2 0,0 1-1,7 1 1,-8-2 76,-1-1 0,0 1 0,1-1 1,-1 0-1,0 0 0,1 0 0,-1-1 0,0 1 0,1-1 0,-1 0 1,0 0-1,0 0 0,0 0 0,0 0 0,0-1 0,0 1 0,0-1 1,0 0-1,0 0 0,3-4 0,0 0 79,0-1-1,-1 0 1,0-1-1,0 0 1,-1 1 0,0-1-1,4-12 1,19-68 367,-14 40 271,-2 18 163,-8 22 56,0 0-1,0 0 1,-1-1 0,0 1 0,1-12 0,-3 30-755,0 8-5,1-1 1,3 21 0,-3-33-63,0 1 0,0-1 0,1 1 0,0-1 1,0 1-1,0-1 0,1 0 0,0 0 0,0 0 0,0 0 0,5 4 0,-4-4-88,1 0-1,0-1 1,0 0 0,0 0 0,1 0-1,-1-1 1,1 1 0,0-1 0,0-1-1,0 1 1,0-1 0,0 0 0,1 0-1,-1-1 1,1 0 0,-1 0 0,13 0-1,-17-1 45,1-1 0,0 1 0,-1 0 0,1-1 0,-1 1-1,1-1 1,-1 0 0,1 0 0,-1 0 0,1 0 0,-1 0 0,0 0 0,0-1-1,1 1 1,-1-1 0,3-3 0,-2 1 10,1 0 0,-1-1-1,0 1 1,0-1 0,0 1 0,-1-1 0,4-10-1,0-6 62,-1 0 0,-1 0 0,2-29 0,-1-19 797,-6-131 0,1 198-823,0 1 1,0 0-1,0-1 0,0 1 1,-1 0-1,1-1 0,0 1 1,0 0-1,-1-1 1,1 1-1,-1 0 0,1 0 1,-1 0-1,0-1 0,1 1 1,-1 0-1,0 0 0,0 0 1,0 0-1,0 0 0,0 0 1,0 0-1,0 1 1,0-1-1,0 0 0,0 0 1,0 1-1,0-1 0,-1 1 1,1-1-1,0 1 0,-1-1 1,1 1-1,-3 0 1,2 0-198,-1 0 1,1 1-1,-1-1 1,1 1-1,0 0 0,-1-1 1,1 1-1,0 0 1,-1 1-1,1-1 1,0 0-1,0 1 1,0-1-1,0 1 1,0-1-1,1 1 1,-1 0-1,-2 3 1,-20 34-5472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8164,'0'0'10228,"0"170"-9619,0-94-401,0-1-208,0 1-192,0-10-1489,3-17-2033,-3-25-4385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8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9252,'0'0'3826,"175"-42"-3826,-126 36-3250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8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8628,'0'0'12758,"0"34"-12550,0 5 80,0-6-288,0-2-32,0-4-576,-3-9-1041,-3-12-1088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4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5779,'0'0'9316,"-18"169"-7763,18-96-801,9 6-160,0-1-208,-9-2-352,-3-6-32,-42-10-48,-19-18-1456,-8-17-4611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5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85 6467,'0'0'9516,"-10"-4"-9241,5 1-221,2 1-41,0 1 1,0-1 0,0 1 0,0 0 0,0 0 0,-6-1 0,9 2-8,-1 0 0,0 0 0,0 0-1,1 0 1,-1 0 0,0 1 0,1-1 0,-1 0-1,0 0 1,1 1 0,-1-1 0,0 0 0,1 1-1,-1-1 1,1 0 0,-1 1 0,1-1 0,-1 1-1,1-1 1,-1 1 0,1-1 0,-1 1 0,1 0-1,0-1 1,-1 1 0,1-1 0,0 1 0,-1 0 0,1-1-1,0 1 1,0 0 0,0 0 0,0-1 0,0 1-1,0 0 1,0-1 0,0 1 0,0 0 0,0-1-1,0 1 1,0 1 0,1 14 287,1-1 0,0 0 0,1 1 0,0-1 0,2 0 0,7 18 0,-2-9 235,1 0 1,29 44-1,-34-59-406,1-1-1,0 0 0,0-1 1,1 1-1,0-1 0,0-1 1,1 0-1,0 0 1,0 0-1,0-1 0,0-1 1,1 0-1,0 0 0,0-1 1,0 0-1,1 0 1,-1-1-1,13 0 0,-6 0 5,0-2-1,-1 0 1,1-1-1,0 0 1,0-2 0,-1 0-1,0-1 1,1 0-1,-1-1 1,29-15-1,12-13 102,-2-3 0,93-79-1,21-14-84,-149 116-138,0 1 0,0 1 0,39-14 1,-48 21-39,1 0 0,-1 1 1,1 1-1,0 0 1,0 1-1,0 0 1,0 0-1,23 3 1,-29 0-113,0-1 0,0 1 0,1 0 0,-1 0 0,0 0 0,0 1 0,-1 0 0,1 1 0,-1-1 0,1 1 0,-1 0 0,0 0 0,0 0 0,6 9 0,1 2-807,-1 0-1,0 1 1,12 27 0,-15-27-954,0 0 1,6 23-1,1 33-7233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02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11229 770 7315,'0'0'1476,"27"-20"-238,85-62 189,-60 48 4650,-53 33-5931,1-1 0,-1 1-1,1 0 1,-1 0 0,1 0-1,-1-1 1,0 1-1,0 0 1,1 0 0,-1 0-1,0 0 1,0 0 0,0 0-1,0 0 1,0 1 0,0-1-1,-1 0 1,1 0-1,0 1 1,0-1 0,-2 0-1,-33-13-108,27 11 156,-186-64 817,-3 9 0,-333-53 1,137 48-237,-244-37 71,453 76-654,-255-1 0,265 24-103,-431 14 274,-313 38-140,-40-9-321,306-14 155,214-11-10,-133-10-43,435-7-30,88-1-12,0-3 1,0-1 0,-51-14 0,-138-49 12,-264-75 63,401 121-54,-1 5 0,-1 5-1,-107 0 1,163 12 11,-24-1 9,-1 3-1,-102 17 1,-139 54-11,175-38-21,-71 22-48,-113 25-6,135-48 54,-170 34 63,47-7-34,226-35-20,63-18 18,0-1 0,0-1-1,-35 5 1,13-6 2,-1 3-1,1 1 1,1 2-1,0 2 1,-47 22-1,79-31-15,0 1 4,0-1 0,1 1 0,-18 12 0,25-15 1,-1 1 0,0-1 1,1 1-1,-1 0 0,1 0 0,0 0 0,0 0 0,0 0 1,0 0-1,1 1 0,-1-1 0,1 1 0,0-1 1,0 1-1,-1 4 0,-1 16-4,1-1-1,1 0 1,1 1 0,1-1 0,1 1 0,1-1-1,1 0 1,1 0 0,15 40 0,-1-14-15,3-2 0,2-1 0,39 57 0,-49-82 14,1 0 0,2-2 1,0 0-1,0 0 1,2-2-1,0 0 0,1-2 1,1 0-1,0-1 0,1-1 1,1-1-1,0-1 0,0-1 1,45 12-1,262 56-3,3 1 67,-142-23-9,202 32 0,59-47-62,5-33-28,273 17-27,-166 44-198,165 15 63,-166-60-9,-304-16-60,627 71-1139,-614-48 1346,-8-11-51,318-17 1,626-101-1103,-1026 74 930,-1-9-1,198-62 0,-16-38-353,-159 54 640,-132 52 1,81-44 1,-123 55-13,-1-1 0,-1-2 1,-1-1-1,0-1 0,29-32 0,40-56 52,-56 62-24,2 2-1,54-47 1,-6 18 8,-86 71-11,0-1 0,0 1 0,-1-1 0,1 0 0,-1 0 0,0 0 0,0-1-1,0 1 1,-1-1 0,0 1 0,0-1 0,0 0 0,0 0 0,-1 0 0,1 0 0,-1 0-1,-1 0 1,1 0 0,-1-10 0,0 7 5,-1 1 0,0 0 0,0 0-1,-1 0 1,1 0 0,-2 0 0,1 0 0,-1 0 0,0 0-1,-1 1 1,1 0 0,-1-1 0,-9-9 0,-57-54 135,51 53 93,1 0-1,1-1 1,1 0-1,-21-31 1,37 48-241,-1 0-1,0 1 1,0-1 0,0 1-1,1-1 1,-1 1 0,0 0-1,0-1 1,0 1 0,0 0-1,0 0 1,0-1 0,0 1-1,0 0 1,0 0 0,0 0-1,0 0 1,0 0 0,0 0-1,0 1 1,1-1 0,-1 0-1,0 0 1,0 1 0,0-1-1,0 0 1,0 1 0,0-1-1,0 1 1,1-1 0,-2 2-1,-17 16-972,13-11-175,-1 0 0,-1-1 1,-14 11-1,-29 8-8421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07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32 915 2417,'0'0'2711,"-4"-7"-2394,-12-20-31,15 25-204,0-1 0,0 1 0,0 0 0,1-1 0,-1 1 0,1-1 0,-1 1 0,1-1 0,0 0 0,0 1 0,0-1 0,0 1 0,1-5 0,0-5 552,0-30 2500,0 15-795,-1-1 0,-7-49 0,6 76-2212,1 0 1,0 1-1,-1-1 1,1 0-1,0 0 0,0 0 1,0 0-1,0 0 1,0 0-1,0 0 0,0 0 1,0 0-1,0 0 1,0 0-1,1 0 0,-1 1 1,0-1-1,1 0 1,-1 0-1,0 0 0,1 0 1,-1 0-1,1 1 1,0-1-1,-1 0 0,1 1 1,-1-1-1,1 0 1,0 1-1,0-1 0,-1 0 1,2 0-1,0 1-51,1-1 1,-1 1-1,1 0 0,0-1 1,-1 1-1,1 0 0,-1 0 1,1 1-1,-1-1 0,1 0 0,3 2 1,0 0-23,1 1 1,-1 0-1,0 1 1,0-1-1,-1 1 1,1 0-1,-1 0 1,0 1-1,0 0 0,8 9 1,13 12 157,-9-12-71,0 0 0,1-1 0,1 0 0,0-2 0,1 0 0,42 16 0,-52-24-110,2 0 0,-1-1 0,0 0-1,1 0 1,-1-1 0,0-1-1,1 0 1,-1 0 0,1-2 0,-1 1-1,0-1 1,1-1 0,-1 0 0,0 0-1,-1-1 1,12-6 0,19-13 87,-2-3 0,0-1 0,42-39 0,-57 45-59,42-33 54,289-228 274,-262 215-258,196-105-1,-272 162-114,1 2-1,0 0 0,0 1 1,1 0-1,34-6 0,-48 12-12,24-1-5,-27 3 2,-1-1 0,1 0 0,-1 0 0,1 0 0,-1 1 0,0-1 0,1 1-1,-1-1 1,0 1 0,0 0 0,1-1 0,-1 1 0,0 0 0,0 0 0,0 0 0,0 0 0,0 0 0,2 2 0,2 6 0,0 1 0,0 0 0,-1 1 0,0-1 1,0 1-1,-1 0 0,2 16 0,7 85 150,-10 18 221,0 2-4686,-1-118-1489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0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7331,'0'0'481,"188"78"-481,-115-44 0,5-16 0,1 0-913,-24-18-3665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25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97 3233,'0'0'8628,"-11"-6"-7750,-33-21-112,36 20 374,15 8-971,-4-1 21,98-3 1304,378-1 1108,154-3-1149,-144-7-404,1045-16 344,-1204 30-1181,1409 21 525,-1434-7-647,144 5 239,-155-15 391,-292-4-317,-12 7-1678,-94 60-8607,66-47 3172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27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8132,'0'0'7846,"2"-5"-7256,-2 5-585,0-1 1,0 1-1,0-1 1,0 1 0,0-1-1,1 1 1,-1-1 0,0 1-1,0-1 1,0 1-1,1 0 1,-1-1 0,0 1-1,0-1 1,1 1 0,-1 0-1,0-1 1,1 1-1,-1 0 1,1-1 0,-1 1-1,0 0 1,1 0 0,-1-1-1,2 1 1,2 12 132,-1 47 282,-1-27-4,13 129 1568,54 242-1,-58-355-1886,1-1-1,3-1 1,1 0-1,3-1 1,44 77-1,-59-115-159,0-1-1,1 0 0,0 0 1,0 0-1,10 9 1,-14-15-273,1 1 65,-1-5-2956,-2-22-1442,-7-28-2790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2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2 122 5266,'0'0'7636,"-1"-6"-6969,1 5-645,0 0 0,0-1 0,0 1 0,0 0 0,0 0 0,0 0 0,0 0 0,0-1 0,0 1 0,0 0 0,1 0 0,-1 0 0,0 0 0,1 0 0,-1 0 0,1 0 0,-1 0 0,1 0 0,0 0 0,-1 0 0,1 0 0,1-1 0,1 1 16,-1-1 0,1 1-1,0 1 1,0-1-1,0 0 1,0 1 0,-1-1-1,1 1 1,0 0-1,0 0 1,4 0 0,232 1 1294,281-2-52,-188-22-967,-249 15-168,113-21 1120,-164 17-646,-11 3 101,-20 9-713,-1-1 0,1 1-1,-1 0 1,1 0-1,-1 0 1,0 0 0,1 0-1,-1 0 1,1 0 0,-1 0-1,1 0 1,-1 0 0,1 0-1,-1 0 1,1 0 0,-1 0-1,1 0 1,-1 0 0,1 0-1,-1 1 1,1-1 0,-1 0-1,0 0 1,1 0-1,-1 1 1,1-1 0,-1 0-1,0 1 1,1-1 0,-1 0-1,0 1 1,1-1 0,-1 1-1,5 18-37,-4-15 44,53 369 1066,-26-165-493,-1-24-368,69 240-1,-51-231-169,-44-191-25,-1 1-1,1 0 1,-1 0 0,0 0 0,0-1-1,0 1 1,0 0 0,0 0 0,-1 0-1,1-1 1,-1 1 0,0 0 0,0 0-1,0-1 1,0 1 0,0-1 0,-1 1-1,1-1 1,-1 1 0,-2 2 0,-2 1 87,-1 0 0,0 0 0,0-1 0,-1 0 0,-9 5 0,16-9-106,-22 10 165,1-1 1,-1 0 0,-1-2-1,0-1 1,0 0 0,0-2-1,-34 3 1,-177 1 310,219-9-460,-204-1 241,-578 14 761,781-12-999,12-2-21,0 1-1,0 0 1,0 0-1,1 1 1,-1-1-1,0 1 1,0 0-1,1 0 1,-1 1-1,-7 2 1,12-3-15,0-1 0,-1 1 1,1-1-1,0 0 0,-1 1 0,1-1 1,0 1-1,-1-1 0,1 1 0,0-1 1,0 1-1,0-1 0,0 1 0,0-1 1,-1 1-1,1 0 0,0-1 0,0 1 1,0 0-1,1-1-58,-1 1 1,0-1-1,0 0 0,0 1 1,0-1-1,0 0 0,0 1 1,0-1-1,0 0 0,-1 1 1,1-1-1,0 0 0,0 1 1,0-1-1,0 0 0,0 1 1,0-1-1,-1 0 0,1 1 1,0-1-1,0 0 0,-1 0 1,1 1-1,0-1 0,0 0 1,-1 0-1,1 0 0,0 1 1,0-1-1,-1 0 0,1 0 1,0 0-1,-1 0 0,1 0 1,0 1-1,-1-1 0,1 0 1,0 0-1,-1 0 0,1 0 1,0 0-1,-1 0 0,1 0 1,-1 0-1,1 0 0,-21-3-4838,-4-10-3646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40 6019,'0'0'7043,"-9"-6"-5642,-27-17-129,26 12 5795,19 13-3361,0 1-4880,89 28 2028,0-4 1,2-5-1,197 19 0,320-22-47,-556-19-639,1489 1 1216,-1117 14-1137,29 0-107,-426-15-142,58-2 62,-84 1-53,-1 0 0,1-1 1,-1 0-1,0-1 0,1 0 0,-1 0 0,12-7 0,-18 8-6,-1 0 0,0 1 1,0-1-1,0 0 0,0 0 1,0-1-1,0 1 0,-1 0 0,3-4 1,-4 6-17,1-1 1,-1 1-1,1-1 1,-1 0-1,0 1 0,1-1 1,-1 0-1,0 0 1,0 1-1,0-1 1,1 0-1,-1 0 1,0 1-1,0-1 1,0 0-1,0 0 1,0 1-1,0-1 1,0 0-1,-1 0 1,1 1-1,0-1 1,0 0-1,0 1 0,-1-1 1,1 0-1,0 1 1,-1-1-1,1 0 1,-1 1-1,1-1 1,-1 1-1,1-1 1,-1 0-1,1 1 1,-1-1-1,0 1 1,1 0-1,-2-1 1,-5-2-411,-1 1 0,1 1 0,-1-1 0,0 1 1,-13 0-1,-11-1-1722,-33-9-3680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1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10757,'0'0'8884,"24"9"-8628,-2 15-80,-10 1-64,0-4-64,-3-6-48,-3-3 0,0-9 16,-6 0-16,-33-3-2689,-40-33-6995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5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18 2017,'0'0'9359,"0"-11"-5560,0 10-3883,0 1-1,-1 0 0,1-1 1,0 1-1,0 0 0,0-1 0,0 1 1,0 0-1,-1-1 0,1 1 1,0 0-1,0 0 0,0-1 1,-1 1-1,1 0 0,0 0 1,-1 0-1,1-1 0,0 1 0,0 0 1,-1 0-1,1 0 0,0 0 1,-1 0-1,1-1 0,0 1 1,-1 0-1,1 0 0,0 0 0,-1 0 1,-28 0-4126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9909,'0'0'9233,"16"-16"-8022,-4 3-923,1 1-1,29-22 0,-41 33-266,0 1 0,0-1 1,0 1-1,0-1 0,0 1 0,0 0 0,0 0 1,0-1-1,0 1 0,0 0 0,1 0 1,-1 0-1,0 0 0,0 0 0,0 0 0,0 1 1,0-1-1,0 0 0,1 1 0,-1-1 0,0 0 1,0 1-1,0-1 0,0 1 0,0 0 0,0-1 1,-1 1-1,1 0 0,0-1 0,0 1 0,0 0 1,-1 0-1,1 0 0,0 0 0,0 1 0,3 5 116,0-1 0,-1 1 0,0 0 0,3 8 0,-3-7 26,17 49 608,-2 0 0,14 86-1,4 121 211,-23-60-784,-13-204-197,0 1 0,0-1-1,0 1 1,0-1 0,0 1-1,0-1 1,0 1 0,0-1 0,0 1-1,0-1 1,-1 1 0,1-1 0,0 1-1,0-1 1,0 0 0,-1 1 0,1-1-1,0 1 1,0-1 0,-1 1 0,1-1-1,0 0 1,-1 1 0,1-1 0,-1 0-1,1 1 1,0-1 0,-1 0-1,1 0 1,-1 1 0,1-1 0,-1 0-1,1 0 1,-1 0 0,1 0 0,-1 0-1,1 0 1,0 1 0,-1-1 0,1 0-1,-1 0 1,1 0 0,-1-1 0,1 1-1,-1 0 1,1 0 0,-1 0-1,1 0 1,-1-1 0,-28-13 2,20 7 1,0-1-1,0 0 1,1 0-1,0-1 0,0 0 1,1 0-1,0-1 1,0 0-1,-4-11 1,-1-3-11,1-1 1,1 0-1,-6-28 1,5-1-1,2-1 0,2 0 0,3 0 0,4-86 0,0 123 3,2 0 1,0 0-1,1 0 0,0 0 1,2 1-1,0 0 0,1 0 1,10-21-1,-9 25 2,1 0 1,0 1-1,0 0 0,1 1 0,1 0 1,0 0-1,1 1 0,-1 0 0,2 1 1,18-12-1,-21 16-1,-1 1 1,1 0-1,0 0 1,0 1-1,0 0 1,0 0-1,1 1 1,10-1-1,7 1-22,41 2 0,-59 0 22,-2 0 1,0 1 0,-1-1 0,1 1 0,0 1 0,-1-1 0,1 1 1,-1 0-1,0 1 0,1-1 0,-1 1 0,10 7 0,-7-3-3,-2 0 0,1 0 0,-1 0 0,0 1 0,0 0 0,-1 1 0,6 8 0,-2 1 3,-1-1 0,-1 1 1,0 0-1,-1 1 0,-1 0 0,-1 0 0,-1 1 0,0-1 0,-2 1 1,0 0-1,-1-1 0,-3 35 0,2-49 4,-1 1 0,0-1 0,0 0 0,0 0 0,-1 0-1,1 0 1,-1-1 0,0 1 0,-1 0 0,1-1 0,-1 1 0,0-1 0,-3 4 0,0-1 2,0-1 0,-1-1-1,1 1 1,-1-1 0,0 0 0,0-1-1,-10 5 1,-7 2 0,-1-2 1,-1-1-1,-50 10 0,25-10-471,0-2 0,-88-2 1,138-3 348,-1-1 0,1 0 0,0 0 0,0 0 0,0-1 0,0 1 0,-1 0 0,1 0 0,0-1 0,0 1 0,0 0 0,0-1 0,0 1 0,0-1 0,0 0 0,0 1 0,0-1 1,0 0-1,0 1 0,0-1 0,-1-1 0,2 1-130,0-1 0,-1 1 1,1 0-1,0 0 0,0 0 1,0 0-1,0 0 0,0 0 1,0 0-1,0 0 0,0-1 1,0 1-1,0 0 0,1 0 1,-1 0-1,0 0 0,1 0 0,-1 0 1,1 0-1,-1 0 0,1 0 1,0 0-1,1-1 0,23-22-8138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7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3682,'0'0'6016,"2"-7"-5389,1 0-461,-1 5-115,-1 0-1,0-1 1,-1 1 0,1-1-1,0 1 1,-1-1-1,1 1 1,-1-1-1,1-3 1,-1 5 138,2 1 46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8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646 198 7652,'0'0'5405,"20"-25"-3524,61-79-403,-59 71-590,-21 21 28,-2 8-530,1 4-359,0-1 0,0 1 0,0-1 0,0 1 0,0-1 0,-1 1-1,1 0 1,0-1 0,0 1 0,0-1 0,-1 1 0,1 0 0,0-1 0,-1 1 0,1 0 0,0-1 0,-1 1 0,1 0 0,0 0 0,-1-1 0,1 1 0,-1 0 0,1 0 0,0 0-1,-1-1 1,1 1 0,-1 0 0,1 0 0,-1 0 0,-18-4 192,0 1-1,0 1 1,0 1-1,0 1 0,-23 2 1,-10-1 151,-4-1 313,-72 9-1,108-6-510,1 1-1,-1 1 0,1 0 0,0 2 0,0 0 0,1 1 0,-23 13 1,27-12-68,0 1 1,1 0 0,0 0 0,1 1 0,0 1 0,1 0 0,0 1 0,-16 25-1,15-19 22,2 1 0,1 0 0,1 0 0,0 1 0,-9 40 0,9-18 68,2-1 0,0 52 0,6 84 225,1-154-371,3 47 144,3 0 1,27 119-1,62 128-39,-94-313-154,52 127-11,-47-118 12,0 0-1,1-1 1,1 0 0,0-1-1,1 1 1,21 20-1,-26-29 2,-1-1 0,1 0-1,-1 0 1,1 0 0,0-1-1,0 0 1,0 0-1,0 0 1,11 2 0,-3-2-249,1 0 1,24-1-1,-36-1 93,1 0 0,0 0 0,0-1 1,0 1-1,0-1 0,0 0 0,-1 1 0,1-1 0,0 0 0,0-1 0,-1 1 0,1 0 0,-1-1 1,1 0-1,-1 1 0,0-1 0,0 0 0,0 0 0,3-3 0,1-3-836,-1-1 1,0 1-1,0-1 0,4-14 1,-9 23 968,28-69-8504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19 9893,'0'0'8515,"-2"16"-7768,-3 24-186,3 1 0,1 0 0,6 59 0,-1-72-435,1 0 0,1 0 0,2 0 0,1-1-1,13 29 1,-18-47-116,0 0-1,1 0 1,0 0-1,0-1 1,1 0-1,0 0 1,1 0-1,0-1 1,0 0-1,1 0 1,-1-1-1,1 0 1,1 0-1,-1-1 0,1 0 1,0 0-1,16 5 1,-11-7-8,-1 0 0,0-1-1,0 0 1,1-1 0,-1 0 0,1-1 0,16-3 0,-23 2-2,1 0 1,-1-1-1,1 1 0,-1-2 1,0 1-1,0-1 1,0 0-1,-1 0 1,1-1-1,-1 0 1,1 0-1,-1-1 1,10-9-1,-4-1 3,-1 1 0,0-1 0,-1-1 0,-1 0 0,-1-1 0,0 1-1,-1-2 1,6-20 0,-6 11 10,0-1-1,-3 1 0,0-1 1,0-45-1,-5 121 64,0-14-24,5 57-1,-4-88-52,0-1 0,1 1 0,-1-1 0,1 1-1,0-1 1,0 1 0,0-1 0,0 0 0,1 1 0,-1-1 0,0 0 0,1 0-1,0 0 1,-1 0 0,1 0 0,0 0 0,0-1 0,0 1 0,0 0 0,0-1-1,1 0 1,-1 1 0,0-1 0,1 0 0,3 1 0,3 0-7,1 0 0,0 0-1,-1-1 1,1-1 0,12 0 0,-17 0 6,-1 0-10,0 0 0,0 0-1,1-1 1,-1 1 0,0-1 0,0 0 0,1 0-1,-1-1 1,0 1 0,0-1 0,-1 0 0,1 0-1,0 0 1,-1-1 0,7-4 0,-6 3 3,0-1 0,-1 0 0,1 1 0,-1-1 0,0-1 0,0 1 0,0 0 0,-1-1 0,0 1 0,2-8 0,1-11 2,-1 0 0,-1-1 0,-1 1-1,-2-36 1,0 40 9,0 11-1,1-6 2,-1 0 1,-1 0-1,0 0 1,-1 0 0,0 1-1,-2-1 1,-4-14-1,4 9-5157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9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8516,'0'0'8102,"-2"22"-7235,-11 147 721,11 103 39,6-242-1644,1 0-1,1-1 1,2 0 0,1 0-1,1-1 1,1 0 0,16 27-1,-20-44 83,-3-8-1616,-3-39-14899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9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7860,'0'0'7779,"178"-24"-7491,-114 24-224,-13-6-64,1-6-1953,-16-15-4001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39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8276,'0'0'11015,"9"15"-10697,12 20 24,-1 2 1,23 62-1,-17-16-29,-5 1-1,-2 0 1,12 161 0,-18 263 915,-13-411-1180,-3 23-443,3-117-918,5-9-1171,22-33-1880,13-28-3216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24 182 8708,'0'0'8225,"-1"7"-7857,-8 43 201,2 0-1,0 77 0,7-123-563,0-1 0,0 0 0,0 0 0,1 0 0,-1 0 0,1 0 0,0 0 0,0 0 0,0 0 0,0 0 0,0 0 0,1 0 0,-1 0 0,1-1 0,0 1 0,2 3 0,-1-4-4,0 0 1,0 1-1,1-1 0,-1 0 1,0-1-1,1 1 0,-1 0 1,1-1-1,0 0 1,-1 0-1,1 0 0,0 0 1,4 0-1,6 0-23,0 1-1,0-2 1,0 0 0,-1 0 0,24-5-1,-31 4-15,1-1-1,-1 1 1,0-2-1,0 1 0,-1-1 1,1 1-1,0-2 1,-1 1-1,0-1 1,1 1-1,-1-2 0,-1 1 1,1 0-1,5-8 1,1-3 80,0-1 0,-1-1 0,-1 0 0,-1 0 0,0-1 0,-1 0 0,-1 0 0,-1 0 0,-1-1 0,0 0 1,-1 0-1,0-36 0,-3 54 534,0 3-315,-6 23-116,4-19-104,0 1 0,0 0 0,1 1 0,-1 13 0,2-15-33,0 0 0,0-1 0,1 1 0,-1 0 0,4 10 0,-3-14-7,0 0 1,0 0 0,0 0-1,0-1 1,0 1-1,0 0 1,1-1 0,-1 1-1,0-1 1,1 0-1,0 1 1,-1-1 0,1 0-1,0 0 1,-1 0-1,1 0 1,0 0 0,0 0-1,4 0 1,4 2-3,1 0 0,0-1 1,0-1-1,0 0 0,0 0 0,0-1 0,0-1 1,0 1-1,19-5 0,-26 4 1,0-1 0,-1 1 0,1 0 0,-1-1 0,1 0 0,-1 0 0,0 0 0,0 0 0,0 0 0,0-1 0,0 0 0,0 1 0,4-6 0,-4 2 2,1 1 1,-1-1-1,0 1 0,0-1 1,-1 0-1,0 0 0,2-11 1,0-7 18,-1 0 1,-1 0 0,-2-37 0,-1 34 8,1-44 34,0 68-88,2 5-1924,8 9-1888,12 7-2708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0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8612,'0'0'8580,"-6"178"-8340,6-123-144,0-1-48,6-8-16,10-7-32,2-9-16,-3-11-528,3-7-513,-6-9-2160,-3-3-2178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0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8292,'0'0'5570,"169"-67"-5570,-102 55-976,-10 0-3026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0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8148,'0'0'5698,"169"-42"-8451,-135 21-3778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0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3137,'0'0'12566,"19"176"-12486,-1-125-80,-3-2-624,-6-19-1905,-6-24-2177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1020 1 9492,'0'0'1473,"64"202"928,-46-59-608,-18 23-833,-33 31-575,-76-1-321,-58 13-64,-60-9-433,-39-24-2976,-34-25-3698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2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8 351 1761,'0'0'12808,"0"0"-12638,-1-1-1,0 0 0,1 1 1,-1-1-1,1 0 0,-1 0 1,1 1-1,-1-1 0,1 0 1,-1 0-1,1 0 0,0 0 1,-1 0-1,1 0 0,0 0 1,0-1-1,3 0 52,0-1 1,1 1-1,0 0 1,-1 1-1,1-1 1,0 0-1,0 1 0,0 0 1,-1 0-1,7-1 1,12-4 493,442-125 4136,-94 32-3892,-232 58-454,-135 41-401,-16 2-152,-55 20 72,-124 35 80,23-15-41,-77 17-31,190-49-41,-1-2-1,-80 0 0,72-10 16,173-31 4,1 5 0,1 4 0,123-9 0,-176 27-29,64-4 8,-99 10 15,-28-1-33,-36-1 6,-19 6 80,-102 18 1,141-18-61,9-3 13,27-2-25,6-1-287,-1-1-1,1-1 0,-1 0 1,0-1-1,33-15 0,-36 13-1601,1-2-1,-1 0 1,25-18-1,13-22-8825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3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3176 315 6067,'0'0'7051,"-22"-16"-6107,-70-51-111,85 62-634,-1-1-1,0 1 1,0 1 0,-1-1-1,1 2 1,-19-7 0,6 3 219,-93-31 1444,-164-32 0,-125 8 19,-57 46-480,393 16-1287,20 1 6,0 2-1,0 2 1,1 2-1,-68 19 1,-286 76 662,219-58-468,118-27-130,0 2 0,-91 42-1,122-46-79,2 1 0,0 2 0,1 1 0,1 1 0,1 2-1,-38 38 1,36-29 117,1 2 0,2 1-1,1 1 1,-34 65 0,46-74-98,2 1 0,0 0-1,2 0 1,2 1 0,0 0 0,1 0 0,-2 58 0,7-60-75,0 94 233,2-104-231,1 0-1,0 0 1,1-1-1,1 1 1,7 19 0,16 27 118,2-1 0,72 110 0,-77-140-120,0 0 1,2-2-1,2-1 1,0-1 0,2-2-1,1 0 1,0-2-1,43 22 1,-4-7-6,2-4 1,2-2-1,77 21 1,-80-33 12,0-4 0,2-2 0,75 4 0,223-3 135,-334-14-182,28 0-22,277-3-51,-305-2 66,-2-1 1,1-3 0,-1 0-1,0-2 1,-1-2 0,51-24 0,-9-3 22,113-77 0,-122 70 15,94-84 0,-137 108-26,-1-2 0,-1-1 0,0 0 0,-2-2 0,-2 0 1,26-49-1,-32 50 2,-2-1 1,-1 0 0,-1 0-1,-2-1 1,5-43 0,-2-143 280,-13 192-305,-1 13-86,0-1 0,-12-17-1,-20-23-794,-56-59-1,90 106 775,0 1 1,0-1-1,1 0 1,-1 1-1,-1 0 1,1 0-1,0 0 1,-1 0-1,-6-3 1,9 5 35,0 0 0,0 0 1,0 0-1,-1 0 0,1 0 1,0 0-1,0 0 0,0 1 0,0-1 1,0 0-1,-1 1 0,1-1 1,0 0-1,0 1 0,0 0 1,-1 0-1,0 0-58,-4 2-717,-1 0-1,1 0 1,-1-1 0,-12 3 0,-30-2-6435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6:44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1 224 6643,'0'0'5995,"35"-10"-4210,122-35-494,-85 28-756,104-12 1,-79 15-332,-20 0 144,35-4 1542,-196 57 637,-48 13-2498,106-44 47,0 0 0,0-2 0,-35 4 0,51-10 183,9 0 392,5-2-416,68-35 44,15-8-297,-66 37-38,-1 0-718,33-19 0,-46 23-43,0-1 1,-1-1-1,1 1 0,7-9 0,18-25-7560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1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24 7555,'0'0'6033,"-3"-2"-5356,-9-8 324,12 10-815,-1 0 0,1 0 0,0 0 0,0-1 0,-1 1 0,1 0 0,0 0 1,0 0-1,-1 0 0,1-1 0,0 1 0,0 0 0,0 0 0,-1 0 0,1-1 0,0 1 1,0 0-1,0 0 0,0 0 0,0-1 0,0 1 0,-1 0 0,1 0 0,0-1 0,0 1 1,0 0-1,0-1 0,0 1 0,0 0 0,0 0 0,0-1 0,0 1 0,0 0 0,0 0 0,0-1 1,0 1-1,1 0 0,-1 0 0,0-1 0,13-2 1171,731 12 1855,-538-9-2195,-212 1-1005,0-1 0,0 1 0,-1 0 0,1 1 1,0-1-1,0 1 0,-8 4 0,-1 0 3,-75 23 10,-98 20 0,-97 4-25,127-26 32,142-25-34,13-2-3,0 0 0,0 0 0,1 0 0,-1 1 0,0-1 0,0 1 1,0 0-1,0 0 0,0 0 0,1 0 0,-1 0 0,-4 3 0,10-4-97,32-2 137,-1-2 0,0-2-1,61-17 1,7-1 34,202-11 117,-127 20-65,-3 6 125,-185 10-239,-1 1 1,1 0-1,0 1 1,0 0-1,0 1 1,-13 6-1,-16 5 15,40-15-22,-330 94-21,238-73 32,-84 14 7,182-36-125,6 0 74,0-1 0,0-1-1,14-5 1,-10 2 33,257-90 51,-202 74-4,141-22-1,-159 37-20,59 1-1,-124 7-21,0 0 0,1 0 0,-1 2 0,1-1 0,-20 8 1,-59 29 36,36-15-35,-35 14-37,-175 48 1,264-86-28,0 0 0,-1 0 0,1 0 0,0 0 1,0 0-1,-1 0 0,1 0 0,0 0 0,0 0 1,-1 0-1,1 0 0,0 0 0,0 0 0,0 0 1,-1 0-1,1 0 0,0 0 0,0 1 0,-1-1 1,1 0-1,0 0 0,0 0 0,0 0 0,-1 0 1,1 1-1,0-1 0,0 0 0,0 0 0,0 1 0,0-1 1,0 0-1,-1 0 0,1 0 0,0 1 0,0-1 1,0 0-1,0 0 0,0 1 0,0-1 0,0 0 1,0 0-1,0 1 0,0-1 0,0 0 0,0 0 1,0 1-1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1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14551,'0'0'7550,"-1"33"-6368,0-18-1033,-2 34 167,3-1-1,1 1 1,11 60-1,48 138 928,1 2-949,-56-220-1458,-2 0 0,-1 35-1,-4-42-3346,-11-8-2991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1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1275 13334,'0'0'4960,"31"-1"-3826,8 0-1030,-1-1 1,0-2 0,0-2 0,0-1 0,37-13 0,46-21-67,180-87-1,-291 123-128,0-1 1,-1 1-1,13-11 1,-20 14-18,0 0-1,1-1 1,-1 1-1,0-1 1,0 1-1,-1-1 1,1 0-1,0 1 1,-1-1 0,0 0-1,1 0 1,-1 0-1,-1 0 1,1 0-1,0-4 1,0 5-26,-1 0 0,-1 0 0,1 0 0,0 1 0,0-1 0,-1 0 0,1 1 0,-1-1 0,1 0 0,-1 1 0,0-1 0,1 0 0,-1 1 0,0-1 0,0 1 0,0-1 0,0 1 0,-1 0 0,1-1 0,0 1 0,0 0 0,-1 0 0,1 0 0,-1 0 0,1 0 0,-3-1 0,-5-2-540,0 0 0,0 0-1,-15-3 1,18 5 269,-229-48-8425,72 19 6863,-94-40 5251,222 59-2134,1-1 1,0-2 0,1-2 0,0-1-1,-32-24 1,59 37-861,0 0 0,0 0 0,0 0 0,0-1 0,1 0-1,0 0 1,0 0 0,1-1 0,-1 1 0,1-1 0,1 0 0,-1-1 0,1 1-1,1 0 1,-1-1 0,1 0 0,1 1 0,-1-1 0,1 0 0,1 0 0,0 0-1,0-11 1,1 10-150,0-1 0,0 1 0,1-1 0,0 1 0,0 0 0,1 0 0,0 0 0,1 0 0,0 0 0,1 1 0,-1 0 0,2 0 0,-1 0 0,1 1 0,8-9 0,11-9 30,1 2 0,52-37 0,-75 58-156,155-95 294,-4 3-4895,-101 54-3571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74 1121,'0'0'14358,"-1"-12"-12320,-3-37-10,3 37-337,0 34-638,0-1 0,4 35 0,-2-38-615,2 12-159,1 1 1,2 0 0,1-1 0,13 35 0,55 115 119,10 35-359,-81-201-124,-1-4 26,0 0-1,0 0 0,1 0 0,6 10 0,-9-18-137,0 0-1,1 0 1,-1 0-1,0-1 1,1 1-1,0 0 1,-1 0-1,1-1 0,0 1 1,0-1-1,0 0 1,0 1-1,0-1 1,0 0-1,1 0 1,-1 0-1,0 0 0,1-1 1,-1 1-1,0-1 1,1 1-1,4-1 1,31-2-4692,9-8-2665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64 15463,'0'0'7123,"-20"23"-6989,-61 75 2,77-93-133,0 0 0,1 1 0,-1-1 0,1 1-1,0-1 1,0 1 0,1 0 0,0 0 0,0 0 0,0 1 0,1-1 0,0 0 0,0 1 0,0-1 0,1 1 0,0 6 0,0-3-16,0-9 8,0 0-1,0-1 1,1 1 0,-1 0-1,0 0 1,0 0-1,0 0 1,0-1 0,1 1-1,-1 0 1,0 0-1,1 0 1,-1-1 0,1 1-1,-1 0 1,1 0-1,-1-1 1,1 1 0,-1-1-1,1 1 1,0 0-1,-1-1 1,1 1 0,0-1-1,0 1 1,-1-1-1,1 0 1,0 1 0,0-1-1,0 0 1,-1 0-1,1 1 1,0-1 0,0 0-1,0 0 1,0 0-1,0 0 1,-1 0 0,1 0-1,0 0 1,0 0-1,0-1 1,0 1 0,-1 0-1,1 0 1,1-1-1,3 0 3,0-1-1,-1 0 0,0 1 0,1-1 0,-1-1 0,0 1 1,0-1-1,5-3 0,-3 0 11,1-1 0,-1 0-1,0 0 1,-1 0 0,0-1 0,0 0-1,0 0 1,-1 0 0,-1-1 0,1 0 0,-1 1-1,-1-1 1,3-15 0,0-9 11,-2 0 0,-1-47 0,-2 71-34,0 9-3,0 0 0,0 0 0,0 0 0,0 0 0,0-1 0,0 1 0,0 0 0,0 0 0,0 0 0,0 0 0,0-1 0,0 1 0,0 0 0,0 0-1,0 0 1,0 0 0,0 0 0,0-1 0,1 1 0,-1 0 0,0 0 0,0 0 0,0 0 0,0 0 0,0 0 0,0 0 0,1 0 0,-1-1 0,0 1 0,0 0-1,0 0 1,0 0 0,0 0 0,1 0 0,-1 0 0,0 0 0,0 0 0,0 0 0,0 0 0,1 0 0,-1 0 0,0 0 0,0 0 0,0 0 0,0 0-1,1 0 1,-1 0 0,60-7-9364,-16-1-2465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4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 12790,'0'0'9223,"14"18"-8820,-6-6-356,-2-3-27,0 0 0,1-1 0,0 0 0,11 11 0,-14-16-14,0 0 0,1 0 0,-1 0 0,1-1 0,-1 1 0,1-1 0,0 0 0,0 0 0,0-1 0,0 0 0,0 0 0,0 0 0,0 0 0,8 0 0,2-1 7,0 0-1,-1-1 1,1 0-1,0-1 1,17-5 0,-28 5-12,0 1 1,0-1-1,0 0 1,0 0-1,0 0 1,-1-1 0,1 1-1,-1-1 1,0 0-1,0 0 1,0 0 0,0 0-1,0 0 1,-1-1-1,1 1 1,-1-1 0,0 0-1,0 0 1,0 0-1,-1 0 1,1 0-1,0-6 1,1-3 43,0 0-1,-1-1 1,-1 1-1,0-1 0,-2-18 1,1 25-28,-1 0 1,0-1-1,-1 1 0,1 0 1,-1 0-1,-1 0 0,1 1 1,-1-1-1,0 0 0,-1 1 1,-4-8-1,3 8-11,0 1-1,1 0 1,-2 0 0,1 0-1,0 0 1,-1 1 0,-11-7-1,6 4-625,12 3-2718,22 3-4049,-16 1 6748,44 0-9045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4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18 120 13046,'0'0'8537,"15"14"-8243,6 6-206,27 19 0,-46-37-84,0-1-1,0 1 1,1-1 0,-1 0 0,0 0 0,0 0 0,1 0-1,-1 0 1,0 0 0,1 0 0,-1-1 0,1 0 0,-1 1-1,1-1 1,-1 0 0,1 0 0,-1 0 0,1 0-1,-1-1 1,1 1 0,-1-1 0,1 1 0,-1-1 0,0 0-1,1 0 1,-1 0 0,0 0 0,0 0 0,0-1 0,1 1-1,-2-1 1,1 1 0,0-1 0,3-3 0,-2 0 6,1 1 0,-1-2 0,1 1 0,-2 0 1,1-1-1,0 1 0,-1-1 0,0 0 0,-1 0 1,1 0-1,0-6 0,-1 8-2,-1-1 0,0 0 0,1 0 0,-2 0 0,1 1 0,-1-1 0,1 0 0,-1 0 0,0 1 0,-1-1 0,1 0 0,-1 1 0,-4-9 0,3 10 4,1 0 0,-1 0-1,1 1 1,-1-1 0,0 0 0,0 1 0,0 0 0,-1 0 0,1 0-1,0 0 1,-1 0 0,1 1 0,-1 0 0,1-1 0,-1 1 0,0 0-1,-7 0 1,3 0 35,0 0-1,0 0 0,-1 1 0,1 0 1,0 0-1,-15 4 0,20-4-30,0 1-1,0 0 1,0 0 0,0 1 0,0-1-1,0 0 1,1 1 0,-1 0-1,0 0 1,1 0 0,-1 0 0,1 0-1,0 0 1,0 0 0,0 1-1,0-1 1,0 1 0,0 0 0,1-1-1,-2 5 1,0 0 5,1 0 0,0 0 0,0 0 0,0 1 0,1-1 0,0 0 0,1 1 0,0 10 0,0-14-17,0-1 0,1 1 0,-1-1 0,1 1 0,0-1 0,0 0 0,0 0 0,1 1 0,-1-1 0,1 0 0,-1 0 0,1 0 0,0 0 0,0-1 0,0 1 0,1-1 0,-1 1 0,1-1 0,5 4 0,3 0 4,0 0-1,0-1 0,1-1 0,0 0 0,0 0 1,0-1-1,0-1 0,17 1 0,106-1-43,-76-3-99,-30 1-527,36-6 1,-4-7-4110,-24-1-2261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14391,'0'0'4073,"8"27"-3486,-2-6-483,5 20 55,2-1 1,24 48-1,33 76 708,-71-186 1573,1 12-2459,0-1 1,0 1 0,-4-21-1,2 25-89,0-1-1,1 0 0,1 1 0,-1-11 0,1-2-3474,0 13 1617,0-11-4434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0 0 6611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79 6611,'19'40'1675,"-13"-33"-28,-9-26 2378,1 9-2167,2 8-1702,-1 0 1,1-1-1,0 1 1,-1 0 0,0 0-1,1-1 1,-1 1-1,0 0 1,0 0-1,0 0 1,-1 0-1,1 0 1,0 0-1,-1 1 1,-3-4-1,3 3-23,0 1 0,0-1 0,0 1 0,0-1 0,0 0 0,0 0 0,0 0 0,1 0 0,-1 0 0,1-1 0,-1 1 0,1 0 0,0-1 0,0 1 0,0-1 0,0 1 0,1-1 0,-1 1 0,1-1 0,-1 0 0,1 1 0,0-1 0,0 0 0,0-3 0,0 5 1126,0 4-1160,0 30 111,1-1 0,2 1 0,11 54 0,53 167 918,-67-252-1097,0-1-1,1 1 0,-1 0 0,1-1 0,-1 1 0,1-1 1,-1 1-1,1-1 0,0 1 0,0-1 0,0 0 1,-1 1-1,2-1 0,-1 0 0,0 0 0,0 0 0,0 0 1,0 0-1,1 0 0,-1 0 0,0 0 0,1 0 0,-1 0 1,1-1-1,-1 1 0,1-1 0,1 1 0,0-1-122,-1 0-1,0 0 0,1 0 1,-1-1-1,1 1 0,-1-1 1,1 1-1,-1-1 0,0 0 1,1 0-1,-1 0 0,0-1 1,0 1-1,0 0 0,3-3 1,-3 2-617,0 1 1,0-1-1,-1 1 1,1-1 0,-1 0-1,1 0 1,-1 0-1,1 0 1,-1 0-1,2-4 1,3-7-7845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1 219 10917,'0'0'7377,"3"2"-6585,67 66 447,-24-20-859,31 35 335,-77-83-694,0 0-1,0 0 1,0 1-1,0-1 0,0 0 1,0 0-1,0 0 0,1 0 1,-1 0-1,0 1 0,0-1 1,0 0-1,0 0 1,0 0-1,0 0 0,0 0 1,0 0-1,1 0 0,-1 1 1,0-1-1,0 0 0,0 0 1,0 0-1,0 0 0,1 0 1,-1 0-1,0 0 1,0 0-1,0 0 0,0 0 1,0 0-1,1 0 0,-1 0 1,0 0-1,0 0 0,0 0 1,0 0-1,0 0 1,1 0-1,-1 0 0,0 0 1,0 0-1,0 0 0,0 0 1,0 0-1,1 0 0,-1-1 1,0 1-1,0 0 1,0 0-1,0 0 0,0 0 1,0 0-1,1 0 0,-1 0 1,0-1-1,0 1 0,-1-13 453,-7-17-208,-6-3-177,-25-66 16,35 84 31,0 0 0,1 0 0,0-1 0,0-31 0,4 46-128,0 1 1,0-1-1,0 1 1,0-1-1,-1 1 1,1-1-1,0 1 1,0 0-1,1-1 1,-1 1-1,0 0 1,0 0-1,0 0 1,0 0-1,0 0 1,0 0-1,0 0 1,0 0-1,2 1 1,1-1 10,4 0-12,-1 0-1,1 1 1,0 0 0,0 0-1,-1 0 1,1 1 0,-1 1-1,1-1 1,-1 1 0,0 0-1,0 1 1,0 0 0,0 0 0,11 9-1,18 15-1,1-2 0,1-2 0,53 25 0,-84-48-1,-6-1-1,0 0 0,0 0 0,0 0 0,-1 0 0,1 0 0,0 1 0,0-1 0,-1 0 0,1 0-1,0 0 1,0 1 0,-1-1 0,1 0 0,0 1 0,-1-1 0,1 1 0,1 0 0,-2 0 59,-6-231 38,6 225-390,0 1 0,0-1 0,0 0 1,1 1-1,-1-1 0,1 0 0,3-7 1,-3 10-35,0 0 0,1 1 1,-1-1-1,0 0 0,1 1 1,0-1-1,-1 1 0,1-1 1,0 1-1,0 0 0,0 0 1,0 0-1,0 0 0,0 0 1,0 0-1,0 1 0,0-1 1,3 0-1,44-9-8954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371 120 512,'0'0'17723,"0"-20"-15898,-1-2-1140,-4-35 1,4 56-650,1 0 0,0 0-1,0 0 1,-1 0 0,1 0-1,-1 0 1,1 0 0,-1 0-1,1 0 1,-1 0 0,1 1-1,-1-1 1,0 0 0,0 0 0,1 0-1,-1 1 1,0-1 0,0 0-1,0 1 1,0-1 0,0 1-1,0-1 1,0 1 0,0-1-1,-1 1 1,-25 0 440,16 1-332,2-1-79,1 1 0,-1 1 0,0 0 0,1 0 1,-1 0-1,1 1 0,0 1 0,0-1 1,0 1-1,0 1 0,1-1 0,-12 10 0,-6 7 387,-46 47-1,58-54-296,1 1 0,0-1 1,-12 21-1,19-27-109,1 1-1,0-1 1,1 0 0,0 1-1,0 0 1,1 0 0,0 0-1,-2 13 1,4-16-37,-1 4 1,0 0-1,1 0 1,0 0 0,2 16-1,-1-23-11,0-1-1,-1 1 1,1 0 0,0-1-1,0 1 1,1-1 0,-1 1-1,1-1 1,-1 0 0,1 1-1,-1-1 1,1 0 0,0 0-1,0 0 1,0 0 0,1-1-1,-1 1 1,0-1 0,0 1-1,6 1 1,4 1-30,0 0 0,0-2 0,1 1 0,-1-2 0,1 1 0,0-2 0,16 0 0,-22 0-8,4-1-54,1 0 0,-1 0-1,-1-1 1,1 0 0,0-1 0,0 0-1,-1-1 1,0 0 0,1-1 0,-2 0 0,1 0-1,-1-1 1,13-10 0,-8 4 40,0-1 1,-1 0-1,0-1 1,-1-1-1,-1 0 1,0 0-1,10-21 1,-17 29 90,0 0 1,0-1-1,-1 0 1,-1 1-1,1-1 1,-1-1 0,0 1-1,-1 0 1,0 0-1,0-10 1,-7 21 634,1 4-661,1 1-1,0-1 1,0 1-1,0 0 1,1 0-1,0 1 1,0-1-1,1 0 1,0 1-1,1 0 1,0-1-1,0 1 1,1 0-1,1 11 1,-2-18-14,1 0 0,1 1 0,-1-1 0,0 0 0,0 0 1,1 1-1,0-1 0,-1 0 0,1 0 0,0 0 0,0 0 0,0 0 0,0 0 1,0 0-1,1 0 0,-1 0 0,0 0 0,1-1 0,0 1 0,-1-1 0,1 1 1,0-1-1,0 0 0,0 1 0,0-1 0,0 0 0,0 0 0,0 0 0,4 1 1,5 0-141,-1 0 0,1 0 0,0-1-1,0-1 1,11 0 0,-11 0-129,-5 0-21,-1 0-1,1 0 1,0-1-1,0 0 1,0 0-1,-1 0 1,1-1-1,-1 0 1,1 0-1,5-3 1,-7 3-146,-1-1 0,1 0 0,-1 0 0,1 0 0,-1 0 0,0 0 0,0-1 0,-1 1 0,1-1-1,-1 0 1,1 0 0,-1 0 0,2-7 0,13-41-6286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74 5715,'0'0'13718,"13"16"-12430,-10-12-1210,14 18 267,-1 1 1,-1 1-1,22 47 1,-15-22-140,-13-32-206,-1 0 0,-1 1 0,0 0 0,-1 0 0,-1 0-1,-1 1 1,2 19 0,-5-32-240,-1-1-1,0 0 1,0 1-1,0-1 1,-1 0-1,-2 11 1,2-15 119,0 1 0,0-1 1,0 1-1,0-1 0,0 1 1,0-1-1,-1 0 0,1 0 1,0 1-1,-1-1 0,1 0 1,-1 0-1,1 0 1,-1-1-1,0 1 0,1 0 1,-1-1-1,0 1 0,1-1 1,-1 1-1,-3-1 0,-3 2-640,0 0 0,0-1 0,-1 0 0,1 0 0,0-1 0,-1 0 0,1-1 0,0 0 0,0 0 0,-1-1 0,-14-4 0,19 4 480,0 0 1,0 0-1,1 0 0,-1-1 0,0 1 0,1-1 1,0 0-1,0 0 0,-6-7 0,6 6 389,0-1 0,0 0 0,1 1 0,0-1 0,0 0 0,0 0 0,0 0-1,1-1 1,-2-6 0,2 5 228,1 0 0,0 0 0,0 0 0,0 0 0,1 0 0,-1-1 0,2 1-1,-1 1 1,1-1 0,0 0 0,1 0 0,-1 1 0,1-1 0,1 1 0,-1 0 0,1 0-1,0 0 1,1 0 0,-1 1 0,1 0 0,0 0 0,11-9 0,8-4 284,2 1 0,0 2-1,0 0 1,31-12 0,-37 18-434,292-110-882,-213 85-2271,-90 32 2533,-8 2 403,0 0 0,0-1 0,0 1-1,0 0 1,0 0 0,0-1 0,0 1-1,0-1 1,0 1 0,-1-1 0,1 1-1,0-1 1,0 1 0,0-1 0,-1 0-1,1 1 1,0-1 0,0-1 0,0 1 713,-3 1-554,0 1 0,-1-1-1,1 1 1,0-1 0,0 1-1,0 0 1,0 0 0,0 0-1,0 0 1,1 0 0,-1 1-1,0-1 1,1 0-1,-1 1 1,0-1 0,1 1-1,0 0 1,-3 3 0,-3 2 298,2-1-257,0 0-1,1 0 1,-1 0-1,1 0 0,0 1 1,0 0-1,1 0 1,0 0-1,0 0 0,1 0 1,-2 9-1,1 1 78,1 0 0,0 0-1,2 0 1,1 18 0,-1-32-241,0-1 1,0 0-1,1 0 1,-1 0-1,1 1 0,0-1 1,0 0-1,0 0 1,0 0-1,0 0 0,0 0 1,0-1-1,1 1 1,-1 0-1,0 0 0,1-1 1,0 1-1,-1-1 1,1 1-1,0-1 0,0 0 1,0 0-1,0 0 1,0 0-1,0 0 0,0 0 1,0 0-1,0-1 1,5 1-1,6 2-17,0-2-1,0 1 1,0-2 0,14 0-1,-10-1-28,-11 1-6,0 0-1,0 0 1,1-1 0,-1 0 0,0 0 0,0-1 0,0 1 0,0-2-1,-1 1 1,1 0 0,-1-1 0,1 0 0,-1 0 0,0-1 0,0 0 0,0 1-1,0-2 1,-1 1 0,0 0 0,1-1 0,-2 0 0,1 0 0,4-8-1,2-3 154,-1-1 0,0 1 0,-2-2-1,0 1 1,0-1 0,-2 0-1,4-24 1,-8 39 841,-1 13-652,-1 8-25,2-1-1,0 1 1,1-1-1,5 26 1,-6-39-282,1 1-1,-1-1 1,1 0 0,0 0 0,0 0 0,0 0 0,0 0 0,1-1 0,-1 1-1,1-1 1,0 1 0,0-1 0,1 0 0,-1 0 0,1-1 0,-1 1-1,1-1 1,0 1 0,0-1 0,0 0 0,0-1 0,8 3 0,-11-3-177,0-1 1,1 1 0,-1-1 0,0 0-1,0 0 1,0 0 0,0 0 0,0 0-1,1 0 1,-1 0 0,0 0 0,0 0-1,0 0 1,0 0 0,1-1 0,-1 1-1,0-1 1,0 1 0,0-1 0,0 1-1,0-1 1,0 1 0,0-1 0,0 0-1,1-1 1,0 0-430,-1-1 0,1 1-1,-1-1 1,0 0 0,1 0 0,-1 1-1,0-1 1,-1 0 0,2-3 0,4-32-5351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7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1 183 7347,'0'0'11251,"21"12"-10245,69 42-265,-77-45-628,-1 0 1,0 1-1,-1 0 0,17 19 0,2 2 28,-14-15-82,-16-16-57,0 0 1,0 0-1,0 0 0,1 0 1,-1 0-1,0 0 0,0 0 0,0 0 1,0 1-1,0-1 0,0 0 1,1 0-1,-1 0 0,0 0 1,0 0-1,0 0 0,0 1 0,0-1 1,0 0-1,0 0 0,0 0 1,0 0-1,0 1 0,0-1 1,0 0-1,0 0 0,0 0 0,0 0 1,0 1-1,0-1 0,0 0 1,0 0-1,0 0 0,0 0 1,0 1-1,0-1 0,0 0 0,0 0 1,0 0-1,0 0 0,0 0 1,0 1-1,-1-1 0,1 0 1,0 0-1,0 0 0,0 0 0,0 0 1,0 0-1,0 0 0,-1 1 1,1-1-1,0 0 0,0 0 1,0 0-1,0 0 0,0 0 0,-1 0 1,1 0-1,0 0 0,-7 0 42,6 0-26,0 0-1,0 0 1,-1 0-1,1 0 1,0-1-1,0 1 1,-1-1-1,1 1 1,0 0-1,0-1 1,0 0-1,0 1 1,0-1-1,0 0 1,0 1-1,0-1 1,0 0-1,0 0 1,0 0-1,1 0 1,-1 0-1,0 0 1,0 0-1,1 0 1,-1 0-1,1 0 1,-1-1-1,1 1 1,0 0-1,-1 0 1,1 0-1,0-1 1,0-1-1,-1-6 107,0 1-1,1-1 1,3-16-1,-3 20-113,2-5 3,0 0 1,0 0-1,1 1 0,0-1 0,1 1 1,0 0-1,0 0 0,1 0 0,1 0 0,6-8 1,10-10-740,38-38 1,-34 38-731,7-5-2452,-8 9-3189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8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46 15223,'0'0'4423,"6"-4"-3577,16-12-729,-17 12-50,-9 4 152,-14 0 86,-2 1 20,-1-2 1,1 0-1,-36-7 0,40 4 127,-1 1 0,1 1 1,-31-1-1,45 3-413,0 0-1,0 1 1,0-1 0,0 0 0,0 1-1,0 0 1,0-1 0,0 1 0,1 0-1,-1 0 1,0 0 0,1 0 0,-1 1-1,0-1 1,1 0 0,0 1 0,-1-1-1,1 0 1,0 1 0,-1 0 0,1-1-1,0 1 1,0 0 0,1 0 0,-1-1-1,0 1 1,1 0 0,-1 0 0,1 0-1,-1 3 1,-2 8 63,2 0 0,-1 0-1,2 20 1,0-28-75,-1 6 2,2 0-1,-1 1 1,1-1-1,1 0 1,0 0-1,5 15 1,-5-21-22,1 1 0,0-1 0,0 0 0,0 0 0,0-1 1,1 1-1,0-1 0,0 1 0,0-1 0,0 0 0,1-1 1,-1 1-1,1-1 0,6 4 0,-4-3-16,1-1 0,0 1-1,0-2 1,0 1 0,0-1 0,0 0 0,15 1 0,4-1-99,28-2 0,-51 0 96,3 0-33,1-1 1,-1 0 0,0 0-1,1 0 1,-1-1-1,0 0 1,0-1 0,0 1-1,-1-1 1,1-1 0,-1 1-1,10-7 1,-8 3 8,-1 0 1,0 0-1,0 0 1,0-1-1,-1 0 1,0 0-1,-1-1 1,8-15-1,-8 14 29,0-1 0,-1 0 0,0 0 0,-1-1 0,-1 1 0,0-1 0,2-20 0,-5 32 8,1 0 0,0 0 0,0 0 0,-1 0 0,1 0 0,0 0 0,0 0 1,-1 0-1,1 0 0,0 0 0,0 1 0,-1-1 0,1 0 0,0 0 0,0 0 0,-1 0 0,1 0 0,0 0 0,0 0 0,0 1 0,-1-1 0,1 0 0,0 0 0,0 0 0,0 0 0,0 1 1,-1-1-1,1 0 0,0 0 0,0 1 0,0-1 0,0 0 0,0 0 0,0 0 0,0 1 0,0-1 0,0 1 0,-4 5 3,2 1-1,-1 1 1,1-1-1,0 0 1,1 1-1,0-1 1,0 1-1,1-1 1,-1 1-1,2-1 0,-1 1 1,3 13-1,-2-19-23,-1-1-1,1 0 1,0 1-1,-1-1 1,1 0-1,0 0 1,0 0-1,0 0 1,0 0-1,0 0 1,0 0-1,0 0 1,0 0-1,0 0 1,0-1-1,1 1 1,1 1-1,1-1-154,1 1 0,-1-1 0,0 0 0,1 0 0,7 1 0,-6-2-483,0 0 0,-1 0 1,1 0-1,0 0 1,0-1-1,-1 0 1,1 0-1,-1-1 0,9-2 1,-9 0-642,-1 1 0,1-1 0,-1 0 0,0 0 0,0-1 0,4-6 0,-7 10 1132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8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4834,'0'0'17768,"10"218"-16919,29-139-289,0-1-464,1-11-96,-13-12-48,-12-13-1185,-9-15-1552,-6-21-1905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1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17320,'0'0'8068,"6"14"-7513,15 42 521,40 74 1,-41-96-809,-4-5-32,1-1 0,22 28 0,-36-52-280,5 6 123,0 0 0,0 0 0,6 14 1,-13-22-170,1 1 0,-1-1 0,0 0 0,0 0 0,-1 1 0,1-1 0,0 0 0,-1 1 0,1-1 0,-1 1 0,0-1 0,0 1 0,0-1 0,0 1 0,0-1 0,-1 0 0,1 1 0,-1-1 1,1 1-1,-1-1 0,0 0 0,0 1 0,-2 3 0,-4 1-871,0-1 0,-1 1 0,1-1 0,-1-1 0,-12 7 0,4-1-1570,-30 17-6289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0 345 15159,'0'0'8116,"176"-103"-7892,-82 70-112,-7 6-64,-2-6-32,-24 5-16,-19-5-32,-24 12 32,-18 3-817,0 3-1536,-42 2-1328,-13-8-2450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1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52 273 9780,'0'0'14695,"-52"-169"-14679,92 141-16,-13 1-1232,-27 3-2178,-3 0-4273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7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0 608 3073,'0'0'13871,"3"-8"-13140,-1 2-577,9-16 545,-11 22-683,0 0 0,0 0-1,0 0 1,1-1 0,-1 1 0,0 0 0,0 0-1,1 0 1,-1 0 0,0 0 0,0 0 0,1 0-1,-1-1 1,0 1 0,0 0 0,1 0 0,-1 0-1,0 0 1,0 0 0,1 0 0,-1 0 0,0 0-1,0 0 1,1 1 0,-1-1 0,0 0 0,0 0-1,1 0 1,-1 0 0,0 0 0,11 14 639,-2 4-220,2 1 0,0-1 1,20 24-1,-27-37-349,1 1 0,1-2 0,-1 1 0,1 0 0,-1-1 0,1 0 0,0-1 0,1 1 0,-1-1 0,1 0 0,-1-1 0,1 1 0,14 1 0,-18-3-88,6 1-100,0-1 0,0 0-1,0 0 1,11-1 0,-18 0 69,-1 0 0,1-1-1,0 1 1,0 0 0,0-1 0,0 0 0,0 1 0,-1-1 0,1 0 0,0 0-1,-1 0 1,1 0 0,-1 0 0,1 0 0,-1 0 0,1 0 0,-1-1-1,0 1 1,1-1 0,-1 1 0,0-1 0,0 1 0,0-1 0,1-3-1,3-12-111,-1-1-1,-1 1 0,0-1 0,-2 0 0,0 0 1,-2-32-1,0 16 2263,1 41-2060,0 0 26,0 0-1,0 1 1,1-1-1,0 0 0,2 8 1,-2-13-75,0 1 0,0-1 0,0 0 0,0 0 0,0 0 1,0 1-1,1-1 0,-1 0 0,1-1 0,0 1 0,-1 0 1,1 0-1,0-1 0,0 1 0,0-1 0,0 0 0,0 1 0,0-1 1,1 0-1,2 1 0,13 2-21,1 0 0,-1-1 0,1-1 0,0 0 0,20-2 1,-35 0-8,-1 0 0,1 0 0,-1-1 0,1 1 0,-1-1 0,1 0 0,-1 1 0,0-2 0,1 1 0,-1 0 0,4-2 0,-5 1 11,0 1 0,-1-1 0,1 0 0,-1 1 0,1-1 0,-1 0 0,1 0 0,-1 0-1,0 0 1,0 0 0,0 0 0,0 0 0,0 0 0,0 0 0,-1 0 0,1-1 0,0-3 0,0-5 8,1 0 0,-2-20 0,0 28 8,0 0 0,0 1 0,0-1 0,-1 0-1,1 0 1,-1 1 0,0-1 0,0 0 0,0 1 0,0-1 0,0 1 0,0-1 0,-1 1 0,0 0 0,1 0-1,-3-3 1,-1 0 47,3 3-42,1 1 0,-1-1 0,1 1-1,-1-1 1,0 1 0,0 0 0,0 0-1,0 0 1,1 0 0,-1 0 0,-1 0 0,1 0-1,-2 0 1,20-5-2600,-2 1 1502,0-1 0,-1 0 0,21-14 0,7-3 20,-40 22 1168,0 1-1,0-1 1,0 0-1,1 1 1,-1-1 0,0 1-1,0-1 1,0 1 0,1 0-1,-1-1 1,0 1 0,0 0-1,1 0 1,-1 0 0,0 0-1,1 0 1,-1 0 0,0 1-1,0-1 1,1 0 0,-1 0-1,0 1 1,0-1 0,0 1-1,1-1 1,-1 1 0,0 0-1,0-1 1,0 1 0,0 0-1,1 1 1,1 2 323,0 1-1,-1-1 1,0 0-1,0 1 1,0-1 0,2 10-1,4 8-302,-5-16-23,-1 0 0,1 0 0,0-1 0,1 1 0,0-1 0,6 7 0,-8-10-90,-1 0 1,1-1-1,0 0 1,0 1-1,0-1 0,0 0 1,0 0-1,0 0 1,1 0-1,-1 0 1,0-1-1,0 1 0,1-1 1,-1 0-1,0 1 1,1-1-1,-1 0 1,1 0-1,-1 0 0,4-1 1,-4 0 2,0 0-1,0 0 1,0 1 0,0-1 0,0 0 0,0-1 0,0 1-1,-1 0 1,1 0 0,0-1 0,-1 1 0,0-1 0,1 1-1,-1-1 1,0 0 0,1 0 0,-1 0 0,0 1 0,0-1-1,-1 0 1,1 0 0,0 0 0,0-4 0,2-4 38,-1-1 1,0 0 0,0-11-1,-2 21-48,2-159 1407,-2 92-865,-1 53-462,0 0 0,-1 0 1,-5-17-1,4 17-437,0 0 0,1 0 0,-1-18 0,3 31-4,0 0 0,0 1 0,1-1 0,-1 0 1,0 0-1,1 1 0,-1-1 0,1 0 0,1-3 0,18-23-6673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7764,'0'0'13408,"0"-19"-12210,0-58 27,0 58-81,0 20-191,4 55-8,2 0-1,2 0 1,20 70 0,-12-58-875,12 108 0,-24-6-118,-4-126 69,18-43-168,-12-1 154,0-1-1,0 0 1,-1 0-1,1 0 0,0-1 1,-1 0-1,1 0 1,-1 0-1,6-4 0,48-33 100,-34 22-91,132-99 175,-29 19-2814,-119 91 572,-1 0-1,0-1 0,8-10 0,2-2-6775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7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14070,'0'0'9255,"-29"7"-8766,-4 1-412,-50 20 0,78-26-65,1 0-1,0 1 1,0-1-1,0 1 1,0 0-1,0 0 1,1 1-1,-1-1 1,1 1 0,0 0-1,0 0 1,0 0-1,1 0 1,-1 0-1,1 1 1,0-1-1,0 1 1,1-1-1,-2 7 1,-3 4 40,1-2 11,0 0-1,0 1 1,1-1-1,1 1 1,1 0-1,-3 24 1,5-37-67,1 1 1,-1-1 0,0 0 0,0 0 0,0 1 0,1-1-1,-1 0 1,1 1 0,-1-1 0,1 0 0,-1 0 0,1 0-1,0 0 1,-1 0 0,1 0 0,0 0 0,0 0 0,0 0-1,0 0 1,0 0 0,2 1 0,0 0-12,0 0-1,0-1 1,0 0-1,1 0 1,-1 0-1,0 0 1,1 0-1,4 0 1,2 0-27,0-1 1,0 0-1,0-1 0,0 0 0,16-4 1,-18 2 17,-1 1 0,1-2 0,-1 1 1,0-1-1,0 0 0,0 0 0,0-1 1,-1 0-1,0 0 0,0-1 0,0 1 1,0-1-1,-1 0 0,0-1 0,7-12 1,-7 10 26,-1 0 0,0 1 1,0-1-1,-1 0 0,-1-1 1,1 1-1,-1 0 0,-1-1 1,0 0-1,0 1 0,-1-1 1,0 1-1,-2-14 0,1 21 26,1 0 0,-1 0 0,0 1 0,0-1 1,0 0-1,0 1 0,0-1 0,0 1 0,0-1 0,0 1 0,-1 0 0,1-1 0,-1 1 0,1 0 0,-1 0 0,1 0 0,-1 0 0,0 0 0,1 0 0,-1 1 0,-3-2 0,2 1-286,-1 0 0,1 0 0,-1 0 0,0 0-1,1 1 1,-1 0 0,0-1 0,0 1-1,1 1 1,-8 0 0,11-13-10708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8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16920,'0'0'4319,"12"18"-3961,42 59 31,-8-15 287,-42-57-614,0-1 0,1 0 0,-1 0 0,1 0 0,0-1 0,0 1-1,7 2 1,-11-5-44,-1-1 1,1 1-1,-1-1 0,1 0 0,0 1 0,-1-1 0,1 0 0,-1 0 0,1 1 0,0-1 0,-1 0 1,1 0-1,0 0 0,0 0 0,-1 0 0,1 0 0,0 0 0,-1 0 0,1 0 0,0 0 1,-1 0-1,1 0 0,0 0 0,-1-1 0,1 1 0,0 0 0,-1 0 0,1-1 0,0 1 1,-1 0-1,1-1 0,-1 1 0,1-1 0,-1 1 0,1-1 0,-1 1 0,1-1 0,-1 1 1,0-1-1,1 0 0,-1 1 0,0-1 0,1 1 0,-1-1 0,0 0 0,0 1 0,1-2 1,0-4 190,0 0 0,-1 1 1,0-1-1,0-11 0,-1 6-169,1-23 302,-2 0 0,-1 1 0,-9-40 0,10 61-381,0 0-1,0 1 1,1-1 0,1-15-1,0 23-56,0 3-19,0 0 0,0 1 0,0-1 0,0 0 0,0 0 0,1 0 0,-1 0 0,0 1-1,0-1 1,1 0 0,-1 0 0,0 1 0,1-1 0,-1 0 0,1 1 0,-1-1 0,1 0 0,-1 1 0,1-1 0,-1 1 0,1-1 0,0 1 0,-1-1 0,1 1 0,0-1-1,-1 1 1,1-1 0,0 1 0,0 0 0,1-1 0,27-1-4895,-21 2 3470,25 0-5919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8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40 192 9044,'0'0'10506,"12"4"-9975,-5-2-490,8 2 22,0 0 0,0-1 0,17 1 0,-28-3-52,0-1 0,1 0-1,-1 0 1,0 0 0,1 0-1,-1-1 1,0 0 0,0 0-1,1 0 1,-1 0 0,0-1 0,0 0-1,0 1 1,-1-2 0,1 1-1,0 0 1,-1-1 0,4-2-1,0-3 61,-1 0-1,0-1 0,0 0 0,-1 0 0,0 0 0,-1 0 0,0-1 0,0 0 1,-1 0-1,0 0 0,-1 0 0,0 0 0,1-18 0,-3 26 2,0 1-1,0 0 0,0-1 1,0 1-1,0-1 0,-1 1 1,1-1-1,0 1 0,-1 0 1,1-1-1,-1 1 0,1-1 1,-1 1-1,0 0 0,0 0 1,1-1-1,-1 1 0,0 0 1,0 0-1,0 0 0,0 0 1,0 0-1,-1 0 0,1 0 1,0 1-1,0-1 0,0 0 1,-1 1-1,1-1 1,-3 0-1,-2 0 89,-1 0 1,1 0-1,-1 0 0,1 1 1,-12 1-1,4 0-23,7 0-97,0 0 0,-1 1 1,1 0-1,0 0 0,0 1 0,0-1 0,0 2 0,0-1 1,1 1-1,0 0 0,-1 0 0,1 1 0,1-1 0,-1 1 0,1 1 1,0-1-1,0 1 0,0 0 0,-7 12 0,5-5 31,-1-1-1,2 1 1,0 1-1,0-1 0,1 1 1,1 0-1,0 0 1,1 1-1,-2 19 0,5-29-44,-1 0 0,1-1 0,0 1 0,0 0 0,1-1 0,-1 1 0,1 0 0,0-1-1,0 1 1,1-1 0,1 5 0,-1-6-20,0-1 1,0 0-1,0 0 0,0 0 0,0-1 0,0 1 1,0 0-1,0-1 0,1 1 0,-1-1 0,0 0 1,1 0-1,-1 0 0,1 0 0,0 0 0,-1 0 1,1-1-1,0 0 0,4 1 0,24 2 69,63-4 0,-86 1-70,11-2-3,1-1 1,-1 0-1,0-1 1,0-1-1,-1-1 1,0-1-1,0 0 1,0-2-1,-1 0 0,0 0 1,24-19-1,-40 27-55,1 0-1,0-1 0,0 1 0,-1 0 1,1-1-1,-1 1 0,1-1 0,-1 1 1,0-1-1,0 1 0,0-1 0,1 0 1,-1 0-1,-1 0 0,1 0 1,0 0-1,0 0 0,-1 0 0,1 0 1,-1-3-1,0 5-19,0-1 1,1 1-1,-1 0 1,0 0-1,0 0 1,0-1-1,0 1 0,0 0 1,0 0-1,-1 0 1,1-1-1,0 1 1,0 0-1,0 0 1,0 0-1,0-1 0,0 1 1,0 0-1,0 0 1,0 0-1,0 0 1,-1-1-1,1 1 1,0 0-1,0 0 0,0 0 1,0 0-1,-1 0 1,1-1-1,0 1 1,0 0-1,0 0 1,0 0-1,-1 0 1,1 0-1,-18-6-5799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5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16 101 12662,'0'0'6627,"16"22"-5982,55 78-15,-55-78-381,-2 1 0,-1 1-1,-1 0 1,-1 1 0,-1 0 0,-1 0 0,5 28-1,-10-20-93,-4-33-153,0 0 1,0 0-1,-1 1 1,1-1-1,0 0 1,0 0-1,-1 0 1,1 1-1,0-1 0,-1 0 1,1 0-1,0 0 1,-1 0-1,1 1 1,0-1-1,-1 0 0,1 0 1,0 0-1,-1 0 1,1 0-1,0 0 1,-1 0-1,1 0 0,0 0 1,-1 0-1,1 0 1,0 0-1,-1-1 1,1 1-1,-3 0 16,-2-1-14,0 0 0,0 0 1,0 0-1,0-1 0,0 1 1,0-1-1,1-1 0,-1 1 1,1-1-1,-1 1 0,1-1 0,0-1 1,0 1-1,1 0 0,-1-1 1,-5-7-1,-7-8-32,2-1 0,-15-25 0,21 31 31,0 0-1,2 0 0,0 0 1,0-1-1,1 0 1,1 0-1,1-1 1,0 1-1,1-1 0,0-27 1,2 42 2,0-1 0,0 1 0,0-1 0,0 1-1,0 0 1,1-1 0,-1 1 0,1-1 0,-1 1 0,1 0 0,-1-1 0,1 1 0,0 0 0,0 0 0,-1-1 0,1 1 0,0 0 0,0 0 0,0 0-1,0 0 1,1 0 0,-1 0 0,0 1 0,0-1 0,1 0 0,-1 1 0,0-1 0,1 0 0,-1 1 0,0 0 0,1-1 0,2 1 0,5-2 8,0 2 0,0-1 1,-1 1-1,14 2 0,-12-1 1,-2 0-8,-1 0 1,1 1 0,-1-1 0,1 2 0,-1-1 0,0 1-1,0 0 1,11 7 0,4 5 30,25 21-1,-6-5-18,12 12-18,17 10 0,-69-52-1,1 0 0,-1-1-1,1 1 1,-1 0 0,1-1 0,-1 0 0,1 1 0,0-1 0,-1 0 0,1 0 0,2 0 0,-3 0 1,-1 0 0,1 0 0,-1 0 0,1 0 0,-1 0 0,1 0 0,-1 0 0,1 0 0,-1 0 0,1-1 0,-1 1 0,1 0 0,-1 0 0,1 0 0,-1-1 0,1 1 0,-1 0 0,0-1 0,1 1 0,-1 0 0,1-1 0,-1 1-1,0-1 1,0 1 0,1-1 0,-1 1 0,0 0 0,0-1 0,1 1 0,-1-1 0,0 1 0,0-1 0,0 1 0,0-2 0,0 0 2,1-40 57,-7-47 0,4 75-45,-1 0 0,0 1 0,-1-1 0,0 1 0,-1 0 0,-1 0 0,-9-17 0,8 18 5,6 10 6,0-1-1,-1 0 1,1 1-1,-1-1 1,0 1-1,0-1 1,0 1 0,0 0-1,-3-3 1,3 2 117,9-1-2475,23-2-1863,6-5-3122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5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11685,'0'0'7767,"-26"6"-7501,-8 1-254,-38 14 0,69-20-10,1 0 0,-1 0 0,1 0 0,-1 1 0,1-1-1,0 1 1,-1-1 0,1 1 0,0 0 0,0 0 0,0 0-1,1 0 1,-1 0 0,0 1 0,1-1 0,-1 0 0,1 1-1,0-1 1,0 1 0,0 0 0,0-1 0,0 1 0,1 0-1,-1-1 1,1 1 0,0 4 0,-3 6 12,-1 5 121,0 0-1,1 1 0,0 0 0,2-1 0,0 1 0,3 21 1,-2-39-125,0 0 0,0 1 0,1-1 1,-1 0-1,1 0 0,-1 1 1,1-1-1,-1 0 0,1 0 1,0 0-1,0 0 0,-1 1 1,1-1-1,0 0 0,0-1 1,0 1-1,0 0 0,0 0 1,0 0-1,1 0 0,-1-1 1,0 1-1,0-1 0,0 1 1,1-1-1,1 1 0,4 1-1,-1-1-1,0-1 0,0 1 0,10-1 0,-11 0-2,4 0-1,1 0-1,-1-1 1,1 0-1,13-4 1,-18 4-9,-1-1-1,1 0 1,-1 0 0,0 0 0,0 0-1,0-1 1,0 1 0,0-1-1,-1 0 1,7-8 0,-4 5 19,0-1 1,-1 1-1,0-1 1,0-1-1,-1 1 1,0-1-1,0 0 0,-1 0 1,0 0-1,0 0 1,-1-1-1,0 1 1,2-17-1,-4 33 21,1 0 1,0 0-1,0 0 1,1 0-1,0 0 1,1 0-1,-1 0 0,2-1 1,-1 1-1,1-1 1,0 0-1,8 11 1,-10-15-62,1 1 1,0-1 0,0 0-1,0 0 1,0 0-1,0-1 1,1 1 0,-1-1-1,1 0 1,0 0 0,-1 0-1,1 0 1,0-1 0,0 1-1,0-1 1,0 0 0,1 0-1,-1-1 1,0 1-1,0-1 1,0 0 0,1 0-1,-1 0 1,0 0 0,0-1-1,8-2 1,-10 2-252,1 0 0,-1-1 0,1 0 0,-1 1 0,0-1 0,0 0 0,0 0 0,0 0 0,0 0 0,0 0 1,0-1-1,0 1 0,-1-1 0,0 1 0,1-1 0,-1 1 0,0-1 0,0 0 0,0 0 0,0 1 0,-1-1 0,1-3 0,4-46-7749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5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15607,'0'0'3874,"76"170"-3746,-46-134-48,-5-8-80,-7-10-16,-15-6-80,-3-9-688,-21-3-2962,-7 0-192,-8 0-1248,3-15 688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26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10 266 400,'-10'145'6795,"12"-150"-6552,-1 1 0,1 0-1,0 0 1,0 0 0,0 0 0,0 0-1,1 1 1,-1-1 0,1 1-1,0-1 1,5-3 0,43-33 890,-33 27-817,-13 10-259,102-71 505,-88 62-668,1 1 0,0 1 0,40-14 0,-50 23 85,-9 14 2147,-7 155 3682,6-167-5799,1-1 0,-1 1 0,0 0-1,0 0 1,1 0 0,-1 0 0,0-1 0,1 1 0,-1 0 0,1 0-1,-1-1 1,1 1 0,-1 0 0,1-1 0,-1 1 0,1 0 0,0-1-1,-1 1 1,1-1 0,0 1 0,0-1 0,-1 1 0,1-1 0,0 0-1,0 1 1,0-1 0,-1 0 0,1 0 0,0 0 0,0 0 0,0 1-1,0-1 1,0 0 0,-1 0 0,1-1 0,0 1 0,0 0 0,1 0-1,2-1-4,0 1 0,0-1 0,0 0 0,0 0 0,0 0 0,0 0 0,-1-1 0,6-2 1,-3 0-12,-1-1 0,0 1 1,0-1-1,0 0 1,-1 0-1,1-1 0,-1 1 1,-1-1-1,1 0 1,-1 0-1,0 0 0,0-1 1,-1 1-1,0 0 1,2-10-1,1-4 24,-2 0 0,0-1 0,0-37 0,-3 55 573,1 7-414,0 0-161,1 5 39,1 0 0,0-1 0,0 1 0,1-1 0,4 9 0,-6-15-45,0 1 1,0 0 0,1-1 0,-1 0 0,1 1 0,-1-1-1,1 0 1,-1 0 0,1 0 0,0-1 0,0 1 0,0-1-1,0 1 1,0-1 0,1 0 0,-1 0 0,0 0 0,5 0-1,1 0-6,-1 0-1,0-1 0,1 1 1,-1-2-1,1 1 0,-1-1 1,0 0-1,15-5 0,-19 5-7,0-1 0,1 0 0,-1 0 0,0-1 0,-1 1-1,1-1 1,0 0 0,-1 1 0,0-2 0,1 1 0,-1 0-1,0-1 1,-1 1 0,1-1 0,-1 0 0,1 0 0,1-5-1,-1-1 236,0 1-1,0 0 1,-1-1-1,1-16 1,-3 27-234,1 0 1,-1-1-1,1 1 1,-1 0-1,1 0 1,-1 0-1,1 0 1,0 0-1,-1-1 1,1 1-1,0 0 1,0-1 0,0 1-1,-1-1 1,1 1-1,0-1 1,0 1-1,0-1 1,0 1-1,0-1 1,0 0-1,0 1 1,0-1-1,0 0 1,2 0 0,-3 0-62,1 1 1,0-1 0,0 0 0,0 0-1,0 0 1,0 0 0,0 0 0,0 0 0,0 0-1,0 0 1,0 0 0,0 0 0,0 0-1,0-1 1,-1 1 0,1 0 0,0-1 0,0 1-1,0 0 1,0-1 0,0 0 0,-1 1-1,1-1 1,0 1 0,-1-1 0,1 0 0,0 1-1,-1-1 1,1 0 0,0-1 0,1-7-1376,-1 1 0,-1-1 0,0-13 0,0-48-12567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30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16 592,'0'0'3522,"3"-15"-3074,0 15-464,0 0-1248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30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9060,'38'-13'763,"-31"11"232,-4 2 3,4 0-453,-5-1-311,-1 1 0,1 0 0,-1 0 0,1 0-1,0 0 1,-1 0 0,1 0 0,-1 0 0,1 0 0,0 1 0,-1-1-1,1 1 1,-1-1 0,1 1 0,-1 0 0,0 0 0,1-1 0,-1 1-1,0 0 1,1 0 0,-1 0 0,0 0 0,0 1 0,0-1 0,0 0-1,1 2 1,60 91 3297,-46-72-3382,1-1 0,1 0 1,1-2-1,26 22 0,-40-38-308,1 0-1,-1 0 1,1 0-1,-1 0 1,1-1 0,0 0-1,0 0 1,0-1 0,0 0-1,0 0 1,0 0 0,0-1-1,0 0 1,12-1 0,-12 1-585,-1-1 0,1 0 1,-1 0-1,0-1 0,1 0 1,-1 0-1,0 0 1,0 0-1,0-1 0,5-3 1,26-28-8726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3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122 354 10741,'0'0'7291,"-20"15"-7005,-58 46-244,75-59-40,0 0 0,1 0-1,-1 1 1,1-1-1,0 1 1,0 0-1,-3 5 1,5-8-3,0 0-1,0 1 1,-1-1 0,1 0-1,0 1 1,0-1 0,0 0-1,0 1 1,0-1 0,0 0-1,0 1 1,0-1 0,0 0-1,0 1 1,0-1 0,0 1-1,0-1 1,0 0 0,0 1-1,0-1 1,1 0 0,-1 1-1,0-1 1,0 0 0,0 0-1,0 1 1,1-1 0,-1 0 0,0 1-1,0-1 1,1 0 0,-1 0-1,0 0 1,1 1 0,-1-1-1,1 0 1,2 1-12,0 0 0,0-1 0,0 1 0,0-1 0,0 0-1,0 0 1,0 0 0,5-1 0,-6 1 10,7-1-33,-1-1-1,0 0 1,0-1-1,0 0 1,0 0-1,0 0 1,-1-1-1,1 0 1,-1-1-1,0 0 1,0 0 0,-1 0-1,0-1 1,9-10-1,0 0-62,-2-1 0,0 0-1,-1-2 1,16-30 0,-24 40 1424,0 22-876,-3-11-440,1-1 0,-1 0 0,1 1 0,-1-1 0,1 0 0,0 0 0,-1 1 0,1-1 0,0-1 0,0 1 0,0 0 0,0 0 0,0-1 0,0 1 0,-1-1 0,1 1 0,1-1 0,-1 0 0,3 0 0,41-3-125,-41 2 63,-1 0 0,1 0 0,-1-1 1,1 0-1,-1 0 0,1 0 0,-1 0 0,0-1 0,0 1 0,0-1 0,0 0 1,-1-1-1,1 1 0,-1-1 0,0 1 0,0-1 0,0 0 0,0 0 1,-1 0-1,0 0 0,3-6 0,-1-1 26,0 0 1,0 0-1,-1-1 0,0 1 0,-1-1 1,-1 1-1,1-21 0,-2 31 438,8 1-339,-2-1-67,0 1-1,0-2 1,-1 1 0,1-1-1,0 0 1,-1 0-1,1 0 1,-1-1 0,0 0-1,0 0 1,9-7-1,-8 6-216,0-1 0,-1 0 0,1 0 0,-1 0 0,-1-1 0,1 1 0,-1-1 0,0 0 0,6-12 0,-8 9-2157,3-7-3553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32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7491,'0'0'13100,"7"30"-12647,26 96-242,-30-114-193,2 1 0,0-2 0,0 1 0,1 0 0,11 15 1,4 10 0,-18-30-18,-3-6-2,0 0 0,1 1 1,-1-1-1,1 0 0,0 0 0,-1 0 1,1 1-1,0-1 0,0 0 1,0 0-1,1 1 0,-1-1 20,-2-7-13,0 0 1,0 0 0,0 0-1,0 0 1,-1 1-1,-4-10 1,-2-6-19,3-3 19,1 1-1,1-1 0,1 0 0,1 1 0,4-41 0,-3 61 0,0 1-2,0 0 0,0 0 0,0 0-1,0 0 1,1 0 0,-1 0 0,0 0 0,1 0-1,0 0 1,-1 0 0,1 1 0,0-1 0,0 0 0,0 1-1,0-1 1,0 0 0,1 1 0,-1-1 0,0 1-1,3-2 1,-1 1 0,0 1 0,1-1 0,-1 1 0,1 0 0,-1 0-1,1 0 1,-1 1 0,1-1 0,0 1 0,5 0 0,8-2 8,0 2 0,1 0 0,-1 1 0,1 1 0,-1 1 0,0 0 0,28 9 0,-23-5-28,1-2 1,-1 0-1,1-2 0,0-1 1,-1 0-1,1-2 0,29-2 1,-44 1-37,0 0 1,0-1 0,0 1 0,0-2 0,0 1 0,-1-1 0,1 0 0,-1 0 0,0-1 0,0 0 0,0-1 0,0 1 0,6-7 0,-8 7 21,0-1 0,-1 0 1,1 0-1,-1 0 0,0 0 1,-1-1-1,1 0 0,-1 1 1,0-1-1,-1-1 0,1 1 1,-1 0-1,0 0 0,-1-1 1,0 1-1,1-10 0,-1-45 49,-11 63 72,9-1-89,-1 1 1,1-1 0,0 1 0,-1-1 0,1 1-1,0 0 1,0-1 0,0 1 0,0 0-1,0 0 1,1 0 0,-1 0 0,1 0 0,-1 0-1,1 0 1,0 0 0,-1 0 0,1 0-1,0 0 1,0 0 0,1 0 0,-1 0 0,0 0-1,2 3 1,7 0-91,-2-4 61,1 0 1,-1-1-1,0 0 0,1 0 1,-1-1-1,0 1 0,1-2 1,-1 1-1,0-1 1,11-5-1,-7 3-46,-1-2-1,0 1 1,0-2 0,-1 1 0,0-1 0,11-10-1,-11 8 15,-6 7 66,-1 1-1,0-1 0,0 0 1,0-1-1,0 1 1,0 0-1,2-4 0,-4 5 923,24 7-759,0-2 0,1-1 0,44 0 0,-50-3-340,28 0-339,-45 0 357,0 0 0,0 0 0,-1 0 0,1 0 0,0-1 0,0 1 0,-1-1 0,1 0 0,-1 1 0,1-1 0,0 0 0,-1 0 0,1 0 0,-1 0 0,0 0 0,1 0 0,-1 0 0,0-1 0,0 1 0,2-3 0,-2 2-356,0 0 0,-1-1 1,1 1-1,-1-1 0,0 1 0,1-1 0,-1 1 1,0-4-1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26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2 169 8868,'0'0'7852,"0"-27"-6102,-1-79-480,2 76-51,3 24 832,2 27-516,80 478 3128,-17-236-3843,19 82-238,-24 4-247,-36 242 41,-28-590-472,0-5-352,1-183-7684,4 67 358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2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90 858 9492,'0'0'5862,"-15"-13"-5259,-43-38 58,56 50-453,1 0 0,-1 0 0,1-1-1,0 1 1,-1 0 0,1-1 0,0 1 0,0-1-1,0 1 1,0-1 0,-2-3 0,3 5-166,1-1 1,-1 1-1,0 0 1,0 0 0,0-1-1,1 1 1,-1 0-1,0 0 1,0 0-1,1-1 1,-1 1-1,0 0 1,0 0 0,1 0-1,-1 0 1,0 0-1,0-1 1,1 1-1,-1 0 1,0 0-1,1 0 1,-1 0 0,0 0-1,1 0 1,-1 0-1,0 0 1,1 0-1,-1 0 1,1 0-1,-1 0 139,371-5 3457,-212 7-3023,606-43 794,711-182-134,-994 134-1092,-3-31-209,-419 102 33,-1-3-1,-2-3 1,0-2-1,53-33 0,-57 26 20,73-34-1,-106 58-6,-1 2 1,1 0 0,1 1 0,-1 1-1,1 1 1,0 1 0,35-1-1,-48 4-10,18 0 38,0 1 1,34 5-1,-51-4-16,1 0 1,-1 1-1,1 0 0,-1 0 1,0 1-1,0 1 1,-1 0-1,1 0 0,11 10 1,-9-6 14,0 1-1,-2 1 1,1 0 0,-1 1 0,-1-1 0,0 2 0,-1-1 0,0 1-1,-1 0 1,6 16 0,4 20 147,15 75 1,-29-114-173,45 278 630,3 13-243,34 1-168,-57-226-214,64 162 90,106 185 116,-164-349-213,43 137-1,-71-186-22,-2 1 0,0-1 0,-2 0 0,0 1 0,-6 43 0,3-61 10,0 1 0,0-1 0,-1 0 0,0 0 0,0 0-1,-1 0 1,0 0 0,0-1 0,0 0 0,-1 0 0,-1 0 0,1 0 0,-1-1 0,-13 11-1,-1 0 9,-1-2 0,-1 0 0,-38 19 0,-3-5 22,-3-3 1,-76 20-1,132-43-35,-145 36 120,-194 24 0,298-54-91,-394 61 168,-1598 265 92,1676-273-129,-267 51 113,549-100-237,0-4 1,-134-3-1,187-9-24,32 3-26,0-5-38,0 1-2841,0 1 2221,0 1 1,1-1-1,-1 0 0,1 0 0,0 1 0,0-1 0,0 0 0,0 1 1,0-1-1,3-4 0,18-29-6359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27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12438,'0'0'4530,"9"196"-4386,15-105-96,-6-3-32,-6 9-16,-3-6-48,-9-4-1233,0-11-2512,0-15-5044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2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1 839 5138,'0'0'8484,"3"-5"-7414,-2 3-972,1 0-1,-1 0 1,0 1 0,1-1-1,0 0 1,-1 1 0,1-1-1,0 1 1,0 0 0,0 0-1,0 0 1,0 0 0,0 0-1,0 0 1,0 0 0,0 0 0,0 1-1,3-1 1,7 0 391,0 0 0,20 1 0,-6 1 67,103-5 1820,170-28-1,128-44-507,-266 45-1361,394-78 742,110-20-59,686-159 208,-1300 275-1351,74-17 268,137-54 0,-261 84-329,0 0 0,-1-1 0,1 1-1,0 0 1,-1 0 0,1 0 0,0 0-1,-1-1 1,1 1 0,-1 0 0,1-1 0,-1 1-1,1 0 1,0-1 0,-1 1 0,1-1 0,-1 1-1,0-1 1,1 1 0,-1-1 0,1 1-1,-1-1 1,0 1 0,1-1 0,-1 1 0,0-2-1,-1 2-55,0-1 0,-1 1 0,1 0 0,0 0 0,-1 0 0,1 0 0,0 0 0,-1 0 0,1 0 0,0 1 0,-1-1 0,1 0 0,0 1 0,-1-1 0,0 2-1,-37 12-2815,-50 27 0,1 0-3755,-12 1-5154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2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1025 3746,'0'0'2281,"4"-7"-1806,22-34 1160,-25 39-1186,1 0 0,0 1 0,0-1 0,0 1 0,0 0 0,0-1 0,0 1 0,0 0 0,1 0 0,-1 0 0,0 1 0,0-1 0,1 1 0,-1-1 0,5 1 0,3-3 251,288-48 5713,-146 29-5311,247-41 663,939-160 1667,-7-61-2207,-396 17-508,-883 253-663,92-15-1,-138 28-53,-5 0-55,0 1 0,0 0 0,0-1 1,0 1-1,0 0 0,0 0 0,0 0 0,0 0 0,0 0 0,0 0 0,0 0 0,0 0 1,0 0-1,0 1 0,0-1 0,0 0 0,0 1 0,0-1 0,0 1 0,0-1 0,0 1 1,0-1-1,1 2 0,-2-1-38,0 1 0,1-1 0,-1 0 0,0 1 0,0-1 0,0 0 1,0 1-1,0-1 0,-1 0 0,1 0 0,0 1 0,-1-1 0,1 0 0,-1 0 0,1 1 0,-1-1 1,1 0-1,-1 0 0,0 0 0,-1 2 0,-7 8-836,-1 0-1,0 0 1,0-1-1,-1 0 1,-1-1-1,1 0 1,-26 14 0,-55 25-8009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8356,'0'0'13222,"-45"188"-12278,45-85-495,0-3-337,9 0-48,6-4-48,0-17-32,-9-3-209,-6-16-1119,0-14-817,-27-7-1233,-12-15-2512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0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0 379 6771,'0'0'10853,"215"-76"-10853,-127 46 0,-6 0-208,-10-7-320,-20 1-577,-16 0-1056,-33-4 160,-3 7-624,-21 0 16,-30 6-2049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0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0 322 1313,'0'0'15687,"61"-170"-15127,33 143-288,9 6-272,9-6 0,3 8-960,-9-11-2546,-10 3-5762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1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13094,'0'0'6931,"-97"212"-6579,97-112-176,6 0-144,31-9-32,8-10-16,1-17-304,2-16-1280,0-23-1410,7-25-3057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1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86 118 11877,'0'0'7617,"-18"32"-7035,0 1-487,-28 67-1,45-98-92,1 0 0,-1 1 0,0-1 0,1 0-1,0 0 1,-1 1 0,1-1 0,0 0 0,0 1-1,0-1 1,0 0 0,1 0 0,-1 1 0,1-1 0,-1 0-1,1 0 1,0 0 0,0 1 0,0-1 0,0 0 0,0 0-1,0-1 1,1 1 0,-1 0 0,0 0 0,1 0-1,2 1 1,0 0 2,1 0 1,0 0-1,0-1 0,0 1 0,0-1 0,1 0 1,8 1-1,-10-2-1,7 2-73,1 0 0,0-1 0,-1 0 1,1-1-1,0-1 0,20-1 0,-28 0 25,1 1-1,-1-1 1,1 0 0,-1 0 0,1 0 0,-1-1 0,0 1-1,0-1 1,0 0 0,0-1 0,0 1 0,0-1 0,0 1 0,-1-1-1,1 0 1,-1 0 0,0-1 0,0 1 0,4-6 0,-3 0 34,0 0 0,0 1 0,-1-1-1,0-1 1,0 1 0,-1 0 0,0-1 0,0-9 0,-1-14 25,-2-32-1,0 42 9,1 16-31,-1 0 0,0 0 0,0 0 0,0 0 0,-1 0 0,0 1 0,-1-1 0,0 0 0,0 1 0,0 0 0,-1-1 0,-6-7 0,9 12-465,-3-5 613,9 3-5898,21-4-1594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3169,'0'0'16629,"15"28"-16034,6 13-455,28 38 0,-43-71-135,0 0 0,1 0 0,1-1 0,-1 0 0,1 0 0,0-1 0,0 0 0,1 0-1,0-1 1,0-1 0,0 1 0,18 5 0,-13-4-10,1-1-66,0 1 0,0-2 0,0 0 0,0-1 0,1 0 0,0-1 0,18-1 0,-33-1 53,1 0 0,-1 0 1,1 0-1,-1 0 0,0 0 1,0-1-1,1 1 0,-1 0 1,0-1-1,1 1 0,-1-1 0,0 0 1,0 1-1,0-1 0,0 0 1,0 0-1,0 0 0,0 0 0,0 1 1,0-1-1,0-1 0,0 1 1,0 0-1,-1 0 0,1 0 0,0 0 1,-1 0-1,1-1 0,-1 1 1,1 0-1,-1-1 0,0-1 0,2-5-25,-2 0-1,1 0 1,-1 0-1,-1-13 0,0 1-39,0 11 73,0 0 0,0-1 1,-1 1-1,0 0 0,-1 0 0,-7-16 0,6 14 21,0 0-1,0-1 1,-2-17-1,5 27-73,1 0 0,0 1 0,0-1 0,0 0 0,0 0 0,0 1 0,0-1-1,0 0 1,0 1 0,1-1 0,-1 0 0,1 1 0,0-1 0,-1 1 0,1-1 0,0 1-1,0-1 1,0 1 0,0-1 0,0 1 0,1-2 0,2 1-501,-1-1 1,1 0-1,0 1 1,0 0-1,0 0 1,6-2-1,-7 3 212,49-17-7579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1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143 164 11109,'0'0'5840,"22"12"-5947,-22-12 107,98 50-981,-95-49 888,0 0 1,-1 0 0,1 0 0,0 0 0,0 0 0,0-1 0,-1 1 0,1-1-1,0 0 1,0 0 0,0 0 0,0 0 0,0 0 0,0-1 0,0 1 0,0-1-1,5-2 1,-6 2 48,0-1 0,0 1 0,0-1 0,0 0-1,-1 1 1,1-1 0,0 0 0,-1 0 0,1 0-1,-1 0 1,0-1 0,1 1 0,-1 0 0,0 0-1,-1-1 1,2-2 0,0-5 9,0 0 1,-1 0-1,0 0 1,-1 0-1,0-1 0,0 1 1,-3-13-1,2 19 61,0 0 0,0-1-1,0 1 1,-1 0 0,1 0-1,-1 0 1,0 0 0,-1 0 0,1 0-1,-1 1 1,1-1 0,-1 1 0,0 0-1,0 0 1,-1 0 0,1 0 0,0 0-1,-1 1 1,0-1 0,0 1 0,0 0-1,-6-3 1,-3 1 249,1 1-1,0 0 0,-1 0 1,1 1-1,-1 1 1,-23-1-1,29 2-185,0 0 0,0 1 1,0 0-1,0 0 0,0 0 0,0 1 0,1 0 0,-1 0 0,0 0 0,1 1 0,-1 0 0,1 1 1,0-1-1,0 1 0,1 0 0,-1 1 0,1 0 0,0-1 0,0 2 0,0-1 0,1 0 1,-1 1-1,1 0 0,-4 9 0,4-5-6,0 1 1,1-1 0,0 1-1,1 0 1,0 0-1,1 0 1,0 0 0,1 22-1,0-28-60,1 1-1,-1 0 0,1-1 0,0 1 1,0-1-1,0 1 0,1-1 1,0 1-1,0-1 0,0 0 1,1 0-1,0 0 0,0 0 0,0 0 1,7 7-1,-1-4 2,0 0 0,0 0 0,1-1 0,0-1 1,0 0-1,19 9 0,-4-5-69,1 0 1,0-1 0,0-2-1,1 0 1,0-2-1,31 2 1,0-4-2302,106-7 0,-143 2 380,38-9 0,24-13-4290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2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0 391 13878,'0'0'8479,"22"31"-8172,-3-6-261,115 177 44,-36-20-1035,-94-177 236,-4-8 183,-6-15 267,-24-47 156,14 32 109,1-1 0,-12-43 0,18 30 122,1-1-1,3-1 1,2 1 0,3-51-1,0 93-93,0 0 32,0 0 0,0 0 0,1 1-1,-1-1 1,1 0 0,1 0 0,-1 0 0,1 1 0,5-10-1,-6 13-36,0-1-1,1 1 1,0 0-1,-1 0 1,1 1-1,0-1 1,0 0-1,0 1 1,0-1-1,0 1 1,1-1-1,-1 1 1,0 0-1,1 0 1,-1 0-1,1 0 1,-1 1-1,1-1 1,-1 0-1,1 1 1,-1 0-1,1 0 1,3 0-1,-3 0-22,4 0 3,0 0 0,-1 0-1,1 0 1,12 4 0,-16-3-10,0 0 1,0 1-1,0-1 0,0 1 0,0 0 1,-1 0-1,1 0 0,-1 0 0,1 0 1,-1 1-1,0-1 0,3 4 0,39 56-1,-34-45 1,2 0-1,0-1 0,0-1 1,2 1-1,0-2 1,30 24-1,-41-36 4,0 0 0,1 0 0,-1 0 0,1-1 0,-1 1 1,1-1-1,0 0 0,-1 0 0,1-1 0,7 2 0,-10-2 1,1 0 0,-1-1 0,1 1-1,-1 0 1,1 0 0,-1-1 0,1 1-1,-1 0 1,0-1 0,1 0 0,-1 1 0,1-1-1,-1 0 1,0 0 0,0 1 0,0-1 0,1 0-1,-1 0 1,0-1 0,0 1 0,0 0-1,0 0 1,-1 0 0,1-1 0,0 1 0,0 0-1,-1-1 1,2-2 0,1-12 18,0-1-1,-1 1 1,-1-1 0,0 0-1,-1 1 1,-3-19 0,2 20-3,-1-3 11,-1 0 1,-1-1 0,-1 1-1,-12-30 1,11 32-15,0 0 1,1-1-1,1 1 1,0-1-1,1 1 0,0-19 1,3 35-48,0-1 0,0 1 0,0-1 0,0 1 0,0-1 1,0 1-1,0-1 0,1 1 0,-1-1 0,0 1 0,0-1 0,1 1 0,-1-1 1,0 1-1,1-1 0,-1 1 0,0 0 0,1-1 0,-1 1 0,0 0 1,1-1-1,-1 1 0,1 0 0,-1-1 0,1 1 0,-1 0 0,1 0 0,-1 0 1,1-1-1,0 1 0,19-2-1144,-12 2 274,41-6-5431,12 0-5283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2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9380,'0'0'11827,"10"31"-11387,39 102-290,-40-115-125,0 0 1,24 33 0,-29-46-156,0 1 0,0 0 0,0 0 0,-1 0 0,0 0 0,0 0 0,0 1 0,-1-1 0,0 1 0,0 0 0,-1-1 0,1 1 0,-2 0 0,1 11 0,-1-18 23,0 1 89,1-1 1,-1 0 0,0 1-1,0-1 1,0 1 0,0-1-1,0 0 1,0 1 0,0-1 0,0 0-1,0 1 1,0-1 0,0 0-1,0 1 1,0-1 0,-1 0 0,1 1-1,0-1 1,0 0 0,0 1-1,0-1 1,-1 0 0,1 1 0,0-1-1,0 0 1,0 0 0,-1 1-1,1-1 1,0 0 0,-1 0 0,1 0-1,0 1 1,0-1 0,-1 0-1,1 0 1,-1 0 0,23-3 302,32-19 82,61-22 296,-54 27-612,154-51-737,-203 64-221,0-1-1,-1-1 1,1 0-1,-1 0 1,-1-1-1,19-15 1,5-15-5011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3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7555,'0'0'10288,"3"22"-9432,18 136-285,-18-136-568,2 0-1,10 33 1,-9-43-117,-2-14-85,-1-20 59,-12-362 404,9 381-235,0-1 0,0 0 0,0 0 0,0 1 1,1-1-1,-1 0 0,1 0 0,0 1 0,0-1 1,0 1-1,1-1 0,-1 1 0,1 0 0,0-1 0,4-5 1,-5 9-28,-1 0 1,0-1-1,0 1 0,0 0 1,1 0-1,-1-1 1,0 1-1,0 0 1,0 0-1,1 0 1,-1-1-1,0 1 1,1 0-1,-1 0 1,0 0-1,0 0 1,1 0-1,-1-1 0,0 1 1,1 0-1,-1 0 1,0 0-1,1 0 1,-1 0-1,0 0 1,1 0-1,-1 0 1,0 0-1,1 0 1,-1 0-1,0 1 1,0-1-1,1 0 0,-1 0 1,0 0-1,1 0 1,-1 0-1,0 0 1,0 1-1,1-1 1,-1 0-1,0 0 1,0 1-1,1-1 1,-1 0-1,0 0 1,0 1-1,0-1 0,1 0 1,-1 0-1,0 1 1,0-1-1,0 0 1,0 1-1,0-1 1,0 1-1,5 21-15,-5-19 22,4 37 13,-3-22-16,1-1 0,1 1 0,0 0 0,1-1 0,1 0 0,11 28 0,-15-44-6,-1 0 1,0 0 0,1 0 0,-1 0 0,1 0-1,-1 0 1,1 0 0,0-1 0,-1 1-1,1 0 1,0 0 0,-1 0 0,1-1-1,0 1 1,0 0 0,0-1 0,0 1 0,0-1-1,0 1 1,0-1 0,0 1 0,0-1-1,0 1 1,0-1 0,0 0 0,0 0-1,0 0 1,0 0 0,0 1 0,0-1-1,0-1 1,0 1 0,0 0 0,1 0 0,-1 0-1,0 0 1,0-1 0,0 1 0,0-1-1,0 1 1,0-1 0,0 1 0,0-1-1,-1 1 1,1-1 0,1-1 0,2-2 6,0 1 1,0-1-1,-1 0 1,0-1 0,0 1-1,0 0 1,-1-1-1,3-5 1,0-1 91,-1-1 0,0 0 0,-1 0 0,0 0 0,-1 0 0,0-1 0,0-16 0,-3 29-87,0-1 0,1 1 0,-1 0 0,0-1-1,1 1 1,-1 0 0,0 0 0,0 0 0,1-1 0,-1 1 0,0 0-1,0 0 1,1 0 0,-1 0 0,0 0 0,0 0 0,1 0 0,-1 1-1,-1-1 1,0 0 2,-3 1-120,-1 1 1,1 0-1,0-1 0,0 2 1,0-1-1,0 0 0,0 1 0,1 0 1,-1 0-1,1 1 0,0-1 1,0 1-1,-7 7 0,-16 13-1824,21-19 558,-1-1-1,0 1 0,-13 5 1,-31 7-9222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3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6307,'0'0'10509,"24"32"-10269,75 108-107,-93-131-124,-1 0 1,0 0-1,-1 1 0,0 0 0,0 0 0,-1 0 0,-1 1 0,0-1 1,0 0-1,-1 1 0,0 20 0,0-4-1,2 27 16,-2-18 33,1-1 0,11 52-1,-8-74 224,-3-17 509,0-24 255,-4-69-482,0 19-410,11-109-1,-6 167-140,1 1 1,1 0 0,0 0-1,2 0 1,0 1-1,1 0 1,0 0 0,2 1-1,0 0 1,14-18-1,-17 26-4,0 1-1,1-1 1,0 1-1,0 1 1,1 0-1,0 0 0,0 0 1,1 1-1,-1 1 1,1-1-1,1 2 0,-1-1 1,1 1-1,-1 1 1,1 0-1,0 1 1,0 0-1,0 0 0,12 1 1,-19 1 2,1 0 0,-1 1 0,0-1 0,0 1 1,0 0-1,0 0 0,0 1 0,0-1 0,0 1 0,0 0 0,0 0 1,-1 0-1,7 5 0,-5-2 3,1 0-1,-1 1 1,0-1 0,0 1-1,0 1 1,-1-1 0,4 8 0,2 6 9,-1 1 1,-1 0 0,-1 1 0,5 26 0,-7-22-14,-1 0 1,-2 1-1,0-1 1,-3 31-1,1-54-8,0-1 0,-1 1 0,1 0-1,-1-1 1,0 1 0,0-1-1,0 1 1,0-1 0,0 0 0,-1 1-1,1-1 1,-1 0 0,1 0 0,-1 0-1,0 0 1,0 0 0,0 0-1,0-1 1,0 1 0,0-1 0,0 1-1,-1-1 1,1 0 0,-1 0 0,1 0-1,-1 0 1,-2 1 0,-10 2-23,0-1 1,0 0-1,-25 1 0,35-4 12,-53 4-891,-1-4 0,-72-7 1,-35-20-4203,164 26 5024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34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82 200 560,'0'0'20410,"0"-16"-19207,0 9-1140,0 1 1,0 0-1,1-1 1,0 1-1,0-1 0,0 1 1,1 0-1,4-12 1,-5 17-51,0-1 0,1 0 1,-1 1-1,0-1 0,1 1 0,-1 0 1,1 0-1,0-1 0,-1 1 0,1 0 1,0 0-1,0 0 0,3-1 0,32-5 167,472-33 1544,-194 19-604,-480 23-298,-140 33-755,53-3-33,234-30-119,43-4 14,-13 2 86,36-6 21,0-1 1,62-19-1,-7 2-36,-58 14 1,-11 2 3,0 2 0,43-3 1,-142 12-177,1 4 0,-91 20 1,-42 6-2644,55-23-2169,-10-9-5316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2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2417 45 7187,'0'0'13353,"-10"-7"-12398,-34-21 136,42 27-995,0 0 1,1 0-1,-1 0 0,0 0 0,0 0 0,0 0 0,0 1 1,1-1-1,-1 1 0,0-1 0,0 1 0,0 0 0,0 0 0,0 0 1,0 0-1,0 0 0,-3 1 0,-5 0 289,-7-1 52,-267 12 3419,-197 64-1834,-34 25-1158,163-34-475,214-42-185,76-14-165,-253 56 215,282-58-254,12-4 0,-1 2 0,-36 15 0,57-21 0,0 0 0,0 0 0,0 0 0,0 0 0,0 0 0,0 0 0,0 1 0,0-1 0,0 0 0,0 1 0,1-1 0,-1 1 0,0-1 0,1 1 0,0-1 0,-1 1 0,1-1 0,0 1 0,-1 1 0,0 34 0,1-29 0,0 29 0,-1-14 0,1-1 0,0 1 0,2-1 0,1 1 0,9 34 0,244 582 0,-164-415 0,-45-102 0,-38-103 0,18 28 0,-1-1 0,-26-45 0,1-1 0,0 1 0,-1-1 0,1 0 0,0 1 0,-1-1 0,1 0 0,0 1 0,-1-1 0,1 0 0,0 0 0,-1 0 0,1 1 0,0-1 0,0 0 0,-1 0 0,1 0 0,0 0 0,0-1 0,-1 1 0,1 0 0,1 0 0,0-1 0,28-1 0,-1-1 0,1-2 0,-1-1 0,46-15 0,-6 1 0,514-94 0,-33 9 0,-515 96 0,0-1 0,-1-1 0,0-3 0,-1 0 0,34-21 0,-56 29 0,-1-1 0,0 0 0,0-1 0,0 0 0,-1 0 0,0-1 0,-1-1 0,0 1 0,0-1 0,-1 0 0,0-1 0,-1 0 0,-1 0 0,1 0 0,-2-1 0,1 0 0,-2 0 0,4-15 0,-3-23 0,-2-95 0,-3 110 0,0 12 0,0 0 0,-2 0 0,0 1 0,-2-1 0,0 1 0,-10-24 0,14 43 0,0 0 1,-1 0-1,1 0 0,-1 0 0,1 1 1,-1-1-1,0 1 0,0-1 0,0 1 1,-1 0-1,1-1 0,0 1 0,-1 0 1,1 1-1,-4-3 0,4 3-1,0 1 0,0-1 0,-1 0 0,1 1 0,0-1 1,-1 1-1,1 0 0,0 0 0,-1 0 0,1 0 0,0 0 0,-1 0 0,1 0 0,0 1 0,-1 0 0,1-1 1,0 1-1,0 0 0,0 0 0,-1 0 0,-2 2 0,-7 6-206,1 1 0,0 0 1,-15 17-1,-54 65-4995,-5 20-6233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4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85 16600,'0'0'9209,"-7"6"-9025,4-3-150,0-1-1,0 1 1,1 0-1,-1 0 1,1 1-1,0-1 0,0 0 1,0 1-1,0 0 1,1-1-1,-1 1 1,0 5-1,0 0 31,1-1 1,0 0-1,0 0 0,1 1 0,1 13 0,5 12 136,0 0-1,15 42 1,0-1 30,-18-59-174,0-1 0,-1 1 0,0 21 0,-12-59 83,0-4-126,2-1 1,1 0-1,1 0 0,2-1 1,-2-28-1,4-144-15,3 108 39,-1 92-64,1 6-264,0-1 290,0 1-1,1-1 1,0 0-1,0 0 1,0 1-1,1-1 1,0 0-1,3 5 1,11 19 3,1 9-9,-1 0 0,-2 1 0,-2 0 0,-2 1 0,7 45 0,-16-48-507,-2-34-21,0-4 24,-1-20-69,1-56-207,1-92 616,-1 163 182,1 0 1,0 1-1,1-1 0,-1 0 0,3-5 0,-2 5 5,-1 5-24,0 1 1,0 0-1,0-1 1,0 1-1,1 0 1,-1 0-1,0 0 1,0-1-1,0 1 1,0 1-1,0-1 1,0 0-1,2 0 1,0 0-69,0 1-43,1-1 1,-1 0-1,0 1 1,0 0-1,0 0 1,0 0-1,0 0 1,0 0-1,-1 0 1,1 1-1,0 0 1,0-1-1,-1 1 1,4 3 0,-2-1-482,1 1 1,-1-1-1,0 1 1,-1 0-1,1 0 1,4 10-1,-6-12-577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5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59 285 12646,'0'0'10794,"1"34"-9871,6 110-264,-6-125-508,2-1-1,0 0 1,9 26-1,-1-2 129,-2 19 127,-3 1 0,-2 80 1,-5-142-398,0 0 0,0 0 0,0 0 0,0-1 0,-1 1 1,1 0-1,0-1 0,0 1 0,0 0 0,0-1 0,0 1 1,0-1-1,-1-1 0,-4-6 8,-1 0 0,2-1 0,-1 0 0,1-1 0,1 1 0,0-1 1,-4-12-1,6 17-13,-11-37 125,2 0-1,2 0 0,1-1 1,3 0-1,1 0 1,2 0-1,6-72 0,-4 113-115,0-1 0,0 1 0,1 0-1,-1-1 1,1 1 0,-1 0 0,1 0-1,0-1 1,0 1 0,0 0 0,0 0-1,0 0 1,0 0 0,0 0 0,1 0-1,-1 0 1,1 1 0,-1-1 0,1 1-1,0-1 1,0 1 0,3-3 0,0 2-2,0 1 1,0-1 0,0 1 0,-1 0-1,1 0 1,1 0 0,-1 1 0,0 0-1,8 1 1,-7-1-10,-1 1-1,0 0 1,0 0-1,0 0 0,0 1 1,0 0-1,-1 0 1,1 0-1,0 0 1,-1 1-1,1 0 0,4 4 1,5 5 4,0 0 0,13 18 0,-15-17 3,83 97-6,42 43-78,-136-152 74,0 0 1,0 0-1,0 0 1,0 0 0,0 0-1,0-1 1,0 1-1,1 0 1,-1 0 0,0-1-1,0 1 1,1-1-1,-1 1 1,3-1 0,-3 0 1,0 0 0,-1 0 0,1 0 1,0-1-1,0 1 0,-1 0 0,1-1 1,0 1-1,-1-1 0,1 1 1,0-1-1,-1 1 0,1-1 0,-1 1 1,1-1-1,-1 0 0,1 1 0,-1-1 1,1 0-1,-1 1 0,0-1 0,1 0 1,-1 0-1,0 1 0,0-1 1,1 0-1,-1 0 0,0 1 0,0-2 1,6-33 32,-1 0 1,-2 0-1,-2-63 1,-1 62-16,-3-15 34,-17-92 0,-2-17 73,21 154-168,0-16-163,1 21 97,0 0-1,0 0 0,0 0 0,1 0 0,-1 1 0,0-1 1,0 0-1,1 0 0,-1 0 0,0 0 0,1 1 0,-1-1 0,1 0 1,-1 0-1,1 1 0,-1-1 0,1 0 0,-1 1 0,1-1 1,0 1-1,0-1 0,9-3-1937,0 2 0,0 0 0,1 0 0,14-1 0,-22 3 1164,44-4-11596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5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10325,'0'0'12728,"3"30"-11453,1 11-979,2 17 42,15 60 0,1-31-197,-12-53-95,-2 1 1,5 43-1,-13-65-46,-3-12 9,-4-8 11,2-1-11,0 0 0,1-1 0,0 1-1,0-1 1,1 0 0,0 0 0,1 0 0,-1-1 0,0-14 0,-2-95-25,5 105 20,0-17 17,-1-11-19,10-79-1,-6 107 17,-1 1 0,2 0 0,0 0 1,0 0-1,1 0 0,1 1 0,0 0 1,1 0-1,0 0 0,9-11 1,-13 20 17,-1 0 0,1 0 0,0 0 0,0 0 0,0 0 0,0 1 0,0-1 0,1 1 0,-1 0 0,1 0 0,-1 0 0,1 1 0,0-1 0,0 1 1,0 0-1,0 0 0,0 0 0,0 0 0,0 1 0,0 0 0,0 0 0,0 0 0,0 0 0,4 1 0,-6-1-31,0 1 0,0-1 0,0 1 0,0-1 0,0 1-1,0 0 1,0-1 0,0 1 0,0 0 0,-1 0 0,1 1 0,0-1-1,-1 0 1,1 1 0,-1-1 0,3 3 0,-1 1-2,1 0 0,-1 0-1,0 0 1,-1 0 0,1 0 0,1 6 0,1 5 6,-1 0 0,0 1 0,1 25 0,-4 34-4,-1-76-11,0 1 0,0 0 0,0 0 0,0-1 0,0 1 0,-1 0-1,1-1 1,0 1 0,-1 0 0,1 0 0,0-1 0,-1 1 0,1-1-1,-1 1 1,1 0 0,-1-1 0,1 1 0,-1-1 0,1 1 0,-1-1-1,1 1 1,-1-1 0,0 0 0,1 1 0,-2-1 0,-24 6-475,17-6-3,0 0 0,-1 0-1,-16-4 1,23 3 38,1 0 0,-1 0 1,1 0-1,0 0 0,-1 0 0,1 0 0,0 0 0,-4-3 1,-11-19-7004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1 1 18937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18937,'26'-3'733,"0"2"1,38 3 0,-63-2-698,-1 0 1,1 0-1,0 0 1,-1 1 0,1-1-1,0 0 1,-1 0-1,1 1 1,0-1-1,-1 0 1,1 1 0,0-1-1,-1 0 1,1 1-1,-1-1 1,1 1 0,-1-1-1,1 1 1,-1-1-1,1 1 1,-1 0-1,1-1 1,-1 1 0,0-1-1,1 2 1,-3 19 843,0-14-705,-21 153 2356,5-34-1874,6-70-542,8-40-68,0 0-1,2 0 1,-2 28 0,4-43-46,0-1 0,0 0 1,0 0-1,0 1 0,0-1 1,0 0-1,0 1 0,0-1 1,0 0-1,1 1 1,-1-1-1,0 0 0,0 0 1,0 1-1,0-1 0,0 0 1,0 0-1,1 1 1,-1-1-1,0 0 0,0 0 1,0 0-1,1 1 0,-1-1 1,0 0-1,0 0 0,0 0 1,1 1-1,-1-1 1,0 0-1,1 0 0,-1 0 1,0 0-1,0 0 0,1 0 1,-1 0-1,0 0 0,1 0 1,9 2 109,0-1 1,0 0-1,0-1 1,0 0-1,0-1 0,0 0 1,0 0-1,0-1 1,11-4-1,92-35 976,-81 27-943,25-8 93,172-77 292,-222 96-595,0-1 0,0 0 0,-1 0 0,1-1 0,-1 0 0,0 0 0,0 0 0,8-10 1,-12 11-301,1 0 0,-1 1 1,0-1-1,0 0 1,-1-1-1,3-5 1,-3 3-874,1 1 0,-1 0 1,-1-1-1,0-11 0,-2-29-10713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6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58 519 15175,'0'0'5595,"7"31"-3549,29 101-643,-33-125-1325,0 0-1,1 0 0,-1-1 1,1 1-1,1-1 1,-1 0-1,1 0 0,0 0 1,0-1-1,1 1 1,-1-1-1,9 5 1,-1 0 6,5 3-33,-17-14 26,-2-4-36,-7-10 14,-9-11-61,2-1 0,1 0 0,1-1-1,1 0 1,-13-52 0,17 33 4,3 1 1,2-1-1,1 0 1,9-76-1,-6 109 7,2 1 0,-1-1 0,2 1 1,0-1-1,0 1 0,1 0 0,1 1 0,0-1 0,1 1 0,13-18 1,-15 23 17,1 1 0,0-1 0,0 1 0,1 0 0,0 1 0,0 0 0,0 0 0,0 0 0,1 1 0,0 0 0,0 0 0,0 1 0,0 0 0,1 1 0,-1 0 0,1 0 0,0 1 0,8-1 0,-5 1 33,1 1 1,-1 0 0,0 1 0,21 4-1,-27-4-43,0 1 0,0 0 0,-1 0 0,1 1 0,-1 0 1,0 0-1,0 0 0,0 0 0,0 1 0,-1 0 0,8 7 0,-4-2-8,0 0 0,-1 1 0,0 0 0,0 0 1,-1 1-1,0 0 0,-1 0 0,-1 0 0,1 1 0,-2-1 1,0 1-1,0 0 0,-1 0 0,0 0 0,-1 16 0,-1-24-5,0 0-1,-1 0 0,1 1 0,-1-1 1,0 0-1,0 0 0,-1 0 0,1 0 1,-1 0-1,0 0 0,0 0 0,0-1 1,-1 1-1,1-1 0,-1 1 0,0-1 1,0 0-1,0 0 0,0 0 0,-1 0 1,1-1-1,-1 0 0,-5 4 0,-6 1-80,0 0-1,0-1 0,-1-1 0,-30 6 1,10-4-878,0-2 1,-59 1-1,-15-10-4753,26-9-4224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6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0 16664,'0'0'8211,"-182"134"-7010,134-95-433,2 9-111,-11-2-241,-4 2 80,7-5-144,5-13-32,19-12-144,15-6-96,9-9-80,6-30-7523,0-6-5635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1993 192 2337,'0'0'12486,"18"-26"-9549,52-81-586,-51 72-759,-19 34-1508,0 0 0,0 1-1,1-1 1,-1 1-1,0-1 1,0 1 0,0-1-1,0 1 1,0-1-1,0 0 1,0 1 0,0-1-1,0 1 1,0-1-1,-1 1 1,1-1 0,0 0-1,0 1 1,-1-1 0,0-2 466,1 2-502,0 1 0,-1 0 1,1-1-1,0 1 0,0-1 0,-1 1 1,1 0-1,0-1 0,-1 1 1,1 0-1,0 0 0,-1-1 1,1 1-1,0 0 0,-1 0 1,1-1-1,-1 1 0,1 0 0,-1 0 1,1 0-1,0 0 0,-1 0 1,1 0-1,-1 0 0,1 0 1,-1 0-1,0 0 0,-30-3 934,-58 4-1,41 0-447,18 1-238,0 1 0,0 1 0,-30 9 0,-91 31 511,138-40-749,-360 133 1069,199-69-890,-115 47-41,-47 17 13,250-100-152,-136 46 73,113-45-66,108-33-61,0 0-1,0 1 1,0-1 0,0 1 0,1-1 0,-1 0-1,0 1 1,0-1 0,1 1 0,-1-1 0,0 1-1,1 0 1,-1-1 0,1 1 0,-1 0-1,1-1 1,-1 1 0,1 0 0,-1 0 0,1 0-1,0-1 1,-1 1 0,1 0 0,0 0-1,0 0 1,-1 1 0,2 27-23,-1-12 34,3 7 80,0 0 1,1 0-1,1 0 0,1-1 0,17 41 1,-8-22 6,89 328 27,-25 6-71,-64-298-55,-11-50-2,-4-28 0,0 1 0,0-1 0,0 0 0,0 1 0,0-1 0,0 0 0,1 1 0,-1-1 0,0 0 0,0 1 0,0-1 0,1 0 0,-1 1 0,0-1 0,0 0 0,1 0 0,-1 1 0,0-1 0,0 0 0,1 0 0,-1 1 0,0-1 0,1 0 0,-1 0 0,0 0 0,1 0 0,-1 0 0,1 0 0,-1 0 0,0 1 0,1-1 0,-1 0 0,0 0 0,1 0 0,-1 0 0,1-1 0,-1 1 0,0 0 0,1 0 0,-1 0 0,0 0 0,1 0 0,-1 0 0,0 0 0,1-1 0,1 1 0,6-2 0,0 0 0,0 0 0,0-1 0,-1 0 0,1 0 0,-1-1 0,7-5 0,14-5 0,86-36 0,168-50 0,-145 54 0,622-208 0,-735 246 0,44-14 0,87-41 0,-138 55 0,0-1 0,0 0 0,-1-2 0,-1 0 0,0-1 0,0 0 0,-1-1 0,-1-1 0,0 0 0,11-16 0,-18 21 0,-1 0 0,-1-1 0,1 1 0,-2-1 0,1 1 0,-1-1 0,-1 0 0,2-11 0,-1-8 0,-1-43 0,-2 64 0,-1-13 0,0 1 0,-2-1 0,0 1 0,-1-1 0,-1 1 0,-1 1 0,-1-1 0,-15-29 0,11 27 0,-2 1 0,-1 0 0,0 0 0,-2 1 0,0 1 0,-34-31 0,41 43-207,1 0 0,-2 1 0,1 0 0,-1 0 0,0 1 0,0 0 0,0 1 0,-17-5 0,5 4-1162,-1 1 0,1 1 0,-32-1 0,-62 2-7828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142 194 20361,'0'0'5888,"36"-11"-4845,290-67-90,-144 43-559,56-9 453,-106 20-68,-129 23 89,-12 0-629,-27 3-114,-80 14 32,-156 41 0,124-23-116,23-8-15,-140 34 105,197-42-128,50-12-22,18-6 19,0 0 0,0 0 0,0 0-1,0 0 1,0 0 0,0 0 0,0 0 0,0 0 0,0 0-1,0 0 1,0 0 0,0 0 0,0 0 0,0 0-1,0 1 1,0-1 0,0 0 0,0 0 0,0 0 0,0 0-1,0 0 1,0 0 0,0 0 0,0 0 0,0 0 0,0 0-1,0 0 1,0 0 0,0 0 0,0 0 0,0 1 0,0-1-1,0 0 1,0 0 0,0 0 0,0 0 0,0 0 0,0 0-1,0 0 1,0 0 0,0 0 0,0 0 0,0 0 0,0 0-1,0 0 1,-1 0 0,1 0 0,0 0 0,0 0-1,0 0 1,0 0 0,0 0 0,0 0 0,0 0 0,23 0-8,-15 0 4,76 0 129,166-24 1,336-60 399,-555 79-508,-61 6-140,2-1-179,4 0-410,-27 0-1049,17 0-3788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2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7315,'0'0'19017,"-6"164"-18265,12-71-319,9-8-161,0-3-208,-6-9-16,-2-4-48,-7-8-272,0-1-1217,0-5-2241,-37-10-4786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0 403 13110,'0'0'8564,"176"-160"-7332,-64 105 273,6 4-1265,-9 8-240,-21 10-48,-28 6-464,-27 3-544,-17 21-577,-16-3-1072,-37 6-7700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3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42 676 14967,'0'0'5490,"-42"-170"-2720,94 98-1522,26 2-736,16 4-63,15-4-193,3 9-256,-6 10 0,-12-1-448,-10 25-1793,-8 0-3202,-6 18-11365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7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1300 19 4770,'0'0'11734,"-17"-3"-10259,-22-3 274,-71-3 0,96 10-1382,-1 0 0,1 1 0,-1 1 1,1 0-1,0 1 0,-23 9 1,-83 45 901,68-30-825,-205 115 962,217-117-1106,2 2 0,0 2 0,2 1-1,-38 44 1,36-30 69,3 2 0,-52 91 0,-36 115 251,108-218-541,2 1 0,2 1-1,1 0 1,2 1 0,1-1 0,3 1 0,0 1 0,3-1 0,4 51 0,-1-73-22,1 1 0,0-1-1,2 0 1,0 0 0,0-1 0,2 1-1,12 23 1,72 99 467,-63-97-421,7 7 40,80 88-1,-99-120-120,1 0 0,1 0 0,1-2 0,0 0 0,1-1 0,0-1 0,0-1 0,23 8 0,-19-11-17,-1-2 0,0-1 0,1-1 0,32 2 1,100-4-9,-86-3 1,-23 1 2,11 1 0,0-2 0,1-3 0,72-14 0,-84 7 0,0-2 0,0-2 0,86-40 0,-115 45 0,0 0 0,-1-1 0,-1 0 0,0-2 0,0 0 0,-1 0 0,-1-2 0,0 0 0,-1 0 0,0-1 0,-2-1 0,15-25 0,-15 17 0,-1-1 0,-2 1 0,0-2 0,-1 1 0,-2-1 0,3-33 0,-1-168 0,-7 186 0,-1-23 0,-3 0 0,-3 0 0,-2 0 0,-25-87 0,29 135 0,-15-54 0,-47-112 0,59 164 0,-1 0 0,-2 1 0,1 0 0,-2 0 0,-1 1 0,0 1 0,-1 0 0,0 1 0,-2 1 0,-27-21 0,33 28 0,-1 1 0,0 1 0,-1 0 0,1 0 0,-1 1 0,0 0 0,0 1 0,-17-2 0,-10 2 0,-53 0 0,81 3 0,-18 0-76,0 1 0,0 1 0,1 2 0,-1 0 0,1 2 0,0 1 0,0 2 0,1 0 0,-44 23 0,33-10-1853,1 2 1,2 1 0,-65 60 0,13 3-8664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9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17032,'0'0'4282,"-10"30"-2631,0-3-1325,2-6-182,0 1 0,2 0 0,0 0 0,2 0 0,0 1 0,2-1 0,0 26 0,2 491 2113,0-538-2253,0-1 0,0 1 1,0-1-1,0 0 0,0 1 0,0-1 0,1 0 0,-1 1 0,0-1 0,0 1 0,0-1 0,1 0 1,-1 0-1,0 1 0,1-1 0,-1 0 0,0 1 0,0-1 0,1 0 0,-1 0 0,0 0 0,1 1 1,-1-1-1,1 0 0,-1 0 0,0 0 0,1 0 0,-1 0 0,0 0 0,1 0 0,-1 0 0,1 0 1,-1 0-1,0 0 0,1 0 0,-1 0 0,1 0 0,-1 0 0,0 0 0,1 0 0,-1 0 0,0 0 1,1-1-1,5 1 42,53 0 599,-1-2-1,103-17 1,-158 18-637,112-23 318,178-61-1,-283 81-346,-1 0 0,0-1-1,-1 0 1,1-1 0,-1 0-1,0 0 1,0 0-1,9-11 1,2-5-2481,24-38 0,-22 29-2200,10-11-7268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9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165 240 18376,'0'0'5715,"-26"19"-5381,-6 6-240,-40 39 1,68-60-85,1 0 0,0 0 1,-1 0-1,2 1 0,-1 0 1,0-1-1,1 1 0,0 0 0,0 0 1,0 1-1,1-1 0,0 0 0,0 0 1,0 1-1,1-1 0,-1 0 1,1 1-1,1 7 0,0 5 40,-2-11-29,1 0 0,0 0 0,0 0 0,1 0 0,0 0-1,3 11 1,-3-16-17,0 0-1,0 0 1,0 0-1,1 0 0,-1 0 1,0 0-1,1 0 1,0 0-1,-1-1 1,1 1-1,0-1 0,0 1 1,0-1-1,0 0 1,0 0-1,0 0 1,0 0-1,0 0 1,0 0-1,1-1 0,3 2 1,8 0 3,0 0 0,0-1 0,28-2 1,-13 1 8,-22 0-10,0 0 0,-1 0 0,1-1-1,0 0 1,0 0 0,0-1 0,0 1-1,-1-1 1,1-1 0,-1 1 0,1-1 0,-1-1-1,0 1 1,0-1 0,0 0 0,-1 0-1,1-1 1,-1 1 0,0-1 0,-1 0 0,1-1-1,-1 1 1,6-10 0,-6 7 11,0 0 1,0 0-1,0 0 0,-1 0 1,-1-1-1,1 1 0,1-14 1,-2-2 160,0-36 1,-2 49-83,-1 0 0,-1 0 0,1 0 0,-2 0 0,0 0 0,0 0 0,-1 1 0,0-1 1,-1 1-1,0 0 0,0 0 0,-1 1 0,-1 0 0,1 0 0,-2 0 0,1 1 0,-14-12 0,19 18-162,-4-4 88,0 1 0,0-1 0,1 0 0,0-1 0,-5-8 0,8 13-192,1 0 0,1-1 0,-1 1 0,0 0 0,0 0 1,1 0-1,0-1 0,-1 1 0,1 0 0,0-4 0,0 4-219,0 0-1,1 0 0,-1 0 1,1 0-1,0 0 1,-1 0-1,1 0 1,0 0-1,0 0 1,0 0-1,1 0 0,-1 1 1,2-3-1,28-20-8206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4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15559,'0'0'6504,"0"26"-5295,3 90-371,-2-108-779,0 0 1,1 0 0,1 0 0,-1 0 0,1 0-1,0-1 1,1 0 0,-1 1 0,2-1-1,-1-1 1,1 1 0,0-1 0,10 11-1,-7-8 6,50 53 503,-51-56-499,-1 0 0,1-1 0,0 0 1,0 0-1,1 0 0,-1-1 0,11 4 0,-17-8-53,-1 1 0,1-1 0,0 0 0,-1 1 0,1-1 0,0 0 1,0 0-1,-1 0 0,1 0 0,0 0 0,-1 0 0,1 0 0,0 0 0,0 0 0,-1 0 0,1 0 0,0 0 1,0 0-1,-1 0 0,1-1 0,0 1 0,-1 0 0,1-1 0,0 1 0,-1 0 0,1-1 0,0 1 0,-1-1 1,1 1-1,-1-1 0,1 1 0,0-2 0,0 0 57,0-1 0,0 0-1,0 1 1,-1-1 0,1 0 0,-1 1 0,0-5 0,1-1-51,4-288 1664,-7 174-1296,2 31-710,0 90 192,0 1 0,0 0 1,0-1-1,0 1 0,0 0 0,0-1 0,0 1 1,0 0-1,-1-1 0,1 1 0,1 0 0,-1-1 1,0 1-1,0 0 0,0 0 0,0-1 0,0 1 1,0 0-1,0-1 0,0 1 0,0 0 0,1-1 1,-1 1-1,0 0 0,0 0 0,0-1 0,1 1 1,-1 0-1,0 0 0,0-1 0,1 1 0,-1 0 1,0 0-1,0 0 0,1 0 0,-1-1 0,0 1 1,1 0-1,-1 0 0,0 0 0,0 0 0,1 0 1,-1 0-1,0 0 0,1 0 0,-1 0 1,0 0-1,1 0 0,-1 0 0,1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7:58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2607 47 14727,'0'0'5338,"-29"-5"-4169,-93-13-524,-16 9 740,61 6-454,-490-8 3428,502 17-4161,0 3-1,0 2 1,1 4-1,0 2 1,1 3-1,2 3 0,-68 35 1,84-36-109,-161 85 195,-23 16-45,-94 56 365,308-168-566,1 0-1,0 0 1,0 2-1,1-1 1,1 2-1,1-1 1,-1 2-1,2 0 1,-15 26-1,0 11 146,-31 93 0,19-44-6,29-80-158,1 0 0,2 0 0,0 0 0,0 0 0,2 1 0,1 0 0,1 25 0,0-23 45,4 50 89,-2-66-138,0-1-1,1 1 1,0 0 0,0-1-1,1 1 1,0-1-1,5 10 1,10 12-12,2-2 0,0 0 1,2-1-1,34 32 0,109 82-6,-129-111 3,5 1 0,1-2 0,1-1 0,82 37 0,-62-38 0,1-2 0,88 20 0,-85-31 0,0-2 0,70 1 0,140-7 0,-241-5 0,36 1 0,0-4 0,0-2 0,103-22 0,-104 9 0,130-50 0,-172 55 0,-1-1 0,0-1 0,-2-1 0,0-2 0,0 0 0,-2-2 0,25-24 0,-25 16 0,-1 0 0,-1-1 0,-2-2 0,-1 0 0,-1-1 0,-2 0 0,-1-2 0,11-36 0,-1-15 0,-3 0 0,11-102 0,-16 55 0,-6-1 0,-8-148 0,-3 266 0,-2-1 0,0 0 0,-1 1 0,0-1 0,-1 1 0,-1 0 0,0 0 0,-1 1 0,-1-1 0,0 1 0,-1 1 0,0-1 0,-1 1 0,-1 1 0,0 0 0,-1 0 0,0 1 0,0 0 0,-2 1 0,1 0 0,-16-8 0,-1 1-6,-1 1-1,-1 2 1,0 1-1,-1 1 1,0 2-1,-1 2 1,0 0-1,-36-2 1,-16 2-260,1 3 0,-91 8 0,102 2-2035,0 4 0,-133 34 1,15 9-5421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0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6979,'0'0'15749,"-11"29"-14978,6-18-708,-5 13 23,0 2 0,2-1 1,1 1-1,1 1 0,1-1 0,1 1 0,1 27 0,13 246 237,-5-119-346,-5-141-189,0-39 131,-1-1 1,1 1-1,0-1 0,0 0 1,0 1-1,0-1 0,0 1 0,0-1 1,0 1-1,0-1 0,0 1 1,0-1-1,1 1 0,-1-1 0,0 0 1,0 1-1,0-1 0,0 1 0,1-1 1,-1 0-1,0 1 0,0-1 1,1 1-1,-1-1 0,0 0 0,1 1 1,-1-1-1,0 0 0,1 0 1,-1 1-1,1-1 0,-1 0 0,0 0 1,1 1-1,0-2-94,0 1 1,0 0-1,0-1 0,0 1 1,0-1-1,0 1 0,0-1 1,0 0-1,0 1 0,0-1 1,-1 0-1,1 0 0,0 1 1,0-1-1,-1 0 0,2-2 0,23-44-4827,9-19-2409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0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25 364 13590,'0'0'9127,"-4"24"-8513,-12 76-369,14-85-222,0-1 1,1 1-1,2 17 0,-1-10-60,1-21 33,-1-1 0,0 1-1,1 0 1,-1-1 0,1 1-1,-1-1 1,1 1 0,0-1 0,-1 1-1,1-1 1,0 1 0,-1-1-1,1 1 1,0-1 0,-1 0 0,1 1-1,0-1 1,0 0 0,-1 0-1,1 0 1,0 1 0,0-1-1,0 0 1,-1 0 0,1 0 0,0 0-1,0 0 1,0-1 0,-1 1-1,3 0 1,25-4-58,-23 2 57,0 0 0,0-1 0,0 1 0,0-1 0,-1 0 0,0 0 0,1 0 0,-1-1 0,0 0 0,0 0 0,-1 0 0,1 0 0,-1 0 0,3-6 0,4-7 12,0 0 1,9-26-1,-17 38-6,-2 3 39,1 1 0,-1 0 0,0 0 0,1 0 0,-1 0 0,1-1 0,0 1 1,-1 0-1,1 0 0,0 0 0,-1 0 0,1 0 0,0 1 0,0-1 0,1-1 0,0 2-26,0 0 0,0 0 0,0 0 0,0 0 0,0 1 0,0-1 1,0 1-1,0-1 0,-1 1 0,1 0 0,3 2 0,5 0-153,0 0-1,0-1 1,1 0 0,-1-1-1,1 0 1,-1 0 0,1-1-1,17-2 1,-26 1-133,0 0-1,0 1 1,0-1 0,0 0-1,0 0 1,0 0-1,0 0 1,-1-1 0,1 1-1,0 0 1,-1-1-1,1 1 1,-1-1 0,1 0-1,-1 1 1,0-1-1,0 0 1,0 0 0,0 0-1,0 0 1,1-3-1,3-7-1756,-1-1 0,3-16 1,-4 15 410,-1 9 1225,0-6 149,1-1-1,1 1 1,0 0-1,11-19 1,-14 27 605,1 0 1,0 0-1,0 1 0,1-1 1,-1 1-1,1 0 1,-1-1-1,1 1 0,3-2 1,-3 3 209,-1-1 1,1 1-1,0 0 1,0 0-1,0 1 1,0-1-1,-1 1 1,1-1 0,0 1-1,0 0 1,0 0-1,4 0 1,-5 1-428,1-1 0,-1 1 0,0 0 0,1 0 1,-1 0-1,0 0 0,0 1 0,0-1 0,1 0 1,-1 1-1,-1-1 0,1 1 0,0 0 0,0 0 1,-1 0-1,3 3 0,25 42 1165,-14-21-897,9 5 50,-19-25-406,1 1 0,-1 0 0,0 0 0,0 1 0,5 13 0,-9-15-124,-9-12 58,3-1 25,0 0 0,1-1 0,0 0-1,0 0 1,0 0 0,1 0-1,0 0 1,-2-12 0,2 2 5,0-1-1,1 1 1,1-21-1,1 37-15,0-1-1,0 0 1,0 0-1,0 0 1,1 1 0,-1-1-1,1 0 1,0 0-1,0 1 1,0-1-1,0 0 1,0 1-1,0-1 1,3-3-1,-2 5 3,0-1-1,0 1 1,0-1-1,0 1 1,0 0-1,0 0 1,0 0-1,0 0 1,0 0-1,1 0 1,-1 1-1,0-1 1,1 1-1,-1-1 1,0 1-1,1 0 1,3 0-1,13 1 14,-1 0 0,0 1 0,0 0 1,0 2-1,0 0 0,24 10 0,-10-3-340,-1 0 1,2-2-1,-1-2 1,1-1-1,0-1 1,39 0-1,-67-5 20,1 0 0,-1-1 0,0 1 0,1-1 0,-1 0 1,0-1-1,0 1 0,0-1 0,0 0 0,0 0 0,0-1 0,-1 0 0,1 1 0,-1-2 0,1 1 1,3-4-1,-3 2 133,-1-1 1,1 1 0,-1-1-1,0 0 1,-1 0 0,1 0-1,-1-1 1,-1 1 0,1-1-1,-1 0 1,3-13 0,-3 4 987,0 1 1,-1-1 0,0 0-1,-4-26 1,3 40-562,0 0 0,-1-1 0,1 1 0,-1 0 0,0 0 0,0-1 0,0 1 0,0 0 0,0 0 0,0 0 0,0 0 0,0 1 0,-1-1 0,1 0 0,-1 0 0,0 1 0,1-1 0,-1 1 0,0 0 0,0-1 1,-2 0-1,1 0 140,3 2-384,0 0 0,0 0 0,0 0 0,-1 0 0,1 0 0,0 0 0,0 0 0,0 0 0,0 0 0,-1 0 0,1 0 0,0 0 0,0 1 0,0-1 0,0 0 0,0 0 0,-1 0 0,1 0 0,0 0 0,0 0 0,0 0 0,0 0 0,0 0 0,0 0 0,0 1 0,-1-1 0,1 0 0,0 0 0,0 0 0,0 0 0,0 0 0,0 0 0,0 1 0,0-1 0,0 0 0,0 0 0,0 0 0,0 0 0,0 0 0,0 1 0,0-1 0,0 0 0,0 0 0,0 0 0,0 0 0,0 1 0,0-1 0,0 0 0,0 0 0,1 13-19,0-1 0,1 0 0,0 0 0,1 0 0,0 0 0,1 0 0,0-1-1,1 0 1,0 1 0,11 15 0,-2 1 8,0 0 0,-2 1 0,-1 1 0,-1 0 0,-2 0 0,-1 0 0,-2 1 0,0 1 0,-1 55 0,-4-61-26,1-7 4,0 0 1,-2 0-1,0 0 1,-2-1-1,0 1 0,-1 0 1,-7 21-1,9-35-24,-4 9 54,0 0 0,-1 0 0,-16 24 0,21-35-37,-1 0 0,1 0 0,-1 0 0,1-1 0,-1 0 0,0 1 0,0-1 0,0 0 0,-6 3-1,7-4-27,0-1 0,0 1 0,0-1-1,0 1 1,0-1 0,0 0 0,0 0-1,0 0 1,0 0 0,0 0 0,0 0 0,0 0-1,-1-1 1,1 1 0,0-1 0,0 0-1,1 1 1,-4-3 0,3 2-41,0 0 1,0-1-1,0 1 1,0-1-1,1 1 1,-1-1-1,1 0 1,-1 0-1,1 1 1,-1-1-1,1 0 0,0-1 1,0 1-1,-1-2 1,-9-36-1466,6 11-934,2-1-1,1-52 1,2-2-4020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1 215 12886,'0'0'9908,"5"26"-9123,18 84-420,-19-97-329,0 1 0,0-1 0,1-1 0,9 18 0,-10-24-27,0 0 0,1 0 0,-1-1 0,1 1 0,0-1 0,11 9 0,-13-12-13,-1 0-1,1 0 1,0-1-1,0 1 1,0-1-1,-1 1 1,1-1 0,0 0-1,1 0 1,-1-1-1,0 1 1,0-1-1,0 1 1,0-1-1,0 0 1,1 0-1,-1-1 1,0 1 0,0 0-1,0-1 1,0 0-1,0 0 1,0 0-1,0 0 1,0 0-1,0-1 1,0 1 0,-1-1-1,1 0 1,0 0-1,-1 0 1,0 0-1,1 0 1,-1 0-1,3-5 1,3-7 2,-1 1-1,0-1 1,-1-1 0,-1 1 0,6-24-1,-6 21 27,0 1-1,1-1 1,16-30-1,-22 47-18,0-1 1,0 1-1,0 0 1,0-1-1,1 1 0,-1 0 1,0 0-1,0 0 1,0-1-1,1 1 0,-1 0 1,0 0-1,0 0 1,1-1-1,-1 1 0,0 0 1,0 0-1,1 0 0,-1 0 1,0 0-1,1 0 1,-1 0-1,0-1 0,1 1 1,-1 0-1,0 0 1,1 0-1,-1 0 0,0 0 1,0 1-1,1-1 1,-1 0-1,0 0 0,1 0 1,-1 0-1,0 0 1,1 0-1,-1 0 0,0 1 1,0-1-1,1 0 1,-1 0-1,0 0 0,0 1 1,1-1-1,-1 0 0,0 0 1,0 0-1,0 1 1,0-1-1,1 1 0,10 16-3,-10-14 28,3 3-83,0 0 1,0-1-1,0 0 0,1 1 1,0-1-1,0-1 0,0 1 1,1-1-1,-1 0 0,1 0 1,0-1-1,0 1 0,0-1 1,1-1-1,-1 1 0,1-1 0,-1 0 1,1-1-1,0 1 0,0-1 1,0-1-1,0 1 0,-1-1 1,1-1-1,0 1 0,0-1 1,8-2-1,-10 2-230,0-1 0,-1 1-1,0-1 1,1-1 0,-1 1 0,0 0 0,0-1 0,0 0-1,0 0 1,0 0 0,-1 0 0,0-1 0,5-5 0,5-8-1003,18-31 0,-24 35 1035,3-3 96,92-163 723,-97 172-32,0-8 1850,-19 14 543,6 2-2853,0 0 1,1 1-1,-1 0 1,0 0-1,1 0 1,-1 1-1,1 0 1,0 1-1,0 0 1,0 0-1,0 0 0,-11 10 1,14-11-62,1 0 0,-1 0 0,1 0 0,0 1 0,0-1 0,0 1 0,0 0 0,0-1 0,1 1 0,0 1 0,0-1 0,0 0 0,0 0 0,1 1 0,-1-1 0,1 1 0,0-1 0,1 1 0,-1 0 0,1-1 0,0 1 0,0 0 0,0-1 0,1 6 0,0-8-29,0 0 0,0-1 0,0 1 0,0-1-1,0 1 1,0-1 0,0 1 0,0-1 0,1 1 0,-1-1 0,1 0 0,-1 0 0,1 0 0,-1 0 0,1 0 0,0 0 0,-1 0 0,1 0 0,0-1 0,3 2 0,41 7-219,-35-8 168,-6 0 28,13 1-97,0 1 1,35 11-1,-47-12 134,0 1 0,0 0-1,-1 0 1,1 1 0,-1-1 0,1 1 0,-1 0 0,0 1 0,-1-1-1,1 1 1,7 10 0,-6-5 9,0 1-1,-1 0 1,0 0-1,-1 0 1,5 18-1,-7-19 18,1 0 0,0 0 0,1-1 0,0 1 0,1-1 0,0 0 0,0 0 0,7 8 1,-10-15-14,1 1 0,0-1 1,-1 0-1,1 0 0,0-1 1,0 1-1,0-1 0,0 1 1,0-1-1,1 0 1,-1 0-1,0 0 0,7 0 1,-6 0 9,-2-1-11,-1 0 1,1 0-1,-1 0 0,1 0 0,-1 0 0,1-1 0,-1 1 0,0 0 0,1-1 0,-1 1 0,1-1 1,-1 1-1,0-1 0,0 0 0,1 1 0,-1-1 0,0 0 0,0 0 0,0 0 0,0 0 0,1-1 1,21-29-67,-15 20 71,33-40-282,3 2 1,64-57 0,-70 70-58,39-30-240,6-7 411,-79 69 168,-1 2 11,0-1-1,-1 0 1,1 1 0,-1-1-1,1 0 1,-1-1 0,0 1-1,0 0 1,2-7 0,-4 10-9,0 0 0,0 0 0,0-1 1,1 1-1,-1 0 0,0 0 0,0 0 1,0 0-1,0-1 0,0 1 0,0 0 1,0 0-1,0 0 0,0-1 0,0 1 1,0 0-1,0 0 0,0 0 0,0 0 1,0-1-1,0 1 0,0 0 0,0 0 1,-1 0-1,1-1 0,0 1 0,0 0 1,0 0-1,0 0 0,0 0 0,0 0 1,0-1-1,-1 1 0,1 0 0,0 0 0,0 0 1,0 0-1,-10-1 478,5 1-378,-5 0-84,0 1-1,0 0 1,1 1-1,-1 0 1,0 0-1,0 1 1,1 0-1,0 1 1,-1 0 0,2 1-1,-1-1 1,0 2-1,1-1 1,0 1-1,0 1 1,1-1 0,-1 1-1,2 0 1,-1 1-1,1 0 1,-8 13-1,11-16-15,0 1-1,1-1 0,0 1 0,0 0 0,1 0 1,-1 0-1,0 9 0,2-13-21,0 0 0,0 0 0,-1 1 0,1-1 0,1 0 0,-1 0 0,0 0 0,0 0 0,1 0-1,-1 0 1,1 0 0,0 0 0,0 0 0,-1 0 0,1 0 0,1 0 0,-1-1 0,0 1 0,0 0 0,0-1 0,1 1 0,-1-1 0,1 1 0,3 1 0,1 0-43,1 0 0,0-1 1,0 1-1,0-2 0,1 1 0,-1-1 1,11 0-1,60-2-441,-33 0 361,-42 1 126,0 0 0,1 0 1,-1 0-1,0 0 0,1 1 1,-1-1-1,0 1 0,0 0 1,1 0-1,-1 0 0,4 2 1,-4 0 6,-1-1 0,1 1 0,-1-1 0,0 1 0,0 0 0,0 0 0,0 0 0,0 0 0,-1 0 0,0 0 0,2 4 0,104 281 569,-101-272-566,0 0 0,-2 0 0,0 1-1,-1 0 1,2 22 0,-4-29-10,-1 0 0,0 0 0,-1 0 0,0 0 0,0 0 0,-1-1 0,0 1 0,-1 0 0,0-1 0,-7 15 0,4-13 1,-1-1 0,0 1 0,-1-1 0,0 0 0,-1-1 0,0 0 0,-13 10 0,21-18-12,1-1 9,0 1 1,0-1-1,0 0 0,0 0 0,-1 0 1,1 1-1,0-1 0,0 0 0,0 0 1,0 0-1,0 0 0,0 1 0,-1-1 1,1 0-1,0 0 0,0 0 0,0 0 1,0 0-1,-1 0 0,1 1 0,0-1 1,0 0-1,0 0 0,-1 0 0,1 0 0,0 0 1,0 0-1,0 0 0,-1 0 0,1 0 1,0 0-1,0 0 0,0 0 0,-1 0 1,1 0-1,0 0 0,0 0 0,-1 0 1,1 0-1,0 0 0,0 0 0,0-1 1,0 1-1,-1 0 0,1 0 0,0 0 1,0 0-1,0 0 0,0 0 0,-1-1 1,1 1-1,0 0 0,0 0 0,0 0 1,0 0-1,0-1 0,0 1 0,-1 0 1,1 0-1,0 0 0,0-1 0,0 1 1,0 0-1,0 0 0,0-1 0,0 1 1,0 0-1,0 0 0,0-1 0,2-10-190,1 0 1,0 0-1,0 1 0,1-1 0,0 0 0,1 1 1,1 0-1,7-12 0,144-229-4758,-43 88-2628,-38 64-519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2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30 549 9220,'0'0'13334,"17"-1"-12523,-11 0-713,1 0 1,0 1-1,-1 0 0,1 1 0,-1 0 0,1 0 0,-1 0 0,10 3 0,-14-2-56,0 0 0,0 0 0,0 0 0,0 0 0,-1 0 0,1 0-1,0 0 1,-1 1 0,0-1 0,1 0 0,-1 1 0,0 0-1,0-1 1,-1 1 0,1-1 0,0 1 0,-1 0 0,0 0 0,1 3-1,-1-3-13,14 72 365,25 184-346,-39-258-63,0 0 0,0-1-1,0 1 1,1 0 0,-1 0 0,0 0 0,-1-1-1,1 1 1,0 0 0,0 0 0,0 0 0,0-1 0,-1 1-1,1 0 1,0 0 0,-1-1 0,1 1 0,0 0-1,-1-1 1,1 1 0,-1 0 0,1-1 0,-1 1-1,0-1 1,1 1 0,-1-1 0,0 1 0,1-1-1,-1 1 1,0-1 0,1 0 0,-1 1 0,0-1-1,0 0 1,1 1 0,-1-1 0,0 0 0,0 0-1,0 0 1,1 0 0,-1 0 0,0 0 0,0 0-1,-1 0 1,-2-1 6,0 1 0,0-1-1,0 0 1,0-1 0,0 1-1,0-1 1,0 0 0,-4-2-1,-1-3-28,-1 0 1,1-1-1,0 0 0,1 0 0,0-1 0,0 0 0,1-1 0,0 1 0,1-1 0,0-1 0,1 1 0,0-1 1,0 0-1,1 0 0,-5-22 0,4 10 38,1-1-1,1 1 1,0-1 0,2 1 0,1-1-1,1 0 1,5-28 0,-4 43-6,0-1 0,1 1 0,0-1 1,0 1-1,1 0 0,0 1 0,1-1 0,0 1 0,0-1 0,9-9 0,-9 12 1,1 0-1,-1 1 0,1 0 0,0 0 0,0 1 0,0 0 0,0 0 0,1 0 1,0 1-1,0 0 0,0 0 0,0 0 0,0 1 0,9-1 0,1 1-11,36 1 0,-30 1 6,-18 0 11,0 1 1,1-1-1,-1 1 0,0 0 0,0 1 0,0-1 1,0 1-1,0 0 0,0 0 0,0 1 0,0-1 0,-1 1 1,1 0-1,-1 0 0,0 1 0,0-1 0,0 1 1,0 0-1,-1 0 0,5 8 0,-4-6-1,0 0-1,-1 1 0,1-1 1,-2 1-1,1 0 1,-1 0-1,0 0 0,0 0 1,-1 0-1,0 1 1,0-1-1,-1 0 0,0 1 1,-1 13-1,0-18-1,0 0 0,0 0 0,0 0 0,0 0 0,-1 0 0,1 0 0,-1-1 0,0 1 0,1 0 0,-1-1 0,-1 1 0,1-1 0,0 0 0,0 0 0,-1 0 0,1 0 0,-1 0 0,0 0 0,-4 2 0,-5 1-8,1 0 1,-1-1 0,-18 5 0,2-3-92,-32 4 0,54-10-107,6 1 175,-1-1 0,1 0 0,0 0-1,-1 1 1,1-1 0,-1 0 0,1 0 0,-1 0 0,1 0 0,-1 0 0,1 0 0,0 0 0,-1 0 0,1 0 0,-1 0 0,1 0 0,-1 0 0,1 0 0,-1 0 0,1 0 0,0 0 0,-1-1 0,1 1 0,-1 0 0,1 0 0,0-1 0,-1 1 0,1 0 0,-1 0 0,1-1 0,0 1 0,-1 0 0,1-1 0,0 1 0,0 0 0,-1-1 0,1 1 0,0-1 0,0 1 0,0 0 0,-1-1-1,1 1 1,0-1 0,0 1 0,0-1 0,0 1 0,0-1 0,0 1 0,0-1 0,0 1 0,0 0 0,0-1 0,0 0 0,1-4-236,-1 0 1,1 0-1,0 0 0,0 0 0,0 0 0,1 0 0,0 0 1,0 1-1,0-1 0,0 0 0,1 1 0,3-5 1,7-7-712,27-27 1,-25 28 862,58-63-314,-37 37 597,1 3 0,1 1 1,73-53-1,-104 85 131,2 1 1,-1 0 0,0 0 0,1 1-1,-1 0 1,1 0 0,0 1-1,0 0 1,0 1 0,0 0 0,1 0-1,13 1 1,-18 1-203,0 0 0,1-1 0,-1 2-1,0-1 1,0 0 0,0 1 0,0 0 0,0 0 0,0 1-1,-1-1 1,1 1 0,-1 0 0,1 1 0,-1-1-1,0 1 1,0-1 0,-1 1 0,1 0 0,-1 0 0,0 1-1,4 7 1,-1-3-58,-1 0 0,-1 1 0,0 0 0,0-1 1,-1 1-1,0 1 0,-1-1 0,0 0 0,-1 0 0,1 12 0,-1-5-20,-1-14 1,1 0-1,-1 0 0,0 0 1,0 0-1,0 0 1,0 0-1,0 0 0,-1-1 1,0 1-1,1 0 0,-1 0 1,0 0-1,0 0 1,0-1-1,-4 6 0,5-7 81,0-6-16,1-2-87,0 1-1,0 0 0,0 0 0,1 0 0,0 0 1,1 0-1,-1 1 0,1-1 0,0 1 0,0-1 0,5-4 1,51-63-334,-42 53 207,32-35-438,78-70 0,-148 144 1214,0 1 1,-31 39 0,45-50-546,1 1-1,0 0 0,0 0 1,-8 22-1,12-27-64,0 0 1,1 0-1,0 0 0,0 0 1,0 0-1,1 0 0,0 0 1,0 0-1,0 1 0,0-1 1,1 0-1,2 7 0,-2-10-34,0 1 1,0-1-1,0 0 0,0 0 0,1 0 1,-1 0-1,1 0 0,-1-1 0,1 1 0,0 0 1,0-1-1,0 1 0,-1-1 0,2 0 1,-1 0-1,0 1 0,0-1 0,0-1 0,0 1 1,1 0-1,-1 0 0,4 0 0,6 1-10,1 0-1,-1-1 0,13-1 0,-16 1 9,7-1 6,4 1-137,40-4-1,-54 2 109,1 0 1,-1-1 0,0 1-1,0-1 1,0 0-1,0-1 1,0 0-1,-1 0 1,1 0-1,6-5 1,-7 4 20,1-1 1,-1 1-1,0-1 1,0 0-1,-1 0 0,1 0 1,-1-1-1,0 0 1,-1 1-1,1-1 1,-1-1-1,0 1 0,-1 0 1,1-1-1,-1 0 1,-1 1-1,1-1 1,-1 0-1,0 0 0,-1 0 1,0-8-1,1 12 29,-1-1 1,0 0-1,0 1 0,0-1 0,0 1 1,-1-1-1,0 1 0,1-1 0,-1 1 0,-1-1 1,1 1-1,0-1 0,-1 1 0,1 0 1,-1 0-1,0 0 0,0 0 0,0 0 0,-1 0 1,1 1-1,-1-1 0,0 1 0,1 0 0,-1-1 1,0 1-1,-5-2 0,-1-4-26,10 2-606,21-4-1242,-13 6 1353,10-4-1887,0 0 1,-1-2 0,27-18-1,2-8-4458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13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9 518 5875,'0'0'14959,"4"0"-14074,-3 0-865,-1 0-1,1 0 0,0 0 0,-1 0 0,1 0 1,-1 0-1,1 0 0,-1 0 0,1 0 1,-1 0-1,1 0 0,-1 1 0,1-1 0,-1 0 1,1 0-1,-1 1 0,1-1 0,-1 0 1,1 1-1,-1-1 0,0 0 0,1 1 0,-1-1 1,0 1-1,1-1 0,-1 1 0,0-1 1,0 1-1,1-1 0,-1 1 0,0-1 0,0 1 1,0-1-1,1 1 0,-1-1 0,0 1 1,0-1-1,0 1 0,0-1 0,0 1 0,0-1 1,-1 2-1,-8 33 518,0-5-263,9-25-244,-3 7 36,1 1 1,0 0-1,1 18 1,1-28-65,0 0 0,0-1 0,0 1 0,1-1 0,-1 1 1,1 0-1,-1-1 0,1 1 0,0-1 0,0 0 0,0 1 0,1-1 1,-1 0-1,0 1 0,1-1 0,0 0 0,-1 0 0,1 0 0,0-1 1,0 1-1,0 0 0,0-1 0,3 3 0,3-1-16,0 0 1,0-1-1,0 1 0,0-1 0,0-1 0,16 1 1,54-1-357,-60-2 244,-7 1 115,-1-2 0,0 1-1,0-1 1,0-1 0,0 1 0,-1-2 0,1 1 0,-1-2 0,0 1-1,0-1 1,0 0 0,0-1 0,-1 0 0,0 0 0,0-1-1,-1 0 1,0-1 0,0 1 0,-1-1 0,0 0 0,0-1-1,-1 0 1,0 0 0,0 0 0,-1 0 0,-1-1 0,1 1 0,-2-1-1,1 0 1,-1 0 0,-1 0 0,1-18 0,-1 27 31,-1 1 0,0-1 1,0 0-1,0 0 0,0 0 0,-1 1 1,1-1-1,0 0 0,0 0 1,0 1-1,-1-1 0,1 0 0,0 0 1,-1 1-1,1-1 0,0 0 1,-1 1-1,1-1 0,-1 0 1,1 1-1,-1-1 0,0 1 0,1-1 1,-1 1-1,1-1 0,-1 1 1,0-1-1,0 1 0,1 0 0,-1-1 1,0 1-1,1 0 0,-1 0 1,0 0-1,0-1 0,0 1 0,1 0 1,-1 0-1,0 0 0,0 0 1,0 0-1,1 0 0,-1 1 0,0-1 1,0 0-1,0 0 0,-4 1-18,3-1 15,0 0 1,0 0-1,0 0 1,1 0-1,-1 1 1,0-1-1,0 1 1,1-1-1,-1 1 1,0 0-1,1 0 1,-1 0-1,1 0 1,-1 0-1,1 0 0,-1 0 1,1 0-1,0 0 1,-1 1-1,1-1 1,0 1-1,0-1 1,0 1-1,0-1 1,0 1-1,1 0 1,-2 2-1,0 2 18,0 1 0,1-1 0,0 1 0,0-1 0,0 1 0,1 9 0,0-14-35,0 0 1,0 0-1,0 0 0,1 0 1,-1 0-1,0 0 1,1 0-1,0 0 1,-1 0-1,1-1 1,0 1-1,0 0 1,0 0-1,0-1 1,1 1-1,-1-1 1,0 1-1,2 1 1,0-1-1,1 1 0,-1-1 1,0 0-1,1 0 0,-1-1 0,1 1 1,0-1-1,7 2 0,6 0-34,1-1 0,0 0 0,25-2 0,-29 0-23,-1 0 6,1 0 0,0-1 0,0-1 0,-1 0 0,1-1-1,-1 0 1,1-1 0,-1 0 0,-1-1 0,1-1 0,-1 0 0,16-11 0,8-9 38,55-51 0,-68 56 47,-12 14 111,-6 10 106,-3 18 224,-2-3-484,0-16 11,1 1 1,-1-1-1,1 1 1,0-1-1,0 1 1,0-1-1,0 0 1,0 1 0,0-1-1,1 0 1,-1 0-1,1 0 1,-1 0-1,1 0 1,0 0-1,0 0 1,0-1 0,0 1-1,0-1 1,0 1-1,1-1 1,-1 0-1,0 0 1,1 0-1,2 1 1,5 0 2,0 0 0,0 0 0,0-1 0,0-1 0,11 0 0,-13 0 8,-5 0-11,0 0-1,0-1 1,0 1 0,-1-1-1,1 1 1,0-1 0,0 0-1,0 0 1,-1-1 0,1 1 0,0 0-1,-1-1 1,0 1 0,1-1-1,2-3 1,0 0 3,-1 1-1,0-1 1,0 0 0,0-1-1,-1 1 1,5-11 0,-1-2 16,0 1 0,-2-1 0,0 0 0,2-20 0,-7 34-2,1 0 0,0 1 0,-1-1 0,2 0 0,-1 0 0,0 1 0,1-1 0,-1 1 0,1-1 0,4-5 0,-4 7-13,0 1 0,0-1-1,0 1 1,0-1 0,0 1 0,0 0-1,0 0 1,0 0 0,1 0-1,-1 0 1,0 1 0,0-1 0,1 1-1,-1-1 1,1 1 0,-1 0-1,0 0 1,3 0 0,17 0-4,4 1-19,0-2 1,49-7 0,-66 6 14,-1 0 1,0-1 0,0 0 0,0 0 0,0 0 0,0-1 0,-1 0 0,0-1 0,0 0 0,0 0 0,0 0 0,11-13-1,18-27 26,-29 35-19,0 0 1,1 1-1,0-1 0,1 1 0,0 1 0,0 0 0,1 0 0,0 1 0,0 0 0,19-9 0,-10 10-13,1 0-1,0 2 1,1 0-1,-1 2 0,1 0 1,0 1-1,-1 1 1,33 4-1,-48-3 5,-1 0 1,0 0-1,1 0 0,-1 1 1,0-1-1,0 1 0,0 0 1,-1 1-1,1-1 0,0 0 0,-1 1 1,1 0-1,-1 0 0,0 0 1,0 0-1,0 1 0,0-1 1,-1 1-1,0 0 0,1-1 0,-1 1 1,0 0-1,2 7 0,-1-2 82,0 0-1,-1 0 0,0 0 0,0 0 0,-1 1 0,0-1 1,0 0-1,-1 1 0,0-1 0,-3 16 0,0-19 96,7-15-87,27-33-829,2 1-1,59-54 1,-79 81 666,-5 5 94,0 1 1,0 0-1,1 0 1,0 1-1,0 0 1,1 1-1,0-1 0,12-4 1,-22 11-7,0 0 0,0 0 0,1 0 0,-1 0 0,0-1 0,0 1-1,0 0 1,0 0 0,0 0 0,1 0 0,-1 1 0,0-1 0,0 0 0,0 0 0,0 0 0,1 0 0,-1 0 0,0 0 0,0 0 0,0 0-1,0 0 1,0 0 0,0 0 0,1 0 0,-1 0 0,0 1 0,0-1 0,0 0 0,0 0 0,0 0 0,0 0 0,0 0 0,0 0 0,0 1 0,0-1-1,1 0 1,-1 0 0,0 0 0,0 0 0,0 0 0,0 1 0,0-1 0,0 0 0,0 0 0,0 0 0,0 0 0,0 0 0,0 1 0,0-1-1,0 0 1,0 0 0,-1 0 0,1 0 0,0 0 0,0 1 0,0-1 0,0 0 0,0 0 0,0 0 0,0 0 0,0 0 0,0 4-3,0 1-2,0-1 1,-1 1 0,1 0-1,-1-1 1,0 1 0,0-1-1,0 1 1,-1-1 0,1 0-1,-1 0 1,0 0 0,-1 1-1,1-2 1,0 1 0,-1 0-1,0 0 1,0-1 0,0 0-1,-1 0 1,1 0 0,-1 0-1,1 0 1,-5 2 0,-6 4-455,1-2 0,-1 1 1,0-2-1,-20 8 0,-36 3-3847,-48-2-7393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8:35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205 303 10677,'0'0'9372,"40"-28"-8684,-20 14-593,7-7 25,2 2-1,0 1 1,1 1 0,0 2-1,2 1 1,0 1-1,0 1 1,57-11 0,627-81 832,-637 99-581,-112 8-292,1 0-1,-1 3 1,1 0 0,-56 20 0,65-19-65,-889 232-30,855-227 18,15-4-3,-63 22 0,102-30-6,0 1 0,1 0 0,0 1 1,-1-1-1,1 0 0,0 1 0,-1-1 0,1 1 0,0 0 0,0 0 0,-2 2 0,4-4-3,0 0-1,0 0 0,-1 1 0,1-1 0,0 0 0,0 0 0,0 0 0,0 1 0,-1-1 1,1 0-1,0 0 0,0 1 0,0-1 0,0 0 0,0 1 0,0-1 0,0 0 0,0 0 1,0 1-1,0-1 0,0 0 0,0 1 0,0-1 0,0 0 0,0 0 0,0 1 0,0-1 1,0 0-1,0 1 0,0-1 0,0 0 0,1 0 0,-1 1 0,0-1 0,0 0 0,0 0 1,0 0-1,1 1 0,-1-1 0,0 0 0,0 0 0,0 0 0,1 1 0,-1-1 0,0 0 0,0 0 1,1 0-1,-1 0 0,0 0 0,1 0 0,-1 0 0,0 0 0,0 1 0,1-1 0,-1 0 1,0 0-1,0 0 0,1 0 0,-1 0 0,1-1 0,52 2-2555,30-6-2810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04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73 13926,'0'0'10160,"4"-16"-9696,-3 8-363,9-34 123,-10 42-218,0-1-1,0 1 0,0 0 1,0 0-1,0-1 0,0 1 1,0 0-1,0 0 0,0 0 1,0-1-1,0 1 0,0 0 1,0 0-1,1 0 1,-1-1-1,0 1 0,0 0 1,0 0-1,0 0 0,0 0 1,0-1-1,0 1 0,1 0 1,-1 0-1,0 0 1,0 0-1,0 0 0,0-1 1,1 1-1,-1 0 0,0 0 1,0 0-1,0 0 0,0 0 1,1 0-1,-1 0 1,0 0-1,0 0 0,0 0 1,1 0-1,-1 0 0,0 0 1,1 0-1,2 22 456,-3 313 2384,-22 3-1949,17-269-707,-10 487-1430,15-951-13617,0 232 3680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05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1 333 7139,'0'0'6902,"-1"-26"-4997,4-81-390,-3 105-1465,0 0 0,1-1-1,-1 1 1,1 0 0,-1 0-1,1 0 1,0 0 0,0 0-1,0 0 1,0 0-1,0 0 1,1 0 0,-1 0-1,1 0 1,-1 1 0,1-1-1,-1 1 1,1-1 0,0 1-1,0-1 1,0 1 0,0 0-1,0 0 1,0 0 0,0 0-1,0 1 1,0-1 0,0 0-1,0 1 1,1-1 0,1 1-1,7-3 163,30-8 445,0 2-1,0 2 1,70-4 0,-89 10-544,195-13 708,98-9 62,-222 12-685,124-32 0,-193 35-179,-19 6 134,-1 0 0,1 0 0,-1 1 1,1 0-1,-1 0 0,8-1 0,-12 22 279,18 261 1358,-2-82-1294,0 78 112,10 343 6,-26-575-601,2-6-4,-3 0 0,-1 0 1,-9 41-1,9-68-4,-1-1 0,0 1 0,-1-1 1,-1 0-1,0 0 0,0 0 0,-1-1 1,0 1-1,-1-2 0,0 1 0,0-1 1,-1 0-1,-1 0 0,-12 10 0,-2-3 19,0 0-1,-1-2 0,-1 0 0,0-2 0,-31 11 0,-135 33 71,103-36-72,-1-4 0,-1-3 1,0-5-1,-144-5 1,226-3-44,0-1 1,0 0 0,0 0 0,0-1 0,0 0 0,0 0 0,1-1 0,-12-5 0,15 6-51,1 0 1,-1-1-1,1 1 0,0-1 1,-1 0-1,1 0 0,1 0 1,-1 0-1,0-1 0,1 1 1,-1-1-1,1 0 0,0 1 1,0-1-1,1 0 0,-3-8 1,1-1-757,1 1 0,1-1 1,0 0-1,1 0 0,0-1 1,4-24-1,11-23-4930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06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13 119 10597,'0'0'7096,"-3"-2"-6482,-6-2 288,14 6-75,42 9 819,35-5 0,130-6 0,82-28 30,-270 25-1574,6 0 72,50-12 0,-80 14-292,1 1 0,0 0 0,0-1 0,-1 1 0,1-1-1,0 1 1,-1-1 0,1 1 0,-1-1 0,1 1-1,0-1 1,-1 1 0,1-1 0,-1 0 0,1 1 0,-1-1-1,0 0 1,1 0 0,-1 1 0,0-1 0,1 0-1,-1 0 1,0 0 0,0 1 0,0-1 0,0 0-1,0 0 1,0 0 0,0 0 0,0 1 0,0-1 0,0 0-1,0 0 1,-1 0 0,1 0 0,-11-30-8528,9 29 7569,-7-22-11022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06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12694,'0'0'8027,"10"1"-7616,-5 0-329,0-1 7,-1 1 1,1 0-1,0 0 1,0 0-1,-1 1 1,1 0-1,-1-1 1,1 2-1,-1-1 0,0 0 1,0 1-1,0 0 1,5 4-1,87 105 1955,-37-40-1329,5-2-138,34 42 54,-79-88-501,-2 0 0,28 50 0,-40-62-121,-1 0 0,0 0 1,0 0-1,-1 0 0,-1 1 0,0-1 0,-1 1 1,0-1-1,-1 1 0,-1 13 0,1-21 0,-1 0 0,-1 0 0,1 0 0,-1 0 0,0 0 0,0 0-1,0-1 1,0 1 0,-1-1 0,0 1 0,0-1 0,0 0 0,0 0 0,-1 0-1,0-1 1,0 1 0,-5 3 0,-9 7 91,-1-2-1,-31 17 1,47-28-86,-55 27 348,-2-4 0,-75 22 0,3-2-117,124-41-348,-3 1-283,0 1 0,0-2 0,-1 0-1,1 0 1,-21 1 0,32-4 331,0 0 0,-1 0 1,1 0-1,0 0 0,0 0 0,0 0 0,0 0 0,-1 0 1,1 0-1,0 0 0,0 0 0,0 0 0,0 0 0,0 0 1,-1 0-1,1 0 0,0 0 0,0 0 0,0 0 0,0 0 1,0-1-1,0 1 0,-1 0 0,1 0 0,0 0 0,0 0 1,0 0-1,0 0 0,0-1 0,0 1 0,0 0 0,0 0 1,0 0-1,0 0 0,0 0 0,0-1 0,0 1 0,0 0 1,0 0-1,0 0 0,0 0 0,0 0 0,0-1 0,0 1 1,0 0-1,0 0 0,-1-28-5334,1-21-4341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0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1815 1 6643,'0'0'7454,"23"0"-6221,68 0-102,-69 0 2649,-26 5-1840,-10 2-1732,-1 0-1,0-1 1,1-1 0,-2 0-1,1-1 1,-23 3 0,12-2-43,-352 52 913,-6-27-332,46-5-11,322-23-695,-233 27 386,196-20-355,0 2-1,-81 29 0,122-36-55,1 1 0,0 0 0,0 0 0,0 1-1,1 1 1,0 0 0,0 0 0,-17 17 0,22-18 17,0 1 1,1-1 0,-1 1 0,1 0-1,0 0 1,1 1 0,0-1-1,0 1 1,1 0 0,-1-1 0,2 1-1,-1 0 1,1 0 0,0 12 0,0 50 433,2 0 0,19 116 0,-14-147-364,10 59 188,4 118 1,-20 454 442,-5-536-694,-1 59 21,6-137-48,-3 0-1,-15 93 1,16-143-15,0 1 1,-1-1-1,1 1 1,-1-1-1,-1 0 1,1 0-1,-7 9 1,-9 15-53,12-24-34,3-1 0,12-3-541,34-4 558,57-10 0,7-2 74,433 4-4,-361 11 10,121 1 67,325-4 100,-581 0-162,-1-2-1,84-18 1,-99 15-6,0-1 0,0-2 0,-1 0 0,0-2 0,36-22 0,-50 26-1,-2-1 0,1 0-1,-1 0 1,0-1-1,-1 0 1,0-1-1,-1 0 1,0 0 0,-1-1-1,0 0 1,-1 0-1,6-16 1,3-15 14,-2-2 1,10-57-1,-17 70-18,7-26 91,-3-1-1,3-105 1,-12 89-47,1 21 4,-3-1 0,-1 1-1,-17-86 1,15 123-44,-58-312 236,44 201-146,-5 1-1,-57-178 0,52 220-78,11 38 1,-19-93 0,30 119 5,0-4 2,6 25-62,-58-1-5985,27 2 1885,-7-1-2699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1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1777,'0'0'0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1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0 2529,'-278'49'0,"27"14"-2033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19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14951,'0'0'8300,"4"33"-7172,26 239 932,4 291 903,-33 3-1816,-3-262-847,2-258-324,0-45-238,0-5-1667,5-62-2447,-1 31 2013,5-62-5734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19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52 6483,'0'0'10415,"13"-6"-10049,-5 2-268,0 0 43,0 0 1,0 0-1,0 1 1,0 1-1,0-1 1,0 1-1,1 1 1,-1-1-1,14 1 1,187 2 3507,220-3-1333,-418 2-2272,-5 0 17,0 0-1,0 0 1,0 0 0,0-1-1,0 0 1,0-1 0,0 1 0,0-1-1,10-4 1,-16 6 28,2-2-100,0 8 1027,4 311 830,7 60-850,-8-271-816,4 6-7,34 172 0,55 103 84,-93-368-241,34 126 179,-33-115-148,-1 1 0,2 56 1,-7-60-27,1-10-3,-1-1 0,-2 18 0,1-30-8,1 0 0,-1 0 0,0 0 0,0 0 0,0 0 0,-1-1 1,1 1-1,-1 0 0,0-1 0,0 1 0,-1-1 0,1 0 0,-5 5 0,-5 3 26,-1-1 1,-1 0-1,0-1 1,0-1 0,-1 0-1,0-1 1,0 0-1,-1-2 1,0 0-1,0 0 1,-28 3 0,-13-1 56,0-3 0,-59-3 0,69-1-72,20 0-12,-3 1-1,0-2 1,0-1-1,0-1 0,-41-9 0,34 1-523,1-2 0,1-1 0,0-2 0,1-1 0,1-2-1,0-1 1,2-1 0,0-2 0,-49-48 0,-20-32-5395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33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23 2081,'0'0'6045,"-4"-1"-5223,-16-4 556,0 0 0,-27-1 0,26 3-672,5 1 152,-1 2 1,-18 0 0,3 1-181,29 0-642,0-1-1,0 1 0,0-1 0,1 1 0,-1 0 0,0 0 0,0 0 0,1 1 1,-1-1-1,1 1 0,-5 2 0,-16 9 384,20-11-360,2-1-83,-1 15-633,1-13 245,-1 1 0,0 0 0,0-1 0,-1 1 0,1-1 0,-1 0 0,1 0 0,-1 0-1,0 0 1,0 0 0,0-1 0,-5 4 0,-31 15-7234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34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1809,'0'0'864,"103"-15"257,-97 15 111,3 0-1152,0 0-80,0 0-80,0 6-1200,-3 3-1858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35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665 61 4802,'0'0'5643,"-14"-9"-4880,-46-28-118,57 35-567,1 1-1,0-1 1,-1 1-1,1 0 1,-1-1-1,1 1 1,-1 0-1,0 1 1,1-1-1,-1 0 1,0 1-1,0-1 1,1 1-1,-1 0 1,0 0-1,0 0 0,-4 1 1,-7 1 120,-30-4 193,30 1-307,0 0 1,0 1 0,0 1-1,0 0 1,0 1 0,0 0-1,0 1 1,-21 7 0,-55 25 86,-28 11 543,104-39-554,0 1-1,0 0 1,0 1 0,1 0-1,-20 20 1,30-25-121,0 0 0,1 0-1,-1 0 1,1 0 0,0 1 0,1-1 0,-1 0-1,1 1 1,0 0 0,0-1 0,0 1-1,0 0 1,1-1 0,0 1 0,0 0-1,0 0 1,1-1 0,1 7 0,0 5 109,2 0 0,0-1 1,0 0-1,8 17 0,69 135 1029,12 18-779,-58-122-338,-3 2 1,46 136-1,-62-131-3,-4 1 1,6 134 0,-17-78-9,-1-74-37,0-52-13,-1 1-1,1 0 0,0 0 0,1 0 0,-1 0 0,0-1 0,0 1 0,1 0 0,-1 0 0,1 0 1,-1-1-1,1 1 0,0 0 0,0-1 0,0 1 0,0-1 0,0 1 0,0-1 0,0 1 0,0-1 0,1 0 1,-1 1-1,0-1 0,1 0 0,-1 0 0,1 0 0,-1 0 0,1 0 0,2 0 0,3 1 6,1-1 0,-1 0-1,1 0 1,0-1 0,-1 0-1,10-1 1,9 1 86,167-17 431,-56 2-415,299 11-1875,-300 6-1776,18-2-3269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35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9220,'0'0'4162,"30"-4"-3455,4-1-550,14-2 90,80-2 0,194 7 706,-317 2-931,-1 0 0,0 0 1,1 0-1,-1 1 1,0-1-1,1 1 1,-1 0-1,0 1 1,0-1-1,0 1 0,5 2 1,-6-1 4,0-1 0,0 1 0,0-1 0,-1 1 0,1 0 0,-1 0 1,0 0-1,0 1 0,0-1 0,0 0 0,0 1 0,1 6 0,52 144 1116,40 97 270,-37-133-1081,10 24-109,-58-118-176,-1 1-1,-1 0 1,8 49 0,-13-47-31,0 0 0,-2-1 0,-1 1 0,-1 0 0,-8 44 0,4-51-10,0 1 0,-2-1-1,0 0 1,-1-1-1,-1 0 1,0 0-1,-22 29 1,8-16-253,-2-2 0,-1-1 0,-2-1 0,-1-1 1,0-1-1,-2-2 0,-1-1 0,-1-2 0,-1-1 0,-50 21 0,-96 27-4437,170-65 4401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36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46 8228,'0'0'1945,"-5"-8"-1502,-18-29 1878,14 53-62,4-6-2630,-18 19-1974,-6 0-2948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1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437 424 8452,'0'0'7651,"-29"-18"-7379,1 1-161,-1 2-1,-43-18 0,69 32-89,0 0-1,0 0 0,-1 0 1,1 1-1,0-1 0,0 1 1,-1 0-1,1 0 0,0 0 1,-1 0-1,1 1 0,0-1 1,-1 1-1,1 0 0,0 0 1,0 0-1,0 0 0,0 0 1,0 1-1,0-1 1,0 1-1,0 0 0,-2 2 1,-22 15 383,2 2 1,0 0-1,-23 26 1,40-38-297,1 0 0,-1 0-1,2 1 1,-1 0 0,1 0 0,1 1 0,0 0 0,0 0 0,1 0 0,0 0 0,-3 23 0,5-24-86,1-1 0,1 1 0,-1-1 0,2 1 0,0 10 0,0-18-20,-1 1 0,1-1 1,0 0-1,-1 0 1,1 0-1,0 0 1,0 0-1,0 0 0,1 0 1,-1 0-1,0 0 1,1 0-1,-1-1 1,1 1-1,0 0 1,-1-1-1,1 0 0,0 1 1,0-1-1,0 0 1,0 0-1,0 0 1,0 0-1,0 0 0,1-1 1,1 2-1,4-1-5,0 1 0,0-1 0,0 0 0,0 0 0,0-1 0,0 0 0,0-1 0,0 0 0,0 0 0,0-1 0,0 0 0,0 0 0,8-4 0,-6 1-44,0 0 1,0-1-1,-1 0 0,0 0 0,0-1 1,-1-1-1,0 1 0,13-16 0,-7 4-26,0-1 0,-2 0-1,0-1 1,-1 0-1,-2-1 1,0 0 0,-1 0-1,7-37 1,-5-6 175,-2-1-1,-4 0 1,-4-73 0,-1 64 1049,1 74-700,-1 17-354,1 32 0,1-16-88,-1-10-3,0 1 0,2-1 0,0 1 0,2-1 0,0 0 0,12 33 0,19 27-18,-24-61-42,-2 0 0,0 1 0,-1 1 0,-1 0 1,-1 0-1,5 36 0,-11-57-132,-1 0 0,2-1 0,-1 1-1,0 0 1,0 0 0,1-1 0,-1 1 0,0 0 0,1-1 0,0 1-1,-1 0 1,1-1 0,0 1 0,0-1 0,0 1 0,0-1 0,0 1-1,2 0 1,-2-1-189,1 0-1,0-1 0,0 1 1,-1-1-1,1 1 0,0-1 1,0 0-1,0 0 0,0 0 0,-1 0 1,1 0-1,0 0 0,0-1 1,0 1-1,-1 0 0,1-1 1,0 0-1,0 1 0,2-3 1,31-17-6437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2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40 6547,'0'0'11261,"-13"13"-10730,-2 0-395,-25 31 0,39-43-133,0 1 0,-1-1 0,1 1 0,0 0 0,0-1 0,0 1 0,1 0 0,-1 0 0,0 0 0,1 0 0,-1 0 0,1 0 0,0 0 0,-1-1 0,1 1 0,0 0 0,0 0 0,0 0 0,1 0 0,-1 0 0,0 0 0,1 0 0,-1 0 0,1 0 0,0 0-1,0 0 1,-1-1 0,1 1 0,0 0 0,1-1 0,-1 1 0,0 0 0,0-1 0,1 1 0,1 0 0,3 3-1,0-1-1,0 1 1,0-2 0,0 1-1,1-1 1,0 0 0,7 3-1,0-2-35,0-1-1,0 0 0,0-1 1,0 0-1,1-1 0,-1-1 0,1 0 1,15-3-1,-28 3 26,0-1 0,0 0 1,0 1-1,0-1 0,0 0 0,-1 0 0,1 0 1,0-1-1,-1 1 0,1 0 0,-1 0 0,1-1 0,-1 1 1,0-1-1,1 0 0,-1 1 0,0-1 0,0 0 0,0 0 1,0 1-1,-1-1 0,1 0 0,0 0 0,-1 0 1,1 0-1,-1 0 0,0 0 0,0 0 0,1 0 0,-2-4 1,1 1-1,0-1 0,0 1 0,0 0 1,-1-1-1,0 1 0,0 0 0,0 0 0,-1-1 1,0 1-1,0 0 0,-3-5 0,-1 3 28,1 0-1,-1 1 0,-1 0 1,1 0-1,-1 0 0,0 1 0,-9-6 1,-60-29 212,64 34-206,25 5-4,208 1-5415,-130 0-281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2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 8932,'0'0'8076,"-26"5"-7660,-80 18-77,101-22-316,1 0 0,0 1 1,0-1-1,0 1 0,0 0 0,1 0 1,-1 0-1,0 0 0,1 1 0,-1-1 1,1 1-1,-3 3 0,4-4-12,1 1 0,-1-1 0,1 0 0,0 1 0,0-1 0,0 1 0,0-1 0,1 1 0,-1 0 0,1-1 0,-1 1 0,1 3 0,0-5-11,0 1 0,0-1 0,0 1 0,0-1 0,0 0 0,1 1 0,-1-1 0,0 0 0,1 1 0,-1-1 0,1 0 0,0 0 0,-1 0 0,1 1 0,0-1 0,0 0 0,0 0 0,-1 0 0,1 0 0,0 0 0,0 0 0,1 0 0,-1-1 0,0 1 0,0 0 0,0-1 0,0 1 0,1 0 0,-1-1 0,0 1 0,3-1 0,4 2-31,0 0 0,0-1 1,-1 0-1,11-1 0,-14 0 4,31 2-295,-9-1-6,0 0 1,0-2-1,37-5 0,-54 2 233,-3 3 625,-6 13-111,-10 38 93,4-21 6,-5 53-1,8-15-109,4 1 1,14 107-1,-12-150-384,1 40 0,-4-61-25,-1 0 0,0 1 0,1-1 0,-1 0 1,-1-1-1,1 1 0,0 0 0,-1 0 0,0 0 0,0-1 0,0 1 1,0-1-1,-1 0 0,1 1 0,-1-1 0,0 0 0,0 0 0,0-1 1,0 1-1,-1-1 0,1 0 0,0 1 0,-7 1 0,-8 5 5,-1-1 0,0-1 0,-30 7 0,40-12 1,-19 6-223,-1-2-1,1-2 1,-1 0 0,-33-1 0,62-3 151,-1 0 1,0 1 0,0-1 0,1 0-1,-1 0 1,0 0 0,0 0-1,1-1 1,-1 1 0,0 0 0,1 0-1,-1 0 1,0 0 0,0-1-1,1 1 1,-1 0 0,0-1 0,1 1-1,-1 0 1,1-1 0,-1 1 0,1-1-1,-1 1 1,0-1 0,1 1-1,0-1 1,-1 0 0,0 0 0,1-1-168,0 0 0,0 1 1,0-1-1,0 0 0,1 1 1,-1-1-1,0 0 0,1 1 1,-1-1-1,1 1 0,0-1 1,0-1-1,27-45-7588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 7603,'0'0'302,"38"-15"37,126-45 568,-145 54-585,-1 0 1,2 1-1,-1 2 1,0 0 0,1 0-1,-1 2 1,35 2-1,-10 0 70,-38-1-265,1 0 1,0 0-1,-1 1 1,1 0 0,0 0-1,-1 0 1,12 5-1,-16-5-87,0 0 0,0 1 0,0-1 0,0 1-1,0-1 1,0 1 0,0 0 0,0 0 0,0 0 0,-1 0 0,1 0-1,-1 0 1,0 0 0,1 1 0,-1-1 0,0 0 0,0 1 0,0-1-1,-1 1 1,1-1 0,-1 1 0,1 3 0,0 2 33,-1 1 1,1 0 0,-2-1-1,1 1 1,-1 0-1,0-1 1,-1 1 0,-4 11-1,-3 4 123,-18 35 0,-6 15 188,27-55-242,0 0 1,2 1-1,0-1 1,1 1-1,1 0 1,0-1-1,3 26 1,0-31-55,0 1 0,2 0 0,0-1 0,1 0-1,0 1 1,1-1 0,0-1 0,1 1 0,1-1 0,12 17 0,3 1 97,2-2-1,1-1 1,1-1-1,31 24 1,127 89 143,-170-130-317,60 43 32,120 91 10,-176-129-50,-1 1-1,28 33 0,-38-40-31,-1-1-1,-1 1 1,0 0-1,0 0 1,0 1-1,-1-1 1,-1 1-1,4 16 1,-6-21-52,0 1 1,0 0 0,0-1 0,-1 1-1,0-1 1,0 1 0,-1 0 0,0-1-1,1 1 1,-2-1 0,1 1 0,-1-1-1,0 0 1,0 0 0,0 1 0,-4 4-1,0-1-196,-1 0 0,-1-1 0,1 0 0,-1 0 0,-1 0 0,1-1 0,-17 9 0,-8 5-1389,0-2-1,-51 20 1,-109 32-6490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5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111 143 2385,'0'0'3786,"16"-21"-2687,48-66 118,-60 82-1075,-2 2 92,-1 1 0,1-1 0,0 1 0,-1-1 0,1 1 0,0 0 0,1 0 0,-1 0 0,0 0 0,5-3-1,-6 4 106,0 1 640,-1 3-400,0 2-533,-1 1-1,0 0 1,0-1-1,-1 1 1,1-1-1,-1 1 1,0-1-1,-6 10 1,-28 41 260,28-43-173,-15 20 191,-83 135 496,101-157-769,0 1-1,0 0 1,1 0-1,1 0 0,0 0 1,1 0-1,-2 22 1,4-26-31,0 0 0,0 1 1,1-1-1,0 0 0,0 0 1,1 0-1,0-1 0,0 1 1,1 0-1,0-1 1,1 1-1,-1-1 0,7 8 1,11 11-8,1-1 0,2-1 0,37 29 1,27 27 10,-76-67-23,0 0-1,-1 0 1,-1 1-1,15 27 1,-21-34-3,-1 1 0,0 0 0,-1 0 1,1 0-1,-1 0 0,1 13 0,-3-17 2,1 0 1,-1-1-1,0 1 0,0 0 0,-1 0 0,1-1 0,-1 1 0,0 0 0,0-1 0,0 1 0,0-1 0,-1 1 1,1-1-1,-1 1 0,0-1 0,-4 5 0,0-2 2,-1 0 1,0-1 0,0 0-1,0-1 1,-1 0-1,1 0 1,-15 5-1,-68 20 223,64-21-33,8-3-92,11-4 36,0 1 0,0 1 0,0-1-1,0 1 1,1 0 0,-7 5 0,10-7-87,1 1 0,0 1 0,0-1 0,0 0 0,0 0 0,0 1 0,0-1 0,1 1 0,-1 0 0,1-1 0,0 1 0,-1 0 0,1 0 0,1 0 1,-1 0-1,0 0 0,1 0 0,-1 5 0,1-1-39,0 1 1,0-1-1,0 0 1,1 0 0,0 0-1,1 0 1,-1 0-1,1-1 1,4 9 0,4 6-11,20 31 1,-18-32 9,-7-12-16,169 307-174,-153-270-352,-2 1 0,-3 0 0,-1 1 0,-3 0 1,10 67-1,-15 63-3817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1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2786 218 2113,'0'0'2068,"27"-13"-1316,84-39-74,-103 48-515,0-1 1,0 1 0,12-10 0,-18 12-59,-1 0-1,1 0 0,0 0 1,-1 0-1,0 0 0,1 0 1,-1 0-1,1-2 1,9-14 757,2 2 906,2 0 0,16-13 0,-3 2 6697,-47 27-7510,-38 2 56,-65 11 0,31-5-552,-140-5-1,126-5-361,-717 2 906,694 3-909,-213 31 1,241-16-104,2 4 0,-160 59 1,-320 131-27,564-208 34,2 1 0,-1 1 0,0 0 1,-18 14-1,27-18-1,1 0-1,0 1 1,0 0 0,0-1 0,0 1 0,0 0-1,0 1 1,1-1 0,-1 0 0,1 1 0,0-1-1,0 1 1,1 0 0,-1 0 0,1 0 0,-1-1 0,1 1-1,0 0 1,0 8 0,1 11-6,-1-12 25,0 0 0,1 0-1,1 0 1,0 0 0,0-1 0,1 1 0,1 0-1,0-1 1,6 17 0,3-2 49,0 0-1,-2 0 1,-1 1 0,-1 1-1,8 51 1,1 139 258,3 8 76,-1-128-228,-9-49-105,-1 0 0,3 82 0,-12-129 37,1-1-90,1645-21 10,-1370 10-27,306-52 0,-548 58 2,188-41 72,-212 43-69,-1-1 0,0 0 0,-1 0 0,1-1 0,-1 0 0,1 0 0,13-13 1,1-4 1,22-28 1,17-15 33,-56 59-36,0-1-1,0 1 1,-1-1 0,0 0 0,0 0-1,0 0 1,-1-1 0,0 1-1,-1-1 1,0 0 0,0 0 0,-1-1-1,3-12 1,-1-8 11,-2 1 0,-2-51 0,-1 34-9,1-24 26,-12-102 1,-20-70 36,7 40 31,21 161-88,2-42-1,-2-12-17,4 92-11,0 1 0,-1 0 0,1 0 0,-1 0 0,1 0 0,-1 0-1,1 0 1,-1 0 0,0 0 0,1 0 0,-1 0 0,0 0 0,0 0 0,0 0 0,1 0 0,-1 1 0,0-1 0,0 0-1,0 1 1,-1-1 0,1 1 0,0-1 0,0 1 0,0-1 0,0 1 0,0 0 0,0-1 0,-1 1 0,1 0 0,0 0-1,0 0 1,0 0 0,-1 0 0,1 0 0,-1 1 0,-8-1-560,1 1 1,0 1-1,-13 3 1,-29 12-3259,-8-1-3462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0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86 302 6227,'0'0'3156,"3"-32"-942,11-101-416,-13 123-1497,0 1 0,0 0 0,2 0 0,-1 0 0,1 0 0,0 0 0,7-12 0,-8 17 60,0 0 0,0 0 0,-1-1 0,1 1 0,-1 0 0,0-1 0,1-5 0,0 0 1891,1 9 107,-2 23-1335,-8 26-367,-2 0 0,-17 54 0,-6 30 248,5 33 6,-10 240-1,30 173-532,7-419-296,3 308-34,-3-441-152,1 1 1,1-1 0,7 38-1,-8-64 135,1 7-741,0-7-57,0-7-118,1-18-383,-1 0 1,-1-32 0,-1 39 688,0-110-3255,0-23-2379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01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101 122 6259,'0'0'6651,"-2"-4"-5877,0 1-342,1 2-182,1 0 1,-1-1-1,1 1 0,-1 0 0,1 0 0,-1 0 0,1 0 0,-1 0 0,1-1 1,0 1-1,0 0 0,0-2 0,10-1 1852,143-7 53,-66 7-1717,304-30 235,166-9 453,-352 42-555,-202 0-561,-1 1 0,1 1 0,0-1 0,0 0 1,-1 1-1,1 0 0,0-1 0,-1 1 0,1 0 1,0 0-1,-1 0 0,0 1 0,1-1 0,-1 1 1,0-1-1,1 1 0,-1 0 0,0 0 1,0 0-1,-1 0 0,3 2 0,-2 1 10,1-1 0,-1 1 0,0-1 1,0 1-1,0 0 0,-1 0 0,0 0 0,0 0 0,0 0 0,0 9 0,18 159 700,-9 375 1054,-11-358-1443,1-129-279,11 633 227,2-333-204,-13-177-120,0-178 56,-1 0 1,0 0 0,0 0 0,0 0 0,-1 0 0,0 0-1,0 0 1,0-1 0,-1 1 0,0-1 0,0 0 0,-1 1 0,1-1-1,-1-1 1,0 1 0,0 0 0,0-1 0,-1 0 0,0 0-1,0-1 1,-6 5 0,-8 3 98,-2 1-1,0-2 1,0-1-1,-29 9 1,1-5 58,0-2 1,-87 9-1,110-17-140,-157 11 147,-191-11 0,201-4-71,138 0-178,0-2-1,0-1 1,0-1-1,-56-18 1,19-2-3069,3-7-4019,14-2-6465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5 586 5250,'0'0'7372,"-2"1"-5868,2-1-1450,0 0 0,0 0 0,0 0 0,0 0 0,0 0-1,0 0 1,0 0 0,0 0 0,0 0 0,0 0 0,0 0-1,0 0 1,0 0 0,0 0 0,0 0 0,0-1-1,0 1 1,0 0 0,0 0 0,0 0 0,-1 0 323,1 0-324,0 0 1,0 0 0,0 0 0,0 0 0,0 0 0,0 0-1,0 0 1,0 0 0,0 0 0,0 0 0,0 0-1,0 0 1,0 0 0,0 0 0,0 0 0,0 0 0,-1 0-1,1 0 1,0 0 0,0 0 0,0 0 0,0 0 0,0 0-1,0 0 1,0 0 0,0 0 0,0 0 0,0 0-1,0 0 324,0 0-323,-1 0 0,4-10 1736,11-25-1337,4-10-168,3-40-201,-3-1 0,8-113 1,-21 156-61,-3 9 10,2-14 169,-4 48-201,0 0 0,0 0 0,0 0 0,0 0-1,0 0 1,0 0 0,0 0 0,0 0 0,0 1-1,0-1 1,0 0 0,0 0 0,0 0 0,0 0-1,1 0 1,-1 0 0,0 0 0,0 0 0,0 0-1,0 0 1,0 0 0,0 0 0,0 0 0,0 0-1,0 0 1,0 0 0,0 0 0,0 0-1,0 1 1,0-1 0,0 0 0,0 0 0,1 0-1,-1 0 1,0 0 0,0 0 0,0 0 0,0 0-1,0 0 1,0 0 0,0 0 0,0 0 0,0 0-1,0 0 1,0 0 0,0 0 0,1-1 0,-1 1-1,0 0 1,0 0 0,0 0 0,0 0 0,0 0-1,0 0 1,0 0 0,0 0 0,0 0-1,0 0 1,0 0 0,0 0 0,5 12 1,0 0-1,-1 1 1,4 20 0,4 15-3,42 82 10,-35-89-626,21 63 0,-39-97 37,0 0 0,0 0 1,0 0-1,-1 11 0,0-16 375,-1-2 100,1 1 0,-1-1-1,0 1 1,1-1 0,-1 1-1,0-1 1,1 0 0,-1 1 0,0-1-1,0 0 1,0 0 0,1 0-1,-1 0 1,0 1 0,0-1 0,0 0-1,1 0 1,-1 0 0,0-1-1,-1 1 1,-22-1-286,23 1 281,-1 0 98,0 0 0,0-1-1,0 1 1,1-1 0,-1 1 0,0-1-1,1 0 1,-1 0 0,0 1 0,1-1 0,-1-1-1,1 1 1,-1 0 0,1 0 0,0 0 0,-1-1-1,1 1 1,0 0 0,0-1 0,0 0-1,0 1 1,0-1 0,-1-2 0,1 1 26,0 0 0,0 0 0,0 0 0,1 0 1,-1 0-1,1 0 0,0 0 0,0 0 0,0 0 0,0 0 1,0 0-1,0 0 0,1 0 0,0 0 0,0-2 0,1 3 5,-1 0 0,0 0 0,1 0 0,-1 0-1,1 1 1,-1-1 0,1 1 0,0-1 0,0 1 0,0 0-1,0-1 1,0 1 0,0 0 0,0 0 0,0 1-1,0-1 1,0 0 0,1 1 0,2-1 0,3-2 29,25-5 53,1 0 1,-1 2-1,46-2 1,-51 7-227,-1-2 1,0 0-1,0-2 1,0-2-1,47-16 1,-71 22 85,-1 0 0,0 0 1,1 0-1,-1 0 0,0-1 0,0 1 0,1 0 1,-1-1-1,0 0 0,-1 1 0,1-1 0,0 0 1,0 0-1,-1 0 0,1 0 0,-1 0 0,0 0 0,1-1 1,-1 1-1,0 0 0,0-1 0,-1 1 0,1-1 1,0 1-1,-1-1 0,0 1 0,1-1 0,-1-3 1,0 5 58,-1 1 1,1 0 0,0 0 0,0-1-1,0 1 1,0 0 0,0 0 0,-1-1-1,1 1 1,0 0 0,0 0 0,0 0-1,-1-1 1,1 1 0,0 0 0,0 0 0,0 0-1,-1 0 1,1 0 0,0 0 0,0-1-1,-1 1 1,1 0 0,0 0 0,-1 0-1,1 0 1,0 0 0,0 0 0,-1 0-1,1 0 1,0 0 0,0 0 0,-1 0 0,1 0-1,0 0 1,0 0 0,-1 1 0,1-1-1,0 0 1,0 0 0,-1 0 0,1 0-1,0 0 1,0 0 0,-1 1 0,1-1-1,0 0 1,0 0 0,0 0 0,-1 1 0,1-1-1,0 0 1,0 0 0,0 1 0,0-1-1,-1 1 1,-1 3 94,-1 1 1,1-1-1,0 1 0,0 0 0,0 0 0,1 0 1,0 0-1,0 0 0,0 0 0,0 7 1,0 60 605,2-39-565,8 139 46,-9-113-189,0-58-14,0 0 1,0 0 0,0 1 0,0-1 0,0 0 0,-1 0 0,1 0-1,-1 0 1,1 1 0,-1-1 0,1 0 0,-1 0 0,1 0 0,-1 0-1,0 0 1,0 0 0,0 0 0,1 0 0,-1-1 0,0 1-1,0 0 1,0 0 0,0-1 0,0 1 0,-1-1 0,1 1 0,0-1-1,0 1 1,0-1 0,0 0 0,-1 1 0,1-1 0,0 0 0,0 0-1,0 0 1,-1 0 0,1 0 0,-2 0 0,1 0 1,0 0 0,0-1 0,-1 1 0,1 0 0,0-1 0,0 0 0,0 1 0,0-1 0,0 0 0,-1 0 0,2 0 0,-1 0-1,0 0 1,0-1 0,0 1 0,0-1 0,1 1 0,-1-1 0,1 1 0,-3-5 0,0-6-1,0 0 0,2 0 0,-1 0-1,1-1 1,1 1 0,1 0 0,-1-1 0,3-16-1,-1-1 9,-1 13 4,1 0-1,1 0 1,1 1-1,0-1 1,1 1 0,1-1-1,0 1 1,12-23-1,-11 28 29,0 0 1,0 1-1,1 0 0,0 0 0,1 0 0,0 1 0,1 0 1,0 1-1,0 0 0,1 0 0,0 1 0,18-10 1,-20 13-32,0 1 0,1 0 1,-1 1-1,1-1 0,-1 1 1,1 1-1,0 0 1,16 0-1,-24 1-12,-1 0-1,1 0 1,-1 0 0,0 1-1,1-1 1,-1 0 0,1 0-1,-1 0 1,0 1 0,1-1-1,-1 0 1,0 0 0,1 1-1,-1-1 1,0 0 0,1 1-1,-1-1 1,0 0 0,0 1-1,0-1 1,1 1 0,-1-1-1,0 0 1,0 1 0,0-1-1,0 1 1,0-1 0,0 0-1,1 1 1,-1-1 0,0 1-1,0-1 1,0 1 0,-1-1-1,1 0 1,0 1 0,0-1-1,0 1 1,0-1 0,0 1-1,0-1 1,-1 0 0,1 1-1,0-1 1,0 0 0,0 1-1,-1 0 1,0 1-1,0 0 1,0 0-1,0 0 0,0 0 1,-1 0-1,1 0 0,0 0 1,-1 0-1,-2 2 0,-4 1-2,-1 0 1,1-1-1,-1 0 0,0 0 0,0-1 0,0-1 1,-14 3-1,-69 8-1077,86-12 773,4-1-291,26 0-5908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8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4642,'0'0'6302,"-3"31"-4814,-9 100-669,6-46-81,6-70-638,-4-19-68,0-5-22,1 0 0,0 0 1,1 0-1,-1 0 0,2 0 0,-2-15 0,2-63 54,1 58-57,0 26-9,0 0 1,0-1 0,0 1 0,0 0 0,0-1 0,1 1 0,0 0 0,0 0 0,-1-1 0,2 1 0,-1 0 0,3-5 0,-2 6-1,0 1 1,-1-1-1,1 1 1,0 0 0,0 0-1,0 0 1,0 0 0,1 0-1,-1 0 1,0 0-1,0 1 1,0-1 0,1 1-1,-1-1 1,0 1 0,1 0-1,-1 0 1,5 1 0,-3-1 0,0 1 1,0 0-1,0 0 1,-1 0-1,1 1 1,0-1 0,0 1-1,-1 0 1,1 0-1,-1 1 1,1-1-1,-1 0 1,0 1 0,0 0-1,0 0 1,-1 0-1,1 0 1,-1 0-1,1 1 1,1 3 0,5 7 0,-1 1 1,-1 0 0,9 23 0,-13-29 0,0-1 0,0 1-1,-1-1 1,0 1 0,-1 0 0,1 12 0,-3-20-3,1-1 1,0 1-1,0-1 1,-1 1-1,1-1 1,0 1-1,-1-1 1,1 1-1,-1-1 1,1 0-1,0 1 1,-1-1 0,1 0-1,-1 1 1,1-1-1,-1 0 1,1 1-1,-1-1 1,0 0-1,1 0 1,-1 0-1,1 1 1,-1-1-1,1 0 1,-1 0 0,0 0-1,1 0 1,-1 0-1,1 0 1,-1 0-1,0 0 1,0-1-1,-22-1 0,21 2-1,0 0-17,0-1 0,-1 1 0,1-1 0,0 0 0,-1 1 0,1-1 0,0 0 0,0-1 0,0 1 0,0 0 0,0 0 0,0-1-1,0 0 1,1 1 0,-1-1 0,0 0 0,1 1 0,-1-1 0,1 0 0,0 0 0,0 0 0,-1-1 0,1 1 0,1 0 0,-1 0 0,-1-4 0,0-4-738,0-1 0,1 0 0,0 1 0,2-19 0,-1 13-954,0-34-3933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8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6339,'0'0'5098,"7"25"-3625,35 167-409,-18-106-857,-14-54-172,10 52 1,-20-78-52,-14-41-99,13 31-135,1 0 1,-1 0-1,1 0 0,0 0 1,0 0-1,0 0 0,0-1 1,1 1-1,-1 0 0,1 0 1,0 0-1,1 1 0,-1-1 1,1 0-1,-1 0 0,5-6 1,29-25-4458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32 9588,'0'0'5926,"32"-7"-5222,107-17-448,-131 23-251,0 1-1,1 0 0,-1 1 1,0 0-1,0 0 1,-1 1-1,1-1 0,0 2 1,0-1-1,-1 1 1,1 0-1,-1 1 1,11 7-1,-9-4-6,0 0 0,0 1 0,-1 0 0,0 0 0,0 1 0,-1 0 0,8 12 0,-10-11-1,0 0 0,0 0 0,0 1 0,-2-1 0,1 1 0,-1 0 0,-1 0 0,2 20 0,-3-22 1,0 0 1,-1 0-1,0 0 1,-1 1-1,0-1 0,-1 0 1,0 0-1,0 0 1,-1-1-1,0 1 1,-5 11-1,-2-6 4,0-1 0,0 1 0,-2-2 1,-18 17-1,12-11 30,-24 29 1,38-42-6,0 1 0,0 0 0,0 0 0,1 0 0,0 0 0,0 1 0,1-1 1,0 1-1,0-1 0,-1 8 0,2-6 13,1 0 1,-1 0 0,1-1 0,1 1-1,0 0 1,0 0 0,0-1-1,1 1 1,0-1 0,0 1-1,1-1 1,0 0 0,7 12 0,3-1 51,0 1 1,1-2-1,24 23 1,-26-27-76,17 17 12,7 6-12,46 62 0,-73-86-18,-1-1-1,-1 2 0,0-1 1,-1 1-1,0 0 1,-1 0-1,0 1 1,-1 0-1,-1 0 0,3 17 1,-6-27 0,0-1 1,0 1-1,0 0 1,0-1-1,-1 1 1,1 0-1,-1-1 1,0 1-1,0-1 1,0 1-1,0-1 1,-1 0-1,1 0 0,-1 1 1,0-1-1,0 0 1,0 0-1,-1 0 1,1-1-1,-1 1 1,1-1-1,-1 1 1,0-1-1,0 0 1,0 0-1,-4 2 1,-7 3-1,0-1 0,-1-1 0,0 0 0,-29 5 0,-27 4-118,-116 7-1,-82-15-1946,19-6-2016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 31 8980,'0'0'8577,"-4"-3"-8521,1 0-50,-11-7 22,7 13-20,5 10-12,2-13 116,-20-4 1366,11-1-1448,-1 1-1,0 0 1,0 1 0,0 0 0,-1 1 0,1 0 0,-1 0-1,1 1 1,-1 1 0,0 0 0,-15 1 0,12 1-9,1 0 1,-1 1-1,1 0 1,-1 1 0,1 0-1,0 1 1,0 1-1,-14 8 1,8-2 159,0 0 0,1 2-1,-32 29 1,45-37-129,-1 1 1,1-1-1,-1 1 0,2 0 0,-1 0 0,1 0 1,0 1-1,1-1 0,0 1 0,0 0 0,0 0 1,1 0-1,-2 15 0,3-15-33,1 1 1,0 0-1,0 0 0,0 0 0,1 0 1,5 18-1,-5-22-17,1-1-1,0 0 1,0 1-1,1-1 1,-1 0 0,1 0-1,0 0 1,0 0-1,0-1 1,1 1 0,0-1-1,-1 0 1,9 6-1,2-1-23,0 0-1,1 0 0,-1-1 0,2-1 0,-1-1 0,1 0 0,-1-1 1,19 2-1,8-1-1505,81-2 1,-109-3 761,0-1-1,-1 0 1,1-1-1,-1-1 0,1 0 1,-1-1-1,0 0 1,0-1-1,0 0 1,-1-1-1,17-12 0,53-35-5809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3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171 115 6339,'0'0'10567,"-23"3"-9841,0 0-531,1 1 0,-30 8-1,49-11-173,1 1-1,-1-1 1,0 0-1,0 1 1,1 0 0,-1-1-1,1 1 1,0 0-1,-1 0 1,1 1-1,0-1 1,0 0-1,0 1 1,1-1-1,-1 1 1,1 0-1,-1-1 1,1 1 0,0 0-1,-1 4 1,0 1 23,0 1 0,1-1 0,0 1 0,1 0 0,0 8 1,0-7-11,0-4-26,0 0 0,1 0 0,-1 0 0,1 0-1,0-1 1,3 10 0,-3-12-11,1 0 1,-1-1-1,0 0 0,1 1 0,0-1 1,-1 0-1,1 0 0,0 0 0,0 0 1,0 0-1,1 0 0,-1-1 0,0 1 1,1-1-1,3 3 0,3-1-106,1 0 0,-1 0 0,1-1 0,0-1 0,-1 1 0,1-1 0,0-1 0,0 0 0,11-1 0,5 0-266,0-1 115,-25 2 266,-1-1 0,1 1 0,0 0 0,0 0-1,0 0 1,-1-1 0,1 1 0,0 0 0,0-1-1,-1 1 1,1 0 0,0-1 0,-1 1 0,1-1 0,-1 1-1,1-1 1,0 1 0,-1-1 0,1 0 0,-1 1 0,1-1-1,-1 0 1,0 1 0,1-1 0,-1 0 0,0 0 0,1 1-1,-1-1 1,0-1 0,9 4 143,-5 1-110,-1-1 0,0 1 0,-1 0 0,1 0-1,0 0 1,2 5 0,-2-4-18,-1-1 1,1 1-1,0-1 1,0 0-1,0 0 0,4 3 1,-3-3-50,1 0 1,0-1-1,0 0 0,0 1 1,0-2-1,1 1 0,-1-1 0,0 1 1,1-2-1,-1 1 0,1 0 1,-1-1-1,1 0 0,-1-1 1,11-1-1,-9 1-311,0-1 0,0 0 0,0 0 0,0-1 0,0 0 0,-1 0 0,1-1 0,-1 1 0,0-1 0,0-1 0,7-6 0,6-9-1595,0-1 0,-2-1 0,-1-1 0,23-41 0,5-21 1351,-5 1 4252,-24 51-687,-7 22 946,-7 11-3863,-1 0 0,0 0 0,1 0 1,-1 0-1,0 0 0,0 0 0,1 0 1,-1 0-1,0 0 0,1 0 0,-1 0 0,0 0 1,1 1-1,-1-1 0,0 0 0,0 0 1,1 0-1,-1 0 0,0 1 0,0-1 0,0 0 1,1 0-1,-1 1 0,0-1 0,0 0 1,1 1-1,9 24 541,-10-24-586,33 102 1179,47 104 0,-70-188-1244,-3-5-109,0 1 0,0 0 1,-2 0-1,0 0 0,0 1 0,-1 0 1,1 20-1,-4-34-1,-1-1 0,0 1 0,0-1 0,0 1 0,0-1-1,0 1 1,-1-1 0,1 1 0,0-1 0,-1 1 0,1-1 0,-1 1 0,1-1 0,-1 0 0,0 1 0,1-1 0,-1 0 0,0 1-1,0-1 1,0 0 0,0 0 0,0 0 0,0 0 0,0 0 0,-1 0 0,1 0 0,0 0 0,0-1 0,-1 1 0,-1 0 0,-3 1-597,0-1 0,0 0 1,0-1-1,0 1 1,-1-1-1,-7-1 0,3 0-331,5 1 627,1 0-1,0-1 0,0 0 1,0 0-1,0 0 1,0-1-1,0 0 1,0 1-1,0-2 0,0 1 1,-5-4-1,6 2 407,-1 1 0,0-2 0,1 1-1,-1 0 1,1-1 0,0 0 0,1 0 0,-6-9 0,4 4 770,0-1 0,1 0 1,0 0-1,1 0 0,0 0 0,1-1 1,0 1-1,1-1 0,0 1 1,1-13-1,1 19-459,0 1-1,-1-1 1,1 0 0,1 1-1,-1-1 1,1 0-1,0 1 1,0 0 0,0 0-1,1-1 1,-1 1-1,1 0 1,0 1 0,0-1-1,0 1 1,1-1 0,-1 1-1,1 0 1,0 0-1,0 0 1,0 1 0,0-1-1,5-1 1,8-4 174,1 1 0,0 0 0,1 1 0,28-5 1,24 1-121,1 2 0,112 3 1,-93 4-1777,-22-3-3291,-7-9-5356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329 427 1393,'0'0'8657,"-5"-25"-7376,-14-77-225,10 67 403,2 28-100,1 4 679,-1 3-924,6 1-940,5 2-118,4-1-48,0 0-1,0 0 0,0 0 1,0-1-1,0 0 1,11-1-1,53-4 8,-70 4-14,1-1 0,-1 0 1,0 0-1,1 0 0,-1 0 0,0 0 0,0 0 1,1 0-1,-1-1 0,0 1 0,0-1 0,0 0 1,-1 1-1,1-1 0,0 0 0,-1 0 0,1 0 1,-1 0-1,0 0 0,1-1 0,-1 1 1,1-4-1,-1 4-1,-1 0 0,1 1-1,-1-1 1,0 0 0,1 1 0,-1-1 0,0 0 0,0 0 0,0 1 0,0-1 0,-1 0-1,1 0 1,0 1 0,-1-1 0,1 0 0,-1 1 0,0-1 0,1 0 0,-1 1 0,0-1-1,0 1 1,0 0 0,0-1 0,0 1 0,0 0 0,-1-1 0,1 1 0,0 0 0,-1 0-1,1 0 1,-1 0 0,1 0 0,-1 0 0,-1 0 0,-7-3-1,1 1 0,-1 0 0,0 1 0,0 0 0,-17-1 1,-55 1 11,63 2-9,-5-1 47,0 2 0,0 1 0,-33 7 0,48-7 3,1 0 1,0 1-1,1 0 1,-1 0-1,0 1 1,1 0-1,0 0 1,0 0-1,0 1 1,0 0-1,1 1 1,0-1-1,-8 10 1,11-11-10,0 1 0,0-1-1,1 0 1,0 1 0,0-1 0,0 1 0,0 0-1,1 0 1,-2 9 0,3-11-24,0 1-1,-1-1 1,1 0 0,0 0 0,1 1 0,-1-1-1,0 0 1,1 0 0,0 0 0,0 0-1,0 0 1,0 0 0,0 0 0,1 0-1,-1 0 1,1 0 0,3 3 0,0 0-3,1-2 0,-1 1 0,1 0 1,1-1-1,-1 0 0,1 0 1,10 3-1,3 2 13,34 8 1,-11-7-122,1-2 1,78 5-1,92-13-2079,-190-1 2017,-1-1 1,1 0 0,-1-2-1,0-1 1,-1-1 0,1-1-1,-1-1 1,0-1 0,-1 0-1,0-2 1,-1 0 0,0-2 0,-1 0-1,32-29 1,-47 39 214,-1 0 0,0-1 0,0 0 0,0 0 0,0 0 0,0 0 0,-1 0 0,0 0 0,0-1 0,0 1-1,0-1 1,-1 1 0,0-1 0,0 0 0,0 1 0,0-1 0,-1 0 0,0 0 0,-1-8 0,1 12-13,0 0-1,0 0 1,0 0-1,0 0 1,0 0-1,0 0 1,-1 0-1,1 0 0,0 1 1,-1-1-1,1 0 1,-1 0-1,1 0 1,-1 1-1,1-1 1,-1 0-1,1 1 1,-1-1-1,0 0 1,1 1-1,-1-1 1,0 1-1,0-1 1,1 1-1,-1-1 1,0 1-1,0 0 1,0-1-1,0 1 1,0 0-1,1 0 1,-3-1-1,-34 0 494,24 2-253,9-1-230,-1-1 1,1 2-1,0-1 1,0 0-1,0 1 1,-1 0-1,-6 2 1,10-2-54,0 0 1,-1 0 0,1 0-1,0 0 1,0 0 0,0 0 0,0 0-1,0 0 1,0 0 0,0 1-1,0-1 1,1 0 0,-1 1 0,0-1-1,1 0 1,-1 1 0,1-1-1,0 1 1,-1-1 0,1 1 0,0-1-1,0 1 1,0-1 0,0 1-1,0 2 1,0-2-7,0 1 0,0-1 0,0 1-1,1-1 1,-1 0 0,1 1 0,-1-1 0,1 0 0,0 1-1,0-1 1,0 0 0,0 0 0,0 1 0,0-1-1,3 3 1,-1-3-6,0 1-1,0-1 0,0 0 0,0 0 1,0 0-1,0-1 0,1 1 0,-1-1 1,0 1-1,5 0 0,17 3-303,0-1 1,0-2-1,0 0 0,0-2 0,44-4 0,-67 4 313,-1 0-1,0 0 1,0 0-1,0 0 1,0 0-1,0 0 1,0 0-1,0-1 1,0 1-1,0-1 1,0 1-1,0 0 1,0-1-1,0 0 1,0 1-1,0-1 1,-1 1-1,1-1 1,0 0-1,0 0 1,-1 0-1,1 1 1,0-1-1,-1 0 1,1 0-1,-1 0 1,1 0-1,-1 0 1,1 0-1,-1 0 1,1-2-1,-1 3 594,13 0-453,27 1-138,37-2-1295,-69 1 838,0-1-1,1-1 1,-1 0-1,0 0 1,0 0-1,0-1 1,7-4-1,5-4-1256,0-2 0,0 0 0,34-32 0,43-57 1016,-89 94 1110,20-27 1062,-27 33-820,0 0 0,0 0 0,0 0 0,0 0 0,-1-1 0,1 1 0,0 0 0,-1-1 0,1-4 1632,-1 11-1604,2 27-289,1 0 1,2 0-1,1 0 1,1-1-1,18 45 1,-18-53-669,9 46 1,-12-6-3775,-4-38-1542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45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7876,'0'0'7907,"124"-158"-5842,-67 137-928,19 9-705,-3 9-432,8 3 0,-11 0-977,-9 0-3152,-10 0-10182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56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86 7315,'0'0'10098,"0"-3"-9017,0-1-1186,2-4 2232,19 4-177,139-4-240,210-38 1,-335 35-1399,-33 10-27,-9 1-117,-469 20 107,283 9-248,309-27-89,57-14 124,-39 0-9,54 9 7,-166 3-61,-27 5-26,-11 4 53,-1 0 0,0-2 0,-31 10 0,40-17 18,-10 3-63,18-3 40,-1 0-1,1 0 1,0 0-1,-1 0 1,1 1-1,-1-1 0,1 0 1,-1 0-1,1 0 1,0 0-1,-1 1 1,1-1-1,-1 0 1,1 0-1,0 1 0,-1-1 1,1 0-1,0 1 1,-1-1-1,1 0 1,0 1-1,0-1 0,-1 1 1,1-1-1,0 0 1,0 1-1,0 0 1,18-3 488,-2-2-356,-1 0 1,0-2-1,17-8 0,-22 10-202,1-1 0,-1 1 0,1 1 0,19-5 0,-166 31-2890,69-9 753,-98 12-5108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57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64 10613,'0'0'7737,"-4"-14"-7276,3 10-451,0 1 0,0-1 0,0 1 0,0-1 0,-1 1 0,1 0-1,-1-1 1,0 1 0,0 0 0,0 0 0,0 0 0,-4-3 0,5 5-3,0 1 0,0-1-1,0 1 1,0 0 0,0-1 0,0 1 0,0 0 0,-1 0 0,1 0 0,0 0 0,0 0 0,0 0 0,0 0 0,0 0 0,0 0 0,-1 0 0,1 0 0,-2 1 0,-1 1 30,-1 1 0,0-1 0,0 1 0,1-1 0,0 1 0,-5 4 1,-153 129 1302,134-109-992,2 1 0,0 1 0,-32 48-1,53-70-304,1 1 0,0-1 0,0 1 0,1 0 0,0 0 0,0 1 0,-2 14 0,5-21-43,-1 0 0,1 0 0,0 1 0,0-1 0,0 0 1,0 1-1,0-1 0,0 0 0,1 1 0,-1-1 1,1 0-1,0 0 0,-1 1 0,1-1 0,0 0 1,0 0-1,1 0 0,-1 0 0,0 0 0,1 0 0,-1-1 1,1 1-1,-1 0 0,1-1 0,0 1 0,0-1 1,0 1-1,0-1 0,0 0 0,0 0 0,0 0 1,0 0-1,3 0 0,18 4-116,0-1 0,0-1 1,1-1-1,36-2 0,-50 0-1,23-1-676,-1-1 0,0-2 0,0-1 0,-1-2 1,1-1-1,57-23 0,-39 8-542,-2-1 0,-1-2-1,59-44 1,-101 66 1381,1 0 181,0 1 0,-1-1 0,1-1 0,-1 1 0,0-1 0,-1 0 0,1 0 0,-1-1 0,5-7 0,-18 12 2929,-1 3-2987,-1 1-1,0 0 1,1 0-1,-1 1 1,1 1-1,0-1 1,0 2-1,1-1 1,-13 11-1,-6 1 247,12-7-118,1 0 1,0 0 0,0 1-1,1 1 1,1 1 0,-14 15-1,25-25-253,0 0 0,0 0 0,0 0-1,0 0 1,1 0 0,0 0 0,-2 4 0,3-6-43,-1 0 1,1 0-1,0 0 1,0 0-1,0-1 1,0 1-1,0 0 1,0 0-1,0 0 1,0 0-1,0 0 1,0-1-1,0 1 1,0 0-1,1 0 1,-1 0-1,0-1 1,1 1-1,-1 0 1,0 0-1,1-1 0,-1 1 1,1 0-1,-1 0 1,1-1-1,0 1 1,-1-1-1,1 1 1,0-1-1,-1 1 1,1-1-1,0 1 1,-1-1-1,1 1 1,0-1-1,1 1 1,12 2-47,0 0 1,-1-1-1,1-1 1,0 0-1,0-1 0,0 0 1,0-1-1,0-1 1,0 0-1,0-1 0,-1 0 1,1-1-1,13-6 1,0-6-92,0 0 1,27-24 0,-54 40 135,1 9 219,0 0 0,0-1-1,5 13 1,-5-18-215,0-1 0,1 0 0,-1 0 0,0 0 0,1 0 0,0 0 0,-1 0 0,1 0 0,0 0 0,0-1 0,0 1 0,0-1 0,0 0 0,1 1 0,-1-1 0,0 0 0,0 0 0,1 0 0,-1-1 0,4 2 0,4-1-115,0 1-1,0-1 0,17-1 1,-16 0-151,-8 0 37,0 0 0,-1 0-1,1 0 1,0 0 0,0-1 0,0 1 0,-1-1 0,1 0 0,0 1-1,-1-1 1,1 0 0,-1-1 0,1 1 0,-1 0 0,1-1-1,-1 1 1,0-1 0,0 0 0,0 0 0,0 0 0,0 0 0,0 0-1,0 0 1,-1-1 0,1 1 0,-1 0 0,2-4 0,22-43-6920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57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9028,'0'0'7561,"0"31"-6136,0 104-449,8 99 187,-8-232-1164,1 9-191,0-1 0,-1 0 1,-3 21-1,3-30 95,0 0 0,-1 0 0,1 0 0,0 0 0,-1 0-1,0 0 1,1 0 0,-1 0 0,1 0 0,-1 0 0,0 0 0,0-1 0,0 1 0,1 0 0,-1 0 0,0-1 0,0 1 0,0-1 0,0 1 0,0-1-1,0 1 1,0-1 0,0 0 0,0 1 0,-1-1 0,0 0 0,-32 2-3069,23-3 1536,9 1 1283,-1 0 0,1 0-1,0 0 1,0-1 0,0 1-1,0-1 1,-1 1 0,1-1-1,0 0 1,0 0 0,0 0-1,0 0 1,0 0 0,1 0 0,-1-1-1,-2-1 1,2 1 115,0-1 0,0 1 0,0-1 1,0 0-1,0 0 0,1 0 0,-1 0 0,1 0 0,-2-6 0,0-4 679,1 0-1,0-1 0,1 1 0,1-18 0,0 27-185,0 1-1,1 0 0,-1 0 1,1 0-1,0 0 1,0 0-1,0 0 1,0 0-1,0 0 1,1 0-1,-1 0 1,1 0-1,0 1 0,0-1 1,0 1-1,0 0 1,0-1-1,1 1 1,-1 0-1,1 0 1,4-3-1,5-2 463,1 1-1,0 0 1,23-7-1,-31 11-666,30-8 632,0 2 0,58-6 0,-63 11-1352,0-1-1,-1-2 0,1-1 1,45-18-1,-9-11-7430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9:58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1806 19 7603,'0'0'9477,"1"-3"-8784,-1 2-675,0 1 0,0 0-1,0-1 1,1 1-1,-1 0 1,0-1-1,0 1 1,0 0-1,0-1 1,0 1 0,0-1-1,0 1 1,0 0-1,0-1 1,0 1-1,0 0 1,0-1 0,0 1-1,0-1 1,0 1-1,0 0 1,-1-1-1,1 1 1,0 0-1,0-1 1,0 1 0,0 0-1,-1-1 1,1 1-1,0 0 1,0 0-1,-1-1 1,1 1-1,0 0 1,-1 0 0,1-1-1,0 1 1,-1 0-1,1 0 1,0 0-1,-1-1 1,-25 0 401,24 1-399,-1114 21 4510,1014-15-4394,-355 34 286,439-37-383,0 1-1,-23 9 1,24-7-6,16-4-9,0 1 1,1-1-1,-1 0 0,0 1 0,1-1 1,0 1-1,-1-1 0,1 1 0,0-1 1,0 1-1,0-1 0,1 5 1,0 2 75,-1 21 235,2 1-1,2 0 1,0-1-1,13 44 1,27 108 269,32 281 1,-65-175-505,-12-215-88,1-73 84,43-2-106,70-12 0,-12 0 24,455-11-3,-229 16-14,-292 8 11,1-2 0,0-2-1,-1-1 1,0-2 0,-1-1-1,1-2 1,58-27 0,-80 32-3,0-1 0,-1 0 0,0 0 0,-1-2 0,19-15 0,-25 19-2,-1 0 0,0-1 0,0 1 0,-1-1 0,1 1 0,-1-1 0,0 0 0,-1-1 0,0 1 0,0 0 0,0-1 0,0 1 0,-1-1-1,0-9 1,1-73 10,-4 0-1,-21-136 0,-1-33 31,23 215-38,0 3-27,-7-43-1,8 82-77,0 0 0,0 0-1,0 0 1,0 0 0,0 0-1,0 0 1,-1 0 0,1 0-1,0 0 1,-1 1-1,1-1 1,-1 0 0,1 0-1,-1 0 1,1 0 0,-1 1-1,1-1 1,-1 0-1,0 0 1,0 1 0,1-1-1,-1 1 1,0-1 0,0 1-1,0-1 1,1 1 0,-1-1-1,0 1 1,0 0-1,0-1 1,0 1 0,0 0-1,0 0 1,0 0 0,0 0-1,0 0 1,0 0 0,0 0-1,0 0 1,0 0-1,0 0 1,0 0 0,0 1-1,-1-1 1,-2 1-829,-18 1-6210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00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112 115 464,'0'0'4031,"-18"4"-2929,-57 10 318,56-11 11028,23-3-11119,16-1-919,-1-2 1,0 0 0,-1-1 0,23-8 0,33-7 13,196-47 376,-263 64 178,-1 0-4023,-2-8-5733,-4-4-15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00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551 0 1681,'0'0'17731,"27"2"-17305,-10-1-346,0 0-12,-1 0 0,1 1 1,16 4-1,-26-4-38,1 0 0,-1 1 0,0 0 1,0 0-1,-1 0 0,1 1 0,-1 0 1,1 0-1,-1 1 0,-1 0 0,10 9 0,-8-6-8,0 0-1,-1 1 1,0 0-1,-1 0 0,0 0 1,0 1-1,-1 0 1,5 14-1,-5-8-13,-1 1 0,-1 0 0,0-1 0,0 27 0,-2-35-7,0 0 1,-1 1 0,0-1 0,0 1-1,-1-1 1,0 0 0,0 0 0,-1 0 0,0 0-1,0 0 1,-1 0 0,0-1 0,-1 0-1,1 1 1,-1-2 0,-1 1 0,-10 11 0,-16 13-17,-1-1 1,-40 28-1,-79 46-464,86-62-1046,-77 36 0,97-57-1052,-56 17 0,-22-4-5880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0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373 158 6579,'0'0'12416,"21"-25"-11138,65-71-264,-69 74-608,-16 22-401,-1 0 1,0 0 0,0 0-1,0 0 1,0 0-1,0-1 1,0 1-1,0 0 1,0 0-1,0 0 1,0 0 0,0 0-1,-1 0 1,1-1-1,0 1 1,0 0-1,0 0 1,0 0-1,0 0 1,0 0 0,0 0-1,0 0 1,0-1-1,0 1 1,0 0-1,0 0 1,-1 0 0,1 0-1,0 0 1,0 0-1,0 0 1,0 0-1,0 0 1,0 0-1,0 0 1,-1 0 0,1 0-1,0 0 1,0-1-1,0 1 1,0 0-1,0 0 1,0 0-1,-1 0 1,1 0 0,0 1-1,0-1 1,0 0-1,0 0 1,0 0-1,0 0 1,-1 0-1,1 0 1,0 0 0,0 0-1,0 0 1,0 0-1,0 0 1,-21 0 84,1 2 0,0-1 0,0 2 0,1 1 0,-1 0 0,0 2 0,-28 11 0,40-13-69,-41 16 204,-59 35 0,96-49-198,0 2 0,1 0 1,0 0-1,0 1 0,1 0 1,0 1-1,1 0 0,0 0 1,0 1-1,-9 17 0,15-22-25,0 1 0,0 0-1,1 0 1,-2 11 0,3-16-2,0 1 0,1-1 1,0 1-1,0-1 0,0 1 0,0-1 1,0 1-1,0-1 0,0 1 1,1-1-1,-1 1 0,1-1 0,0 1 1,0-1-1,0 0 0,2 4 0,0-3 0,0 0 0,0-1-1,1 1 1,-1-1 0,1 1 0,-1-1-1,1-1 1,0 1 0,0 0-1,0-1 1,0 0 0,0 0-1,8 1 1,9 1-4,30 0-1,-48-3 5,17 1-4,3-1-3,30-1 1,-45 0-2,0-1-1,0 1 1,0-1 0,0 0 0,-1-1 0,1 0 0,10-6-1,-10 5 9,-1 0 0,1-1-1,-1 0 1,0 0-1,0-1 1,-1 0 0,1 0-1,-1 0 1,-1-1-1,1 0 1,-1 0 0,0-1-1,-1 1 1,0-1-1,0 0 1,-1 0 0,0-1-1,0 1 1,2-15-1,-2-7 16,-2 0-1,-6-56 0,-1 61-19,0-2-158,11 26-797,11 3-492,1 0 0,-1 0 0,1 2 1,18 6-1,2 0-2020,32 6-5444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06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40 7716,'0'0'9916,"-25"-6"-9406,-80-15-67,102 21-422,0 0 0,0-1 0,-1 1 1,1 1-1,0-1 0,0 0 1,-1 1-1,1 0 0,0-1 1,0 1-1,0 0 0,0 1 1,0-1-1,0 0 0,0 1 0,0 0 1,1 0-1,-1 0 0,1 0 1,-1 0-1,1 0 0,0 1 1,0-1-1,0 1 0,0-1 1,-2 5-1,-2 1 17,2-2-19,0-1-1,1 1 1,0-1 0,0 1-1,0 0 1,1 0-1,-2 10 1,3-14-19,0 0-1,1 1 1,-1-1 0,1 1 0,0-1-1,0 0 1,0 1 0,0-1-1,0 1 1,1-1 0,-1 1-1,1-1 1,-1 0 0,1 1-1,0-1 1,0 0 0,0 0-1,0 1 1,0-1 0,1 0-1,-1 0 1,1 0 0,1 2 0,1-1-18,0-1 1,1 1 0,-1-1 0,0 0 0,1 0 0,-1 0 0,1 0 0,0-1 0,-1 0 0,1 0 0,6 0 0,59 2-359,-51-3 266,-15-1 105,0 1 0,-1 0 0,1-1 0,0 0 0,-1 0 0,1 0 0,0 0 0,-1 0 0,0-1 0,1 0 1,-1 1-1,0-1 0,0 0 0,0-1 0,0 1 0,0-1 0,0 1 0,-1-1 0,1 0 0,-1 0 1,0 0-1,0 0 0,0 0 0,2-6 0,-1 3 42,-1 0 1,1 0-1,-2 0 1,1 0 0,-1-1-1,0 1 1,0 0-1,-1-1 1,0 1-1,0-1 1,0 1-1,-1 0 1,0-1-1,-2-7 1,-10-11 390,13 24-562,-1-1 1,0 1-1,0 0 0,1 0 1,-1-1-1,0 1 0,0 0 1,0 0-1,-1 0 0,1 0 1,0 0-1,0 0 0,0 1 1,-3-2-1,26 2-3817,12 0-3335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0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8276,'0'0'9812,"0"-4"-9636,0 35 465,0 5-193,0-6-320,0 7 16,3-4-96,4-3-48,-4-3 0,-3-5 0,3-1-800,0-9-1698,9-12-3856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06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412 109 6291,'0'0'8737,"-17"-11"-7856,-56-36-100,69 46-705,0-1 0,0 0-1,0 1 1,0 0 0,0 0-1,0 0 1,-1 0 0,1 1-1,0-1 1,-1 1 0,1 1-1,0-1 1,0 0 0,-1 1-1,1 0 1,0 0 0,-5 2 0,1 0 96,-1 1 1,0 1 0,1 0-1,0 0 1,-8 7 0,5-4 63,0 2 1,0-1-1,1 1 0,0 1 1,1 0-1,0 0 1,-11 21-1,16-25-199,0 0 0,1 0 0,0 0 0,1 1 0,-1-1 0,2 1 0,-1-1 0,1 1 0,0 0 0,0 0 0,1 0 0,0-1 0,1 1 1,-1 0-1,3 10 0,-1-15-37,-1 0 1,0 0-1,1 0 1,-1 0-1,1-1 1,0 1 0,0-1-1,0 1 1,0-1-1,1 1 1,-1-1 0,1 0-1,-1 0 1,1-1-1,0 1 1,-1 0 0,1-1-1,0 0 1,0 1-1,0-1 1,0 0-1,0-1 1,7 2 0,7 1 0,1-1 1,-1-1 0,20 0 0,-31-1-2,6 0 3,0-1 0,0 1 0,0-2 1,20-4-1,-28 4-1,1 1 0,0-1 1,-1 0-1,1-1 0,-1 1 1,0-1-1,0 1 0,0-1 0,0-1 1,0 1-1,-1 0 0,1-1 1,5-7-1,-3-1 5,0 1 0,0-1 0,-1-1 0,0 1 0,-1-1 0,-1 1-1,0-1 1,-1 0 0,0 0 0,-1 0 0,0-1 0,-1 1 0,0 0 0,-5-24 0,4 32-6,0 0 0,-1 1 0,1-1 0,-1 1 0,0-1 1,0 1-1,0 0 0,-1 0 0,0 0 0,0 0 0,0 0 0,0 1 0,0-1 0,-1 1 0,1 0 0,-1 0 1,0 0-1,0 0 0,0 1 0,0 0 0,-1 0 0,1 0 0,-1 0 0,-7-1 0,-7-2-275,0 1-1,0 2 1,0 0 0,-35 0-1,-44 2-3577,-2 0-4245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15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312 111 4722,'0'0'10269,"19"-19"-8876,58-53-206,-61 55-187,-17 17-996,1 0 1,0 0 0,0 0 0,0 0 0,0 0 0,0 0-1,0 0 1,0 0 0,0 0 0,0 0 0,0 0-1,0 0 1,0 0 0,0 0 0,0 0 0,0 0-1,-1 0 1,1 0 0,0 0 0,0 0 0,0 0 0,0 0-1,0 0 1,0-1 0,0 1 0,0 0 0,0 0-1,0 0 1,0 0 0,0 0 0,0 0 0,0 0-1,0 0 1,0 0 0,0 0 0,0 0 0,0 0-1,0 0 1,0-1 0,0 1 0,0 0 0,0 0 0,0 0-1,0 0 1,0 0 0,0 0 0,0 0 0,0 0-1,1 0 1,-1 0 0,0 0 0,0 0 0,0 0-1,0 0 1,0 0 0,0 0 0,0 0 0,0-1-1,0 1 1,0 0 0,-10 6 268,-17 10 634,1 2-1,1 1 1,-41 40 0,7-7-66,-59 60 436,82-75-1193,-13 14-207,49-51 4,0 0-1,0 0 0,0 0 0,0 1 1,0-1-1,0 0 0,0 0 0,0 0 0,0 0 1,0 0-1,-1 0 0,1 0 0,0 0 1,0 1-1,0-1 0,0 0 0,0 0 0,0 0 1,0 0-1,-1 0 0,1 0 0,0 0 1,0 0-1,0 0 0,0 0 0,0 0 0,-1 0 1,1 0-1,0 0 0,0 0 0,0 0 1,0 0-1,0 0 0,-1 0 0,1 0 1,0 0-1,0 0 0,0 0 0,0 0 0,0 0 1,0 0-1,-1 0 0,1-1 0,0 1 1,0 0-1,0 0 0,0 0 0,0 0 0,0 0 1,0 0-1,0 0 0,-1-1 0,1 1 1,0 0-1,0 0 0,0 0 0,0 0 1,0 0-1,0 0 0,0-1 0,0 1 0,0 0 1,0 0-1,-1-11-4849,1 10 5299,0-18-4401,0-3-187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15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3073,'0'0'9026,"1"-10"-7676,5-30 2,-6 39-1280,0 0-1,0 1 0,1-1 0,-1 0 1,0 1-1,1-1 0,-1 1 0,0-1 1,1 0-1,-1 1 0,1-1 0,-1 1 1,1 0-1,-1-1 0,1 1 0,-1-1 0,1 1 1,-1 0-1,1-1 0,0 1 0,-1 0 1,1 0-1,0-1 0,-1 1 0,1 0 1,0 0-1,-1 0 0,1 0 0,1 0 1,16 3 854,-17-3-841,3 2 46,0 0 0,0 0 0,-1 1 0,1-1 0,-1 1 0,1 0 0,-1 0 0,0 0 0,-1 0 0,1 0 0,0 1 0,-1 0 0,0-1 0,0 1 0,3 6 0,5 8 270,11 13 106,4 10 74,2-2 1,56 63-1,-79-99-536,-3-3-41,0 1 0,0 0 0,-1-1 0,1 1 0,0 0 0,0 0 0,0-1 0,-1 1 1,1 0-1,0 0 0,-1 0 0,1 0 0,-1 0 0,1 0 0,-1 0 0,0 0 0,1 0 0,-1 0 0,0 0 0,0 0 0,0 3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17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2282 73 2017,'0'0'10741,"5"-12"-9503,13-37 74,-14 37-258,-9 12-406,-269 21 2585,108-5-2269,-183 2 251,89-7-482,-133-1-138,45-2-190,2 26 118,330-32-478,0 1 0,0 1 0,-29 11 0,41-13-33,1-1-1,-1 1 1,0 0-1,1 0 1,-1 0-1,1 0 0,0 1 1,0 0-1,0-1 1,0 1-1,0 0 1,1 0-1,-1 1 1,1-1-1,0 0 0,0 1 1,0 0-1,0-1 1,1 1-1,0 0 1,-2 5-1,-5 52 527,4-1 1,1 1-1,7 63 0,20 94 269,-7-76-459,24 232 63,-10-179-269,-19-128-92,9 52 26,-1-11 77,10 162 0,-28-220-139,-2 191 87,-1-236-99,0-1 1,0 0 0,0 1 0,-1-1 0,1 0 0,-1 0 0,0 0 0,0-1 0,-6 8 0,6-8 0,0 1-1,-1-1 1,2 0 0,-1 1-1,0 0 1,-1 5 0,3-9-2,0 1 0,0-1 0,-1 1 0,1-1 0,0 1 0,0-1 0,0 1 0,-1-1 0,1 1 0,0-1 0,-1 1 0,1-1 0,0 0 0,-1 1 0,1-1 0,-1 0 0,1 1 0,0-1 0,-1 0 0,1 1 0,-1-1 0,1 0 0,-1 0 0,1 1 0,-1-1 0,1 0 0,-1 0 0,0 0 0,0 0 82,13-3-54,13-8-26,0 2-1,0 0 1,1 1 0,0 2 0,40-5 0,138-3 12,-188 13-12,819-4 162,-710 8-200,199 4-38,-3-21 32,-205 3 25,142-19 48,-219 21-23,-1-2 0,0-1 0,-1-2 0,67-36 0,-101 48-9,1 0 0,-1-1 0,1 1 0,-1-1 0,0 0 0,0 0 0,0 0 0,0 0 0,0-1 0,-1 1 0,0-1 1,0 0-1,0 0 0,0 0 0,0 0 0,-1 0 0,0 0 0,1 0 0,-1-4 0,2-10-3,-1 0-1,-1 0 1,-1-22 0,0 23 2,0-16 3,1-34 6,-14-113 0,-9 47 17,-5 1 0,-6 1-1,-71-178 1,30 134 24,-48-121 0,98 229-35,3-2-1,-17-101 1,34 130-14,1-72 1,3 79-2,0 33 1,-1-1-1,1 1 1,0 0 0,0-1 0,-1 1-1,1 0 1,0-1 0,-1 1 0,1 0-1,0-1 1,-1 1 0,1 0 0,-1 0 0,1-1-1,-1 1 1,1 0 0,0 0 0,-1 0-1,1 0 1,-1 0 0,1 0 0,-1 0 0,1 0-1,-1-1 1,1 2 0,-1-1 0,1 0-1,0 0 1,-1 0 0,1 0 0,-2 0-1,-18 4-266,8 0-43,1 2 0,-1-1 1,1 1-1,0 1 0,1 0 0,-11 10 0,7-7-109,-25 19-2318,0-3 0,-46 24-1,-13-8-6549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0:26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3538,'0'0'560,"188"-72"-560,-109 29-704,-1-5-209,-11-7-159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31T08:40:36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4772 5363 242 0,'0'0'81'0,"0"0"-34"0,0 0-6 0,0 0 33 15,0 0-28-15,0 0 1 16,0 0 2-16,0-24 28 16,0 24-29-16,0 0 15 15,0 0 10-15,0 0-2 16,-6 0-4-16,-4 4-5 16,-1 10 18-16,3-6-2 15,-1 6-24-15,4-8 0 16,5 1 5-16,0-7-29 0,0 5-9 15,14-5-9-15,30 0 31 16,16 0 14-16,14 0-21 16,6-5-10-16,-2-2 2 15,-7-1-14-15,-13 3-10 16,-12 3 4-16,-9-3-5 16,-13 3 0-16,-10 0 0 15,-6 2-2-15,-4 0 0 16,-4 0-1-16,3 0-49 15,-3 0-122-15,0 0-294 16</inkml:trace>
  <inkml:trace contextRef="#ctx0" brushRef="#br0" timeOffset="1016.64">7076 4573 684 0,'0'0'74'16,"0"0"-2"-16,0 0 39 0,0 0-40 16,0 0-15-16,0 0 2 15,0-28 2-15,-6 26 0 16,-6 2-4-16,3 0 10 16,-7 0-9-16,-3 2-23 15,-6 14-2-15,-2 4-1 16,-2 3 1-16,4 3-3 0,2 1-9 15,0 4 1-15,3-2-2 16,2 4-1-16,0-1-5 16,5 1-1-16,-1-2-3 15,1 3 1-15,2 2-3 16,0-1 2-16,0-1 1 16,-1 1 0-16,6-4-2 15,-3-2-7-15,9-2 6 16,0 2-1-16,0-2-3 15,0 1 4-15,0 0-6 16,0 1 2-16,15-5 0 16,4 3-1-16,-2-1 1 0,1-3 4 15,2-1-3 1,-2-7-1-16,6-3-1 0,1-3 1 16,4-7 7-16,7-2-2 15,6 0 1-15,7-16-6 16,3-11 5-16,-4-4-1 15,-3-7-2-15,1-6-4 16,-6-5 1-16,-6-3 0 16,-8-5 1-16,-3 1 6 15,-14-4 1-15,-7-2-4 16,-2-1 4-16,0-2-1 16,-9 14 0-16,-6 2-3 15,-3 11-3-15,-3 7 1 16,0 8-4-16,-8 8-3 15,-7 10-10-15,-11 5-53 0,-13 14-133 16,-11 17-221-16</inkml:trace>
  <inkml:trace contextRef="#ctx0" brushRef="#br0" timeOffset="3416.8">5225 6016 342 0,'0'0'60'0,"0"0"-34"0,0 0 29 15,0 0 6-15,0 0-9 0,0 0-32 16,0 0 6-16,-8-4 38 16,8 4-17-16,0 0 15 15,0 0 27-15,-2 0-9 16,0 0-12-16,2 0-2 15,0 0-17-15,0 0-5 16,0 0-12-16,0 0-9 16,0 0-8-16,16 0 0 15,19 2 38-15,12 2-9 16,11-4-11-16,4 0-8 16,-2 0-11-16,-4 0-6 15,-8 0-7-15,-15 0 3 16,-4 0-1-16,-14 0 3 0,-6 0-4 15,-4 0 7 1,-5 0-5-16,0 0 14 0,0 0 1 16,0 0-3-16,0 0-2 15,-20 0-5-15,-7 0-4 16,-13 5-4-16,-7 4-2 16,-2 2 2-16,0-5 0 15,7 3-1-15,6-2 0 16,14-3 1-16,6-1 0 15,16-3-2-15,0 0 0 16,0 0-5-16,20 0 6 16,20 0 1-16,14-7 2 15,6-6-1-15,-4-3-1 16,-6 3 0-16,-15 4 0 16,-20 4 0-16,-5 3-1 0,-10 2 1 15,0 0-1-15,0 0 5 16,0 0-4-16,-12 0 2 15,-15 0-3-15,-5 11 0 16,-1 3 0-16,2-1-4 16,11-6-36-16,20 4-57 15,4-11-168-15,43 0-246 16</inkml:trace>
  <inkml:trace contextRef="#ctx0" brushRef="#br0" timeOffset="4700.12">7924 5452 431 0,'0'0'123'0,"0"0"-99"0,0 0 18 0,0 0 26 0,0 0-30 15,0 0-18-15,36-60 23 16,-36 58 30-16,0-3 36 15,0 3-4-15,0 2-33 16,0-4-16-16,0 2 1 16,-7 2-21-16,-6-7 12 15,-5 7 5-15,1-5-26 16,-3 5 0-16,-1 0 1 16,2 0-7-16,-4 0 4 15,1 0 2-15,2 0 0 16,0 5-2-16,-1 2-2 15,2-1-5-15,3 3 4 0,7-2-12 16,-1 0 1-16,2 1 0 16,0 1-8-16,-1 5 4 15,-5 1-1-15,1 3 3 16,-1 2 6-16,1 2-5 16,5 1 1-16,-2 1-3 15,1 0-1-15,1 6-2 16,1-6 1-16,0-1-4 15,2-1 1-15,5-2 2 16,0 0-2-16,0 0 2 16,0-5 0-16,0 3-5 15,0-4 7-15,3 3-5 16,6-1 0-16,2 0 0 16,0 0 1-16,3-4-1 0,1 7 0 15,3-8-1-15,1 0 0 16,4-2 1-16,2-2 1 15,-1-5-1-15,5-2-2 16,7 0 4-16,-1 0-3 16,5-5-1-16,5-10 3 15,-7-3-2-15,-3-3-1 16,-1-1-1-16,-1-4 1 16,-6-3 0-16,0 0 1 15,-7 0 1-15,-9-2-2 16,-9-7 1-16,-2-4-1 0,0-7 14 15,0 1-5-15,-8-5-2 16,-15 4 1-16,-6-2-3 16,2 11-3-16,-6 9-2 15,-1 8 0-15,-3 12-14 16,-7 11-40-16,-6 7-134 16,-6 11-270-16</inkml:trace>
  <inkml:trace contextRef="#ctx0" brushRef="#br0" timeOffset="7033.06">4847 6720 130 0,'0'0'46'0,"0"0"-14"0,0 0-10 0,0 0-13 0,0 0 1 16,0 0-4-16,0 0-5 15,-26 51 5-15,26-51 32 16,0-4-9-16,0-10-6 16,0 5 10-16,0-2 14 15,0 2 9-15,0 5 12 16,0 2 7-16,0 2 21 15,0 0-58-15,0 0-10 16,0 0-13-16,0 0-4 16,0 0 0-16,0 0 1 0,0 0 14 15,0 0 28-15,0 0 17 16,0 0-12-16,0 0-15 16,0 0 1-16,0 0-23 15,5 0-2-15,10 0-2 16,16 0 19-16,5-2-15 15,9-12-3-15,3-1 1 16,-3 1-12-16,1-4-3 16,-5 3-1-16,-7 6 1 15,-8 0-1-15,-8 5 5 16,-6 1-6-16,-8 3 2 16,-4 0 3-16,0 0 4 15,0 0 4-15,0 0 6 16,0 0-6-16,0 0-10 0,-18 7 4 15,-11 6-7-15,-7 5 0 16,-4-2-3-16,3-3 5 16,0-2-5-16,10-6 2 15,14-1 1-15,9-4-5 16,4 0 2-16,0 0-6 16,6 0 0-16,24 0 6 15,9-6 1-15,6-8 0 16,6 1-1-16,-8-3 1 15,-10 10 0-15,-10 6 0 16,-12 0 0-16,-9 0-1 16,-2 0 0-16,0 0 3 15,0 0-3-15,0 0 1 16,-21 0-1-16,-2 13 1 0,-9 0-1 16,1-2 0-16,0-2 2 15,4 0-2-15,9-4 3 16,9-3-2-16,5-2-2 15,4 0 0-15,0 0-12 16,9 0 2-16,11 0-40 16,0 0-109-16,-4 0-205 15</inkml:trace>
  <inkml:trace contextRef="#ctx0" brushRef="#br0" timeOffset="15716.55">8660 5191 302 0,'0'0'208'0,"0"0"-164"0,0 0 19 0,0 0 39 0,0 0-13 15,0 0-44 1,0 0-26-16,0 0 32 0,6-20 3 16,4 20 7-16,3 0 2 15,7 0 2-15,7 0 0 16,17 0-6-16,10 7 1 15,13 4-22-15,13-6-5 16,14-5-3-16,1 0-9 16,-3 0-9-16,-15-14-3 15,-21 3-6-15,-18 2-2 16,-20 5 2-16,-11 4-6 16,-7 0-5-16,0 0-55 15,-23 15-106-15,-10 19-104 16,-9 1-65-16</inkml:trace>
  <inkml:trace contextRef="#ctx0" brushRef="#br0" timeOffset="16117.05">8861 5824 605 0,'0'0'187'0,"0"0"-161"0,0 0 62 16,0 0-10-16,0 0-55 16,0 0-17-16,96-29 1 15,-43 16-3-15,2-3 7 16,7 3 19-16,1 2-8 16,-12 0-11-16,-11 4-7 15,-13 3-3-15,-11 1-1 0,-7 3-6 16,-5 0-58-16,-4 3-102 15,0 12-169-15</inkml:trace>
  <inkml:trace contextRef="#ctx0" brushRef="#br0" timeOffset="16599.98">8894 6361 538 0,'0'0'246'0,"0"0"-245"0,0 0 8 0,131-57 14 15,-73 41-10-15,0 5-10 16,-11 2-3-16,-14 4-1 16,-4 5-34-16,-17 0-106 15,-12 0-67-15,0 0-162 16</inkml:trace>
  <inkml:trace contextRef="#ctx0" brushRef="#br0" timeOffset="16982.93">8827 7059 662 0,'0'0'122'0,"0"0"-109"0,0 0 32 16,0 0 10-16,154-36-36 16,-91 23-10-16,-5 2-5 15,-10-3-3-15,-8 5 1 16,-13 0-2-16,-7 5-3 16,-7 4-38-16,-1-4-19 15,-8 4-65-15,-4 0-59 16,0 11-140-16</inkml:trace>
  <inkml:trace contextRef="#ctx0" brushRef="#br0" timeOffset="17299.47">8847 7805 516 0,'0'0'143'15,"0"0"-133"-15,0 0 18 16,118-45 2-16,-68 28-23 0,-4 3-6 15,-1 3 0-15,-5 2-1 16,-13 7 0-16,-8 2-29 16,-5 0-53-16,-8 0-61 15,-3 13-37-15</inkml:trace>
  <inkml:trace contextRef="#ctx0" brushRef="#br0" timeOffset="17566.63">8990 8233 470 0,'0'0'142'15,"0"0"-137"-15,0 0 40 16,0 0-7-16,0 0-22 15,120-16-10-15,-76 5-6 16,-6 5-2-16,-9-1-47 16,-6 7-31-16,-9 0 5 15,-10 0 1-15,-4 0-19 16,0 9-37-16,-12 6 15 16</inkml:trace>
  <inkml:trace contextRef="#ctx0" brushRef="#br0" timeOffset="17666.87">9125 8338 317 0,'0'0'72'16,"0"0"-25"-16,0 0 13 16,112-72-42-16,-47 23-18 15,6-2-18-15,-4-13-213 16</inkml:trace>
  <inkml:trace contextRef="#ctx0" brushRef="#br0" timeOffset="18249.68">10492 3884 402 0,'0'0'81'0,"0"0"-40"0,-23 169 54 16,23-80-22-16,0 11-4 16,11 10-40-16,14 12-20 0,2 8-7 15,-1 3-2-15,-1-2 0 16,-1-8-10-16,1-7-75 15,-5-18-74-15,-3-24-164 16</inkml:trace>
  <inkml:trace contextRef="#ctx0" brushRef="#br0" timeOffset="18616.64">11666 3966 224 0,'0'0'305'0,"0"0"-292"16,0 0 56-16,0 145 4 0,0-74-42 15,0 14 20-15,0 11-40 16,4 11-6-16,0 7-1 16,1 4-4-16,-1-5-3 15,4-11-57-15,-8-17-61 16,2-22-71-16,-2-21-218 15</inkml:trace>
  <inkml:trace contextRef="#ctx0" brushRef="#br0" timeOffset="18966.62">12933 3991 515 0,'0'0'87'0,"-33"116"14"0,17-32 26 16,-3 12-62-16,0 15-54 0,-1 14-11 15,-4-4-74-15,-3-6-235 16</inkml:trace>
  <inkml:trace contextRef="#ctx0" brushRef="#br0" timeOffset="30916.49">24994 5234 139 0,'0'0'426'0,"0"0"-377"0,0 0 94 0,0 0-23 16,0 0-22-16,0 0-38 16,65-123 3-16,-59 112 1 15,-6 5 3-15,0 3 3 16,0-1-12-16,-29 4-35 0,-18 0-19 15,-17 0-1-15,-7 13-3 16,2 12 9-16,15-3 4 16,14 0-5-16,13 0 0 15,13-2-6-15,10-1-2 16,4-1-4-16,0-1-3 16,18-6 6-16,14-8 0 15,10-3-4-15,0 0 0 16,0-27-1-16,-6-16 6 15,-5-8 3-15,-4-9-3 16,-2 0 4-16,-3 2-3 16,-2 16 3-16,-4 6 5 15,-6 14-2-15,-1 6 12 16,-7 9 0-16,0 5-5 16,-2 2-12-16,0 0-2 0,4 18-8 15,-2 17 8-15,0 13 1 16,0 3 0-16,0 0 2 15,0-2-3-15,7-5 1 16,1-10 0-16,-4-8-1 16,3-9 0-16,7-9-15 15,5-8-51-15,13 0-16 16,6-2-3-16,2-23-15 0,0-10 21 16,-3-1 38-1,-8-2 21-15,-11 9 20 0,-6 7 5 16,-10 11 28-16,-4 9 49 15,0 2-3-15,0 0-37 16,0 0-30-16,0 15-10 16,-9 8 9-16,0 8 2 15,9-5-5-15,0-3-3 16,0-3 2-16,0-3-6 16,14-8 2-16,-1-4 1 15,-5-5-4-15,0 0 10 16,-4-11 8-16,-4-12-14 15,0-3 4-15,0-1-1 16,0 0-4-16,0 7-2 16,-4 5 3-16,1 6-3 0,3 0-1 15,0 4-6 1,18 3-45-16,17-2-45 0,12 4-45 16,2 0-43-16,-6 0-66 15,-6 0 75-15,-3 0 100 16,-9-2 75-16,-7-3 29 15,-5 1 76-15,-7 4 37 16,-4-3 12-16,-2 3-40 16,0 0-18-16,0 0-30 15,0 0-25-15,0 0-27 16,-6 0-8-16,-9 3-2 16,-3 14-2-16,5 6 1 0,3 1-3 15,10-4-2 1,0 5-3-16,0-10-3 0,14-4-6 15,5-6-12-15,4-5 17 16,-7 0 3-16,-1-7 6 16,-2-6 3-16,-6 2 0 15,-2 2 2-15,-5 4 22 16,0 5 0-16,0 0-25 16,2 9-2-16,2 27 0 15,5 8 2-15,0 10 6 16,-2 0-4-16,-5 1 3 15,-2-1-1-15,-2-3-6 16,-38 0 0-16,-25-8 3 16,-29 3-3-16,-28-14-43 15,-18-19-222-15</inkml:trace>
  <inkml:trace contextRef="#ctx0" brushRef="#br0" timeOffset="36999.73">25841 4851 648 0,'0'0'106'0,"0"0"-87"0,0 0 65 0,0 0 30 15,0 0-50-15,0 0-33 16,0 0 1-16,-123-7 13 16,103 5 5-16,-8 2-1 15,-7 0-8-15,-7-3 2 16,-2 3-1-16,-10-4-9 15,-1 2-3-15,-8 0-3 16,-1-1-4-16,-1 3 1 16,-4 0 3-16,2 0-13 0,2 0 1 15,1 0-5-15,3 0 0 16,6 7-1-16,-3 2-3 16,5 4 0-16,-1-2-5 15,0 3 4-15,2 0-4 16,2-2 2-16,1 4 3 15,5-4-5-15,6-3 0 16,5-1 2-16,8 4-1 16,4-4-2-16,4 4 1 15,3 1-1-15,1 0 1 16,4 3 0-16,4 2 2 16,3 2-2-16,2 2 3 15,0 2 3-15,0 8 0 16,0-4-1-16,7 9-1 15,5-2 3-15,0 1-3 0,5 4 0 16,0 2-4-16,1 0 2 16,0 1-1-16,0-1 0 15,2-2-1-15,-9-5-1 16,5-1 0-16,-3 2 1 16,-2-9-1-16,2-1 1 15,0-8-1-15,-1-2 0 16,-3-5-1-16,-3-2 1 15,1 0 4-15,-2-7-4 16,-1 0 0-16,-4-2 0 16,2 0 1-16,-2 4-1 15,5-4 0-15,-3 0 4 0,2 0-4 16,10 0-2 0,8 0 0-16,9 0 2 0,18 0 5 15,12 0-5-15,10-4 0 16,13 0 0-16,8-3 1 15,8 0-2-15,-2 5 2 16,5-2-1-16,-7-3 2 16,-7 2 0-16,-7-1-2 15,-8-3 0-15,-14-2 2 16,0-5-2-16,-9 3 1 16,-4-3 3-16,-1-2-3 15,-1 1-1-15,-13 1-3 16,-3-2 3-16,-8-4 0 0,-7-5 2 15,-1-7 4 1,-3-8-3-16,-8-11 3 0,2-9 11 16,-4-10 9-16,0-4-1 15,2 1-5-15,-2 3-4 16,5 3-4-16,-1 9-5 16,-2 6-1-16,-2 6-6 15,0 7 0-15,0 8-3 16,-19 6-26-16,-33 21-68 15,-19-1-115-15,-20-6-269 16</inkml:trace>
  <inkml:trace contextRef="#ctx0" brushRef="#br0" timeOffset="44582.83">20509 10691 619 0,'0'0'79'0,"0"0"-57"0,0 0 39 0,0 0-27 16,0 0-12-16,0 0 4 16,0 0 12-16,0 0 0 15,4-11 18-15,-4 11 12 16,0 0 9-16,-2 0-5 15,-16-5-7-15,-15-4-48 16,-9 7-7-16,-6-5 28 0,0 1-12 16,-4 1 3-16,-1-4-2 15,-2 4-9-15,-3-4-1 16,-3 6-1-16,-5-11-8 16,-8 3 8-16,-4-3-8 15,-2-1-1-15,-3-1-1 16,-1-2 5-16,-3 3 1 15,-2-1-5-15,-1 3 0 16,-1 2 1-16,4 0 0 16,7-3 0-16,6 8-2 15,5-1 3-15,0 2-6 16,3 3-2-16,-4-2 0 16,-1 1-1-16,2 3 0 0,-5 0 1 15,1 0-2 1,-5 0 0-16,-7 0 0 0,-2 0 0 15,-8-2 1 1,3 0 0-16,3-9 0 0,0 2 0 16,8 0 4-16,8 2-2 15,2 5-2-15,4 2 0 16,3 0 0-16,6 0 0 16,2 0 3-16,11 0-2 15,-1 7 1-15,1 4-2 16,-2 5-1-16,-4-1-2 15,-5 3 6-15,-1 4-2 16,-6 0-1-16,-2 1 0 0,-4-1-1 16,7-2-2-16,1 2 2 15,3-2 1 1,8 0-2-16,0 2 1 0,-1 1 0 16,2 4-1-16,-2 2-1 15,2-5 3-15,4 1-1 16,1-1 0-16,9-4-4 15,-4 0 4-15,8 3 1 16,4-3 0-16,3-3 0 16,6 1 0-16,5-2-1 15,3 2 0-15,4-1 0 16,4 6-1-16,-2-1 1 16,1 9 1-16,3 3 0 15,0 1-1-15,0 8 1 0,0 1 3 16,0 5 0-16,0 3-1 15,0 3-1-15,0 5 3 16,0 1 0-16,0 1-1 16,0 1-2-16,0-6-1 15,0 1 1-15,7-4 1 16,-1-5-2-16,4 8 2 16,-1 1-2-16,1-2 0 15,4 9 0-15,-3-7 0 16,7-3 1-16,-3 1 3 15,-2-4-6-15,-1-6 3 16,-5-3-1-16,3-8 0 0,-4 5 1 16,0-6-1-16,-4-3 0 15,-2-7 3-15,0-4-6 16,0 0 3-16,0-6 0 16,0-1 1-16,0 3-1 15,0-3 3-15,0 1-6 16,0 1 6-16,0-1-6 15,0-1 6-15,0-2-6 16,0-2 2-16,0 0-3 16,0-2 2-16,5 2 1 15,3-3 1-15,2-1-1 16,3-3 1-16,5-2-2 16,4 0 3-16,7 0-3 15,2 0-1-15,10 0 3 16,5 0 1-16,5-7-1 0,10-4 0 15,12 0 0-15,14 0 0 16,19-5 0-16,8 1-1 16,13 1 2-16,2-3-4 15,14 3 4-15,-2 1-4 16,-6 2 5-16,-6-3-4 16,-8 8 2-16,-1-4 0 15,5 1 0-15,2 1 0 16,7-1 1-16,8-3-1 15,10 1 2-15,4 0-5 16,6 2-2-16,-1-2 5 16,-7-2-5-16,-6 0 5 0,-11-1 0 15,-17 1-15-15,-4-1 10 16,-5 1 3-16,-5 0 2 16,-4-3-13-16,-2 1 5 15,-5 1 5-15,3 1 3 16,-8 4 1-16,-10 5-1 15,-13-1 0-15,-13 5-2 16,-8 0-1-16,-3 0 3 16,-8 0-2-16,3 0 1 15,-3 0 0-15,4 0-2 16,1 0-2-16,0 0-3 16,-7 0 1-16,-2 0 3 15,-2-4 3-15,-2-3-5 0,-4 0 6 16,-4 3-1-16,-3-3 2 15,-1-2-1-15,-1 3 1 16,-3-5-1-16,3-1-1 16,-3-4 1-16,5-6 1 15,-3-5-1-15,-5-2 0 16,-3-11 1-16,-3-6 0 16,-2-10 0-16,0-11 1 15,0-9-1-15,-15-8 10 16,-4-8-2-16,-2-4 7 15,-4-6-7-15,-2 0 7 16,3 8 9-16,1 7-12 0,4 11 8 16,5 7-14-16,1 5 3 15,4 3-8-15,-3 1-2 16,4 0-8-16,-7 7-42 16,-14-1-82-16,-8 1-327 15</inkml:trace>
  <inkml:trace contextRef="#ctx0" brushRef="#br0" timeOffset="52266.22">16696 8574 727 0,'0'0'97'0,"0"0"-91"0,0 0 1 0,0 0 25 16,0 0 2-16,-66 133 0 16,66-59-11-16,0 6-12 15,0 12-2-15,0 1 5 0,0-1-3 16,0-6-6-16,0-8-5 16,0-10 1-16,0-8-2 15,0-11 1-15,0-14-2 16,-2-10 2-16,0-12-32 15,-1-11-25-15,3-2-84 16,-2-18-64-16</inkml:trace>
  <inkml:trace contextRef="#ctx0" brushRef="#br0" timeOffset="52715.79">16594 8609 120 0,'0'0'485'15,"0"0"-485"-15,0 0-7 16,0 0 7-16,125-31 2 16,-65 27-2-16,5 2 0 15,-5-1-2-15,-4 1 2 16,-10-2 0-16,-8-1 0 15,-2 3 1-15,-12-5 2 16,-4 3-3-16,-11-1 3 16,1 1 2-16,-8 4 13 0,0 0 10 15,4 0-8 1,-6 0-12-16,7 9 6 0,-3 20 21 16,6 6 13-16,1 10-7 15,-3 6-19-15,4 2 4 16,-3 10-6-16,-1 6 0 15,-6 2-12-15,-2 6-2 16,0-4-2-16,0-2-4 16,0-6 1-16,-15-7 0 15,-9-2 4-15,-8-12-10 16,-3-6 5-16,-10-9 0 16,-6-11 3-16,-15-7-3 15,-15-11-30-15,-15 0-109 16,-20-36-181-16</inkml:trace>
  <inkml:trace contextRef="#ctx0" brushRef="#br0" timeOffset="57382.92">17000 9545 425 0,'0'0'58'0,"0"0"-42"0,0 0 50 16,0 0-2-16,0 0-18 16,0 0-35-16,0 0-6 15,-16-20-5-15,16 16 6 16,0-1-4-16,0 5 13 15,0 0 20-15,3 0-4 0,-3 0-6 16,0 0-4 0,0 0-4-16,0 0 3 0,0 0 3 15,0 0-2-15,0 0-4 16,0 0-2-16,0 0-8 16,0 0-4-16,0 0 5 15,0 5 4-15,0 1 8 16,0-6 3-16,0 3-6 15,0-3-4-15,0 0 8 16,0 0 5-16,0 0 9 16,0 0 1-16,0 0-6 15,0 0-6-15,0 0-2 16,0 0-10-16,0 0 13 16,0 0-13-16,0 0 0 15,0 0 0-15,0 4-1 0,0 5-6 16,0 7-3-16,0 8 22 15,6 5 7-15,-4 2-15 16,5 5-5-16,-3 0-6 16,3 6 7-16,-4-2-5 15,-3-6 0-15,4-1-1 16,-4-6-1-16,0-7-2 16,0-7-1-16,0-4 1 15,0-5-2-15,0-1 0 16,0-3 0-16,0 0-1 15,0 0 3-15,0 0 0 16,0 0 1-16,0 0 1 0,0 0 1 16,0 0 0-1,0 0-4-15,0 0-1 0,0 0-1 16,0 0 0-16,0 0-1 16,0 0 1-16,0 0 1 15,0 0-1-15,0 0-11 16,0 0-15-16,0 0-61 15,0 0-66-15,0 0-130 16,-4-3-221-16</inkml:trace>
  <inkml:trace contextRef="#ctx0" brushRef="#br0" timeOffset="59366.01">16998 9766 239 0,'0'0'263'0,"0"0"-204"0,0 0 9 15,0 0 15-15,0 0-15 16,0 0-45-16,0 0-10 16,0 0 7-16,0 0 5 15,0 0 20-15,0 0 13 16,0 0 5-16,0 0-6 15,0 0-10-15,0 0-2 0,0 0-10 16,0 0 7 0,0 0-15-16,0 0 0 0,0 0 0 15,0 0-3-15,0 0-7 16,0 0 2-16,0 0-2 16,0 0-1-16,0 0 3 15,0 0-3-15,0 0-2 16,0 0-3-16,0 0-2 15,0 0-2-15,0 0 2 16,0 0-9-16,0 0 3 16,0 0-3-16,0 0 2 15,0 0-2-15,0 0 0 16,0 0 0-16,0 0-1 16,0 0 0-16,0 0-9 15,0 0-25-15,0 0-48 0,0 0-73 16,0 0-136-16,0 0-241 15</inkml:trace>
  <inkml:trace contextRef="#ctx0" brushRef="#br0" timeOffset="59732.99">17060 9857 431 0,'0'0'142'0,"0"0"-76"0,0 0 20 0,0 0-17 15,0 0-63-15,0 0 3 16,33-18-1-16,-12 7-8 16,-2 2 1-16,1 0-1 15,-1 1 0-15,-4-1-19 16,3 0-140-16,-1-5-249 0</inkml:trace>
  <inkml:trace contextRef="#ctx0" brushRef="#br0" timeOffset="60716.51">18256 8106 725 0,'0'0'100'0,"0"0"10"0,0 0 20 15,0 0-17-15,0 0-67 16,0 0-33-16,-26 29 38 16,28 36 28-16,14 12-49 15,1 12 4-15,4 10-14 16,3 1-4-16,-2 0-3 15,0 7-5-15,-7-7-4 0,4-6 0 16,-11-14-3 0,2-15 0-16,-4-16-1 0,-6-20-1 15,3-14 0-15,-3-10-3 16,0-5-10-16,0-16-22 16,-9-37-99-16,-5-25-95 15,3-23-94-15,-1-19-110 16</inkml:trace>
  <inkml:trace contextRef="#ctx0" brushRef="#br0" timeOffset="61082.72">18341 8050 580 0,'0'0'132'0,"0"0"-33"16,0 0-7-16,0 0-45 15,0 0-35-15,0 0-4 0,125-78-4 16,-87 63 4-16,4-1-2 15,-5-2-1-15,0 9-3 16,-11 3 11-16,-6 1-3 16,-11 3-3-16,-4 2 1 15,-5 0-8-15,2 0 4 16,0 0-2-16,-2 0 1 16,7 16 23-16,1 13 0 15,4 4 3-15,6 7 8 16,-2 16-15-16,3 9 16 15,1 12 8-15,-5 12-25 16,-3 8-3-16,-3 0-6 0,-7-1 1 16,-2-7-7-16,0-11 3 15,0-4-5-15,-19-12-4 16,-18-4 0-16,-13-5-3 16,-8-8-77-16,-21-20-168 15,-8-25-587-15</inkml:trace>
  <inkml:trace contextRef="#ctx0" brushRef="#br0" timeOffset="61533.81">17810 8311 403 0,'0'0'231'0,"0"0"-144"0,0 0 64 0,0 0-56 16,0 0-61-16,0 0-25 16,-17 64 68-16,11-12-18 15,-4-3-17-15,1-2 13 16,3-7-22-16,-6-2-19 15,-1-3-14-15,-3-4 0 16,-3-4-38-16,-4-6-95 16,-4-15-135-16,3-6-257 15</inkml:trace>
  <inkml:trace contextRef="#ctx0" brushRef="#br0" timeOffset="61683.57">17652 8523 99 0,'0'0'798'16,"0"0"-790"-16,0 0 34 16,119 24 49-16,-68-6-58 15,0 0-33-15,-4-5-39 16,-14-4-180-16,-14-7-524 16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31T08:48:39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8130 11083 913 0,'0'0'54'0,"0"0"-31"0,0 0-6 0,0 0 43 16,0 0-9-16,49 115-28 16,-36-70-16-16,-4-2-3 15,-9-1 3-15,0-4 0 16,0-5-5-16,-5-2-2 16,-24-6-6-16,-13-12-42 15,-11-11-142-15,-10-2-143 16,-3-11-255-16</inkml:trace>
  <inkml:trace contextRef="#ctx0" brushRef="#br0" timeOffset="132.9">7885 11346 501 0,'0'0'121'0,"0"0"-38"0,176 9 46 16,-109 8-56-16,1 6-5 16,1-1-57-16,-1 0-11 15,-1-8-59-15,-3-12-182 16</inkml:trace>
  <inkml:trace contextRef="#ctx0" brushRef="#br0" timeOffset="616.65">12568 9521 610 0,'0'0'25'0,"0"0"-20"0,0 0 9 16,-123 15-14-16,103 8 0 16,11 3-41-16,5-1-77 15,4-3-36-15,0 3-162 16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2:26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41 309 7059,'0'0'3877,"-7"-16"-3309,-19-49-16,19 49-317,8 15 183,-2 1-376,1 0 1,0-1-1,0 1 0,0 0 0,0 0 0,0 0 0,0 0 0,0 0 0,0-1 0,0 1 0,0 0 0,0 0 0,0 0 0,0 0 0,0 0 0,0-1 0,0 1 0,0 0 0,0 0 0,0 0 0,0 0 0,0 0 0,0-1 0,0 1 0,1 0 1,-1 0-1,0 0 0,0 0 0,0 0 0,0 0 0,0-1 0,0 1 0,0 0 0,0 0 0,1 0 0,-1 0 0,0 0 0,0 0 0,0 0 0,0 0 0,0 0 0,1 0 0,-1 0 0,0 0 0,36-5 510,-1 1-1,47 2 0,15 0 15,1619-82 1408,-172 3-1107,-892 62-109,-651 20-697,0-1-1,0 0 1,1 0-1,-1 0 1,0 0 0,1 0-1,-1 0 1,0-1-1,1 1 1,-1 0 0,0-1-1,0 1 1,1 0-1,-1-1 1,0 0 0,0 1-1,0-1 1,0 0-1,0 0 1,2-1 0,-3 1-37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12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5092 307 2641,'-28'-7'123,"-306"-68"2107,-249-31 2602,-32 26-2959,-10 58-934,440 21-792,-898-13 920,978 12-1017,-346 5 377,382 4-406,1 3 1,-90 24-1,88-17 27,-18 3-51,1 5-1,-132 55 1,200-72 17,1 2 0,0 0 0,0 1 1,1 1-1,1 0 0,0 2 0,1 0 0,-19 21 1,31-30 4,-1 1 0,1-1 0,0 0 1,0 1-1,1 0 0,0 0 0,0 0 0,0 0 1,1 0-1,-1 10 0,0 7 117,2 36 1,1-21-13,-2 4 87,-2 0 0,-2 0 1,-1 0-1,-3-1 0,-15 44 0,5-19-41,2 0 0,3 1 0,3 1 0,3 0-1,1 85 1,7-108-124,2 0-1,11 70 0,60 321 228,-24-116-167,-37-279-94,1 0-1,2 0 0,28 55 1,-39-88-11,1 0 1,-1 0-1,1-1 0,1 0 1,0 0-1,0 0 1,0-1-1,0 1 1,1-2-1,0 1 1,1-1-1,7 5 1,-4-4 26,0-1-1,1-1 1,0 0 0,-1-1 0,1 0 0,0 0-1,1-1 1,17 0 0,287 0 419,-171-3-416,1059 19 467,1239 22-356,-1656-37-91,-703-6-50,-1-2 1,0-5 0,-1-3 0,0-4-1,99-34 1,-143 39-2,73-24 12,159-72 0,-249 97 13,0-1-1,-2-1 0,1-1 1,-2-1-1,0-1 0,0 0 1,15-20-1,-23 23 36,0-1 0,-1 0 1,-1 0-1,0-1 0,-1 0 0,-1-1 0,0 0 0,-1 0 0,-1 0 1,5-32-1,-4-2 4,-2 0 0,-3 0 0,-6-58 0,2 81-27,0 1 1,-2-1 0,-15-44 0,-36-74 127,32 86-92,-11-22 3,-2 3-1,-4 1 0,-88-123 1,88 149-67,-60-56 0,-4-5 5,-17-30 114,111 130-120,0 1 1,0 1 0,-1 0-1,0 0 1,-1 2-1,0-1 1,0 1 0,-16-6-1,-18-6-17,-56-14 1,-22-10 25,-38-35-10,48 21-6,71 39-133,-2 2-1,0 2 1,-1 2-1,0 2 1,-92-8-1,-247 9-2029,265 11 1235,-68-1-4332,-2 0-4156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3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26 251 9684,'0'0'6147,"-4"6"-5992,0 3 83,1-1 0,0 1 0,0-1-1,0 1 1,1 0 0,1 0 0,-1 0 0,2 0 0,-1 0 0,1 0-1,0 0 1,4 18 0,-4-24-188,1-1 0,0 1 0,0-1 0,0 0 0,0 1 0,0-1 0,0 0 0,1 0 0,-1 0 0,1 0 0,-1 0 0,1 0 0,0 0 0,0 0 0,0 0 0,0-1 0,0 1 0,0-1 0,1 0 0,-1 0 0,0 1 0,1-2 0,-1 1 0,1 0 0,-1 0 0,6 0 0,7 1 87,0 0-1,0-1 1,24-1-1,-20 0 36,-5-1-137,1 0 0,-1 0 0,1-2-1,-1 0 1,0 0 0,0-2 0,-1 0 0,1 0 0,-1-1 0,0-1 0,-1 0 0,1 0 0,-2-2 0,1 1 0,-1-2 0,0 1 0,-1-1 0,0-1 0,11-15 0,-11 12-35,-1 0 1,-1-1 0,0 0 0,-1-1-1,-1 0 1,0 0 0,-1 0-1,-1-1 1,0 0 0,-2 1-1,0-1 1,0-1 0,-2 1 0,-1-20-1,1 35 4,0 1 0,0-1 0,-1 0 0,1 1 0,0-1 0,-1 1-1,1-1 1,-1 0 0,0 1 0,1-1 0,-1 1 0,0 0 0,0-1-1,0 1 1,0-1 0,0 1 0,0 0 0,0 0 0,-2-1 0,0 0 5,1 0-1,-1 1 1,0 0 0,0-1 0,0 1 0,0 0 0,0 0 0,0 1 0,-5-1 0,-7 0 32,0 0-1,0 2 1,-22 3 0,31-3-32,-10 2 15,-1 0 0,1 1 1,0 1-1,0 1 0,0 0 0,1 1 0,0 1 0,0 1 0,-13 9 0,8-3 66,1 0 0,1 1-1,0 1 1,2 1 0,-25 32-1,33-39-53,2 0-1,0 0 1,0 1-1,1-1 0,0 1 1,1 0-1,0 1 1,1-1-1,0 1 1,1-1-1,1 1 1,0 0-1,1 15 0,0-21-22,0-1-1,1 1 0,0 0 0,0-1 0,0 1 0,1-1 0,-1 0 1,2 1-1,-1-1 0,1 0 0,0 0 0,5 7 0,-2-5 4,1 0 0,0-1-1,0 0 1,0 0-1,1-1 1,0 0 0,16 9-1,-9-7-10,1 0-1,0-1 1,0-1-1,1 0 1,-1-1 0,1-1-1,20 2 1,-8-2-5,0-2 0,0-2 0,44-3 1,-62 1 0,0 0 1,-1 0-1,1-1 1,0-1-1,-1 1 1,0-2 0,0 0-1,0 0 1,0 0-1,-1-1 1,0-1 0,0 0-1,12-12 1,-11 9-120,-1 0-1,-1-1 1,0 0 0,0 0 0,-1-1 0,0 0-1,-1 0 1,0-1 0,-1 1 0,5-24 0,16-113-4284,-25 145 4234,0 0 1,0 0 0,0 0 0,0 1 0,1-1 0,0 0 0,0 1-1,0-1 1,0 1 0,0 0 0,1 0 0,-1 0 0,1 0-1,0 0 1,0 1 0,0-1 0,0 1 0,0-1 0,1 1-1,-1 0 1,5-1 0,0 0 256,0 1 0,0 0 0,0 1 0,1 0 0,-1 0 0,0 1 0,1 0 0,-1 0 0,9 2 0,-12-1 0,-1 0 0,1 1 0,-1-1 0,1 1 0,-1 0 0,0 0 1,0 0-1,0 1 0,0 0 0,0-1 0,-1 1 0,1 0 0,-1 1 0,0-1 1,0 1-1,0-1 0,0 1 0,0 0 0,3 8 0,-1-4 16,-1 1 1,-1 0-1,1 0 1,-2 0-1,1 1 0,-1-1 1,0 1-1,-1-1 0,0 11 1,-1-10-101,1 0 41,-2-1 0,1 1 0,-3 12 0,2-19-28,0 1 1,0 0 0,-1-1 0,1 1 0,-1-1 0,0 1 0,0-1 0,0 0 0,-1 0 0,1 0 0,-4 4 0,-6 4 11,0-1 0,-1 0 0,0-1 0,0-1 0,0 0 0,-1-1 0,-1 0 0,1-1 0,-1-1 0,0 0 0,0-1 0,-1 0 0,1-2 0,-1 0 0,-25 1 0,38-3-38,1 0 0,-1 0 1,0 0-1,0 0 0,0-1 0,1 1 0,-1-1 1,0 0-1,0 0 0,1 1 0,-1-2 0,0 1 1,1 0-1,-4-3 0,4 2-47,1 0-1,-1 0 0,0 0 1,1-1-1,0 1 1,0 0-1,-1-1 1,2 1-1,-1-1 1,0 1-1,0-1 0,1 0 1,-1 1-1,1-1 1,0-3-1,-1-100-4847,1 102 4564,2-53-6304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3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 6035,'0'0'5645,"11"20"-5421,2 2-183,27 37 1,-37-56-40,0-1 0,-1 0-1,1 0 1,0 0 0,0 0 0,0 0 0,0-1 0,0 1 0,1-1 0,-1 0 0,0 0-1,1 0 1,-1 0 0,1-1 0,-1 1 0,1-1 0,-1 0 0,1 0 0,-1 0-1,1-1 1,-1 1 0,7-3 0,1 2-13,-5 0-87,0-1 0,0 1 1,0-1-1,0 0 0,0 0 1,0-1-1,0 0 0,-1 0 0,1 0 1,-1-1-1,0 0 0,0 0 1,0 0-1,-1 0 0,0-1 0,1 0 1,4-7-1,5-10-806,-1 0 0,21-47 1,-13 27 3451,-19 47-902,1 19-136,2 37-593,-4-52-291,3 103 1343,4 48-494,1-78-673,-2 90 0,-8-178-795,-1-1 1,1 1 0,-1 0-1,-1 0 1,1 0-1,-4-7 1,-7-15 8,4-1-24,0 0-1,2-1 1,-5-48-1,3-94-45,9 167 51,0-1 1,1 1-1,-1-1 0,1 1 0,0 0 0,0-1 1,0 1-1,1 0 0,0 0 0,0 0 0,0 0 1,1 0-1,0 1 0,0-1 0,0 1 1,0-1-1,1 1 0,-1 0 0,1 0 0,0 1 1,0-1-1,7-3 0,-1-1 0,0 1 1,1 0-1,0 1 0,0 1 1,0-1-1,1 2 0,0 0 1,0 0-1,0 1 0,0 0 1,1 1-1,-1 1 0,0 0 1,26 1-1,-36 0 1,0 1 1,0-1-1,1 0 0,-1 1 1,0-1-1,0 1 1,0 0-1,0 0 0,0 0 1,0 0-1,0 0 0,0 0 1,0 0-1,-1 1 0,1-1 1,0 1-1,1 1 1,-1 1-3,1-1 0,-1 1 0,0-1 1,0 1-1,0 0 0,0 0 0,-1 0 1,2 6-1,0 5 6,-1 1-1,0-1 1,-1 28 0,-1-40 3,0 1-1,-1-1 1,1 1 0,-1-1-1,0 0 1,0 0-1,0 1 1,0-1 0,-1 0-1,1 0 1,-1 0 0,0 0-1,0 0 1,0-1-1,0 1 1,-1-1 0,1 1-1,0-1 1,-1 0 0,0 0-1,0 0 1,1 0 0,-1 0-1,0 0 1,-1-1-1,1 0 1,0 0 0,-6 2-1,-5 1 12,-1-1-1,0 0 1,0-1-1,0-1 0,-18 0 1,22-1-21,5 0 5,0 0 1,0 0 0,0 0 0,0-1-1,0 0 1,-7-2 0,11 2-11,1 0 1,-1 0 0,0 0-1,0 0 1,1 0-1,-1 0 1,1 0 0,-1-1-1,1 1 1,0-1-1,-1 1 1,1-1 0,0 1-1,0-1 1,0 0-1,0 0 1,0 1 0,1-1-1,-1 0 1,0 0-1,1 0 1,-1-4 0,-2-10-500,1-1 1,1 0-1,1 0 0,0 0 1,3-17-1,-1 17-1293,1 0 0,10-29 0,-2 18-3495,17-30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4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10597,'0'0'5413,"0"32"-3548,3 103-627,-1-115-1065,0-1-1,2 0 1,7 29 0,-1-10 75,-1 13 349,-2 0 0,-2 1 0,-3 72 0,-2-124-602,0 0 0,1 0 1,-1 0-1,0 1 0,0-1 1,1 0-1,-1 0 1,0 0-1,1 0 0,-1 0 1,0 0-1,1 0 0,-1 0 1,1 0-1,-1 0 1,0 0-1,1 0 0,-1 0 1,0 0-1,1 0 0,-1 0 1,0 0-1,1 0 1,-1 0-1,0 0 0,1-1 1,-1 1-1,0 0 0,0 0 1,1 0-1,-1-1 0,0 1 1,1 0-1,8-7-348,0-1 0,0 0-1,-1 0 1,0 0-1,0-1 1,8-12 0,17-19-2128,23-13-2561,4 6-3242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4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1 7139,'0'0'7897,"-32"14"-7110,-107 46 46,127-54-644,0 0 1,0 0 0,1 1 0,0 1 0,0 0 0,1 0 0,-11 11-1,6-4 184,0-1 136,1 0 0,-23 31 0,33-39-401,0-1-1,1 1 1,-1 1 0,1-1 0,1 0-1,-1 1 1,1 0 0,0-1 0,0 1 0,1 0-1,-1 13 1,2-19-102,0 1-1,0-1 0,0 0 1,0 0-1,1 0 1,-1 1-1,0-1 0,1 0 1,-1 0-1,1 0 1,-1 0-1,1 0 1,-1 0-1,1 0 0,0 0 1,-1 0-1,1 0 1,0 0-1,0 0 0,0-1 1,0 1-1,1 1 1,1-1-4,-1 0 1,1 1-1,0-1 1,-1 0-1,1-1 1,0 1-1,0 0 1,0-1 0,3 0-1,6 1-10,1-2 0,-1 0 0,19-4 0,-20 3-5,0-1 0,-1-1 0,0 0 1,0 0-1,0-1 0,0 0 1,-1-1-1,0 0 0,0 0 1,-1-1-1,1 0 0,9-12 1,7-10-295,-2-1 0,24-39 0,-30 44 48,-15 25 513,-2 8-170,-5 16-9,3-15-9,-5 14 162,1 1 0,1 0-1,-3 46 1,8-60-174,2 16 114,-2-25-163,0 0 0,1 0 0,-1 0 0,1-1 0,0 1 0,-1 0 0,1 0 0,-1 0 0,1-1 0,0 1 0,0 0 0,0-1 0,-1 1 0,1 0-1,0-1 1,0 1 0,0-1 0,0 0 0,0 1 0,0-1 0,0 0 0,2 1 0,4 0-2,0 1 1,0-2-1,1 1 1,-1-1-1,0 0 0,0-1 1,0 1-1,0-1 1,0-1-1,0 1 0,0-1 1,0-1-1,0 1 1,-1-1-1,1 0 0,-1-1 1,0 0-1,0 1 1,0-2-1,0 1 0,5-7 1,1-2-60,0-1 1,-2 0 0,0-1 0,0 0-1,-2 0 1,0-1 0,0 0-1,-2-1 1,0 0 0,6-28-1,-4 26 120,-8 31-39,1-1-1,0 1 1,0 0-1,1-1 0,0 1 1,6 14-1,-6-20-11,1 0 0,-1-1 0,2 1 1,-1-1-1,0 0 0,1 0 0,0 0 0,0-1 1,0 1-1,1-1 0,-1 0 0,1 0 0,0-1 0,8 5 1,-5-4-7,1-1 0,0 0 1,0 0-1,0-1 0,1 0 1,-1-1-1,0 0 1,1 0-1,-1-1 0,12-1 1,-11 1-15,-6 0-11,0 0 1,1-1-1,-1 0 0,0 0 0,0 0 0,1 0 0,-1-1 0,0 0 0,0 0 0,-1 0 0,1 0 0,0 0 1,-1-1-1,1 0 0,-1 1 0,0-1 0,0-1 0,0 1 0,0 0 0,0-1 0,3-6 0,2-4-83,-1 0 0,0-1 0,-1 0 0,6-24 0,-11 40 106,-1 0 1,1 0-1,0 1 0,-1-1 0,1 0 0,0 0 0,0 0 0,0 0 1,0 0-1,0 0 0,0 0 0,0 0 0,0 0 0,1 0 1,-1-1-1,0 1 0,2 0 0,1 1-3,-1 0-1,0 0 1,1-1 0,0 1-1,-1-1 1,1 0 0,0 0-1,-1-1 1,6 1 0,-3-1-2,-3 1 0,1-1 1,-1 0 0,0 0 0,0 0 0,0 0 0,0-1 0,0 1 0,0-1 0,0 0 0,0 0-1,0 0 1,0 0 0,0-1 0,0 1 0,-1-1 0,1 1 0,2-3 0,5-5 25,-2-1 0,1 1 0,11-19 0,-18 28-20,0-1 1,0 0 0,0 1-1,1 0 1,-1 0 0,0-1 0,0 1-1,1 1 1,3-1 0,1 1-2,119-2 446,-124 1-447,1 0-1,0 0 1,0 0 0,-1-1 0,1 1 0,0-1 0,-1 0 0,1 1 0,0-1 0,-1-1 0,1 1 0,-1 0 0,0 0 0,1-1 0,-1 0 0,0 1 0,0-1-1,0 0 1,0 0 0,3-4 0,-3 5-231,-1 0 0,1 0-1,-1 0 1,1 0 0,0 0-1,-1 1 1,1-1 0,0 1-1,-1-1 1,1 1 0,0 0-1,0-1 1,0 1 0,0 0-1,-1 0 1,1 0 0,0 0-1,0 1 1,2 0-1,7-1-2593,23 0-7664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0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6761 38 9909,'0'0'7720,"2"-7"-7082,6-17 40,-8 24-658,0 0 0,0 0 1,-1 0-1,1 0 0,0 0 0,0 0 1,0 0-1,0 0 0,-1 0 1,1 0-1,0 0 0,0 0 1,0 0-1,0 0 0,0 0 1,-1 0-1,1 0 0,0 0 0,0 0 1,0 0-1,0 0 0,0 0 1,-1 0-1,1 0 0,0 0 1,0-1-1,0 1 0,0 0 0,0 0 1,0 0-1,0 0 0,0 0 1,-1-1-1,1 1 0,0 0 1,0 0-1,0 0 0,0 0 1,0 0-1,0-1 0,0 1 0,0 0 1,0 0-1,0 0 0,0 0 1,0 0-1,0-1 0,0 1 1,0 0-1,0 0 0,0 0 0,0 0 1,0-1-1,0 1 0,1 0 1,-1 0-1,0 0 0,0 0 1,0 0-1,0 0 0,0-1 1,0 1-1,0 0 0,0 0 0,1 0 1,-1 0-1,-4 0 204,-323 12 3130,136-2-2559,-254 5 373,-604 31-418,58 76 239,848-100-937,-68 10-26,-457 53 20,-334 16 18,689-66-44,97-12-8,187-20-12,-6 1-2,-65 15 1,-127 45-103,196-57 98,-17 6 7,26-7 1,20-6-2,0 1 0,0-1 0,1 0-1,-1 1 1,0 0 0,0-1 0,0 1-1,0 0 1,0 0 0,1 0 0,-1 0-1,1 0 1,-1 0 0,0 0 0,1 1-1,0-1 1,-1 1 0,1-1 0,0 1-1,-2 2 1,-11 18-20,2 0 1,0 1-1,1 0 1,2 0-1,-11 39 1,17-47-3,-3 24 156,6-38 58,-13-2-109,0 0 0,-24-6 0,-18-2-87,28 8-12,-67 0-40,85 1 51,-1 1 1,1 1 0,-1-1 0,1 2-1,0-1 1,0 1 0,-13 6-1,-9 9-11,0 2-1,-29 25 0,-37 25 70,96-69-54,-4 1-5,0 1-1,1 0 1,-1 0 0,1 0-1,0 1 1,0-1-1,0 1 1,-5 6-1,8-6-5,1-1-1,-1 0 0,1 0 0,0 1 0,0-1 0,0 0 0,0 0 0,1 1 0,0-1 1,-1 0-1,1 0 0,0 0 0,0 0 0,1 0 0,-1 0 0,0 0 0,5 5 0,5 8 28,1 0-1,1-1 0,16 14 0,17 20 57,-9-1 15,48 79 0,19 60 61,-49-85-4,-25-46-87,-2 2 0,-3 1 0,34 118 0,-16 27-54,-35-162 4,-5-19-21,-2-15 10,0-1 0,0 1 0,1 0 0,5 14 0,-6-22 4,-1 1 1,1-1-1,-1 1 0,0-1 0,1 0 1,-1 1-1,1-1 0,-1 0 0,1 0 1,-1 0-1,1 1 0,-1-1 0,1 0 1,-1 0-1,1 0 0,-1 0 0,1 0 1,0 0-1,-1 0 0,1 0 0,-1 0 1,1 0-1,-1 0 0,1 0 0,0-1 1,3 1 0,93-5 83,171-32 0,-133 16-67,830-126-36,-265 40-72,71 22 216,4 36-71,-44 4-217,-538 32 162,116-10 47,0-23-35,-281 39-15,0 0-1,-1-1 0,0-2 0,0-1 1,-1-1-1,-1-1 0,24-17 0,-32 18-7,-1 0 1,-1-1-1,0-1 0,-1 0 0,0-1 1,-1-1-1,-1 0 0,0-1 0,-1 0 0,15-34 1,3-22-3,-4-2 1,32-151 0,-50 180 0,4-93-1,-14-50-17,-4 121 56,-27-122-1,13 86-9,16 74-11,-5-27 10,9 52-14,-1 0 1,1 1 0,-1-1 0,0 0-1,0 1 1,0-1 0,-1 1 0,-4-6-1,5 8-23,-1 0-1,0 1 0,1-1 1,-1 1-1,0-1 0,0 1 1,0 0-1,0 0 1,0 0-1,0 1 0,0-1 1,0 1-1,0-1 0,0 1 1,0 0-1,0 0 0,-1 1 1,-3 0-1,-9-1-390,-99-1-5369,49-4-1584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2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7475,'0'0'10443,"6"3"-9686,-4-1-674,1 0 0,-1 0 0,0 0 0,0 1 0,0-1 0,0 0 0,0 1 0,-1 0 0,1-1 0,-1 1 0,1 0 0,-1 0 0,0 0 0,0 0 0,-1-1 0,1 1 0,-1 1 0,1 2 0,1 12 403,-2 0 0,-1 20 0,0-1 89,1-11-207,-1 31 426,11 86-1,-2-94-510,1 9-6,4 90 1,-13-146-598,0-41-4365,0-22 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2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14679,'0'0'2209,"55"154"-528,-28-84-897,0-4-432,-3-5-176,-8-10-80,-4-5-32,-12-7-128,0-9-320,-25-14-1281,-29-10-1392,-13-6-4787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11509,'0'0'3330,"155"-3"-2066,-71 3-992,10 0-272,-3 0-208,-12 0-1552,-13-3-3283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0 12278,'0'0'3953,"-88"173"-2464,45-116-881,-5 1-512,-12-10-96,-4-5-432,6-19-2129,4-18-5058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3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11205,'0'0'10384,"4"14"-9675,72 387 2242,-56-258-2011,43 151 1,-18-146-698,-44-171-3157,-3-38-1032,-11-26-3377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4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425 252 12390,'0'0'4012,"27"-12"-2454,-2 0-1262,-6 2-90,0 1 0,1 1 0,0 0 0,0 2 1,1 1-1,-1 0 0,41-3 0,235-4 2204,-50 3-1349,-140 4-739,675-46 1210,-763 49-1507,139-18 133,-136 16-135,1-1 1,0-1-1,-1-1 0,38-19 0,-46 16 22,0 0 15,-13 10-30,1 0 0,-1 0 1,0 0-1,0-1 0,0 1 0,0 0 0,1 0 1,-1 0-1,0 0 0,0 0 0,0 0 1,0 0-1,1 0 0,-1 0 0,0 0 0,0 0 1,0 0-1,0 0 0,1 0 0,-1 0 0,0 0 1,0 0-1,0 0 0,0 0 0,1 0 0,-1 0 1,0 1-1,0-1 0,0 0 0,0 0 0,1 0 1,-1 0-1,0 0 0,0 0 0,0 0 0,0 1 1,0-1-1,0 0 0,0 0 0,0 0 0,1 0 1,-1 0-1,0 1 0,0-1 0,0 0 1,0 0-1,0 0 0,0 0 0,0 1 0,0-1 1,0 0-1,0 0 0,0 0 0,0 1 0,0-1 1,0 0-1,0 0 0,0 0 0,0 0 0,0 1 1,0 80 352,4 0 0,14 84 0,-2-88-179,4-1 0,2 0 0,4-2 0,70 140 0,36 38-26,-123-234-176,-2 0 0,0 0-1,0 1 1,-2 0-1,0 0 1,-2 1 0,0-1-1,-1 1 1,-1 36-1,-1-52 0,0 0 1,-1-1-1,0 1 0,1 0 0,-1-1 0,-1 1 0,1-1 0,-1 1 0,1-1 0,-1 0 0,0 1 0,0-1 1,-5 5-1,-1 1 3,-1-1 0,0 0 0,-11 7 0,5-4 4,-16 11 18,-1-2 0,-1-1 0,0-1 0,-2-2-1,0-2 1,-63 18 0,19-13 96,0-3 0,-96 5 0,-346-7 338,392-14-373,-127-5-285,0-11 0,-298-57-1,331 19-2060,34-13-2762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12438,'0'0'6672,"-5"30"-5808,3-15-728,-4 20 120,2 1 0,1-1 1,2 1-1,3 37 0,39 242 1388,-39-295-1564,-2-19-79,0-1 0,0 1 0,0-1 0,0 0 0,0 1 0,0-1 0,0 1 0,0-1 0,0 1 0,0-1 0,0 1 0,0-1 0,-1 1 1,1-1-1,0 1 0,0-1 0,0 0 0,-1 1 0,1-1 0,0 1 0,-1-1 0,1 0 0,-1 1 0,-5-2 6,4 1 1,-1-1-6,-1 0 1,1 0 0,0-1 0,0 1 0,0 0 0,0-1 0,0 0-1,1 0 1,-1 0 0,0 0 0,1 0 0,-1-1 0,1 1 0,0-1-1,0 1 1,0-1 0,0 0 0,-1-3 0,-5-8-17,1-1 1,-8-24-1,14 35 11,-6-18-13,1 1-1,1-1 1,-4-44-1,6-68-6,3 109 24,0 16-8,0 1 1,0-1-1,1 0 0,1 0 0,-1 1 0,1-1 0,1 1 0,-1 0 0,6-12 1,-4 15 9,-1 0-1,0 1 1,1-1 0,0 0 0,0 1 0,0 0 0,1 0 0,-1 0 0,1 1 0,0 0 0,0-1 0,0 2 0,0-1 0,11-3 0,-7 2 4,0 1 0,1 1 0,-1-1-1,1 2 1,-1-1 0,1 1 0,0 1-1,0 0 1,-1 0 0,1 1 0,0 0-1,-1 0 1,1 1 0,-1 1 0,1 0 0,-1 0-1,0 0 1,0 2 0,0-1 0,-1 1-1,1 0 1,-1 0 0,-1 1 0,1 0 0,12 14-1,-11-10-12,-1 1 0,0 0 1,0 0-1,-1 1 0,6 15 0,-10-20 5,-1 0 1,1 0-1,-1 0 0,-1 1 1,1-1-1,-1 1 0,0 0 1,-1-1-1,0 1 0,-2 13 1,2-19 2,-1 0 0,0 0 1,0 0-1,0 0 0,0 0 0,0 0 1,0 0-1,-1-1 0,1 1 1,-1 0-1,1-1 0,-1 1 1,1-1-1,-1 0 0,0 1 0,0-1 1,0 0-1,0 0 0,1 0 1,-2-1-1,1 1 0,0 0 0,0-1 1,0 1-1,0-1 0,-3 1 1,-9 1 12,1-1 1,-26 0 0,32-1-11,-24 1-6,18 0-19,0-1 0,-1 0 0,1-1 0,-19-4 0,28 4-31,1 1-1,0-2 0,0 1 0,-1 0 0,1-1 1,0 1-1,0-1 0,0 0 0,1 0 0,-1 0 1,0 0-1,1-1 0,-1 1 0,1-1 0,0 1 1,0-1-1,0 0 0,0 0 0,1 0 0,-1 0 1,-2-6-1,2 1-409,0-1 0,0 1 1,0-1-1,1 0 0,0 1 0,2-18 1,-1 20-270,1-1 1,0 1-1,0 0 1,0 0-1,1 0 0,4-9 1,0 5-1804,0 1 1,13-17-1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6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11861,'0'0'5235,"182"-36"-4979,-146 36-256,-12 0-512,-15 12-1041,-9 6-624,0 4-1441,-18-1-1136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6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4962,'73'197'2673,"-61"-197"-127,24 0-802,10 0-1263,11 0-481,1-9-1153,-1-15-4738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6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 12438,'0'0'5445,"-18"3"-5320,4-1-85,7-1-16,0 0 1,1 0 0,-1 1 0,0 0-1,0 0 1,1 0 0,-1 1-1,1 0 1,-1 0 0,1 1 0,0-1-1,1 1 1,-1 1 0,1-1-1,-7 8 1,-3 5 318,1 0 0,-20 34 1,30-43-219,0 0 1,0 0 0,1 0-1,0 0 1,1 1 0,-1-1-1,2 1 1,-1-1 0,0 16-1,2-21-117,0 0-1,0 0 0,0 0 0,0-1 0,0 1 0,1 0 0,0 0 0,-1 0 0,1-1 0,0 1 0,0 0 0,0-1 0,3 4 0,-2-4-9,0 0 0,0-1-1,0 1 1,0-1 0,0 1-1,1-1 1,-1 0 0,1 0-1,-1 0 1,1 0 0,-1-1-1,1 1 1,-1-1 0,5 1 0,9 1 36,33-1 1,-39-1-24,-9 0-7,0 0 0,1 0 0,-1 0 0,0 0 0,1-1 0,-1 1 0,0 0 1,0-1-1,1 1 0,-1-1 0,0 0 0,0 1 0,0-1 0,0 0 0,0 0 0,0 1 1,0-1-1,0 0 0,0 0 0,1-2 0,0 0 2,-1 0 0,1 0 0,0 0 0,-1-1 0,0 1 0,0 0 0,1-6 0,1-6 18,-2 0 0,1-26 0,-2 36-14,0-80 192,5 85-4046,11 0-1791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6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40 4306,'0'0'15895,"-36"-18"-18072,42 12-2369,18-9-8404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37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0 12790,'0'0'6822,"-19"3"-6710,-4 0-79,-35 9 0,55-11-29,-1 0-1,1 1 0,-1 0 1,1 0-1,-1 0 0,1 0 0,0 0 1,0 0-1,0 1 0,0 0 1,1-1-1,-1 1 0,1 0 0,0 0 1,-1 1-1,1-1 0,-2 5 1,-2 3 16,-2 2 97,1 1 0,0 1 0,1-1 0,1 1 0,0 0 0,1 0 0,-4 27 0,3 9 402,1 54-1,4-63-366,-2 1 0,-9 45-1,6-72-88,5-16-60,0 0-1,0 0 1,0 0 0,-1 0-1,1 0 1,0 0-1,0 0 1,0 0 0,0 1-1,0-1 1,0 0-1,0 0 1,0 0 0,-1 0-1,1 0 1,0 0-1,0 0 1,0 0 0,0 0-1,0 0 1,0 0-1,0 0 1,-1 0 0,1 0-1,0 0 1,0 0-1,0 0 1,0 0 0,0 0-1,0 0 1,0 0-1,-1 0 1,1 0 0,0-1-1,0 1 1,0 0 0,0 0-1,0 0 1,0 0-1,0 0 1,0 0 0,0 0-1,-1 0 1,1 0-1,0 0 1,0-1 0,0 1-1,0 0 1,0 0-1,0 0 1,0 0 0,0 0-1,-5-27 120,3 4-64,1-5 132,1-35 0,1 57-136,-1 0-1,1 0 1,0-1-1,1 1 1,-1 0-1,1 0 1,1 0-1,-1 0 1,1 1-1,0-1 1,5-7 0,-5 10-22,0 0 1,0 1 0,0-1-1,1 1 1,-1 0 0,1 0-1,0 0 1,0 0 0,-1 1-1,1-1 1,0 1 0,0 0-1,0 0 1,1 1 0,6-1 0,-6 0-24,0 1 1,0 0-1,0 0 1,0 1-1,0-1 1,0 1-1,0 0 1,-1 0-1,1 1 1,0 0-1,-1-1 1,1 2-1,4 2 1,-3 0-7,0 0 0,0 1 0,-1-1 0,1 1 0,-1 1 0,6 11 0,24 46-5,-30-55 2,-1-1-5,6 12 0,10 28-1,-18-42-3,0-1 1,-1 1-1,0 0 1,0 0-1,0 0 1,-1-1-1,1 1 1,-1 0-1,-1 0 1,0 7-1,0-11-5,1 0 1,-1 0-1,0 0 0,0-1 0,1 1 1,-1 0-1,0 0 0,-1-1 0,1 1 1,0-1-1,0 1 0,-1-1 1,1 0-1,0 1 0,-1-1 0,0 0 1,1 0-1,-1 0 0,-3 1 0,-2 1-83,0 0 0,-1-1 0,-12 2 0,10-2-32,-34 5-1662,0-3 1,-75-1 0,104-3 1089,-127 0-7866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5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3 322 6579,'0'0'7075,"0"3"-6707,-1 37 1151,0-25-1092,0 1 1,1 0 0,1 0 0,0 0-1,1-1 1,1 1 0,0-1-1,6 16 1,-8-30-388,-1 0-27,0-1-1,0 1 0,0-1 1,1 1-1,-1 0 1,0-1-1,1 1 0,-1-1 1,0 1-1,1 0 1,-1-1-1,1 1 1,-1-1-1,1 1 0,-1-1 1,1 0-1,-1 1 1,1-1-1,-1 0 0,1 1 1,0-1-1,0 1 1,0-8 35,-3-100 249,5-151-98,-2 249-158,0-1 0,0 1 0,1-1 0,1 1 0,0-1 0,0 1 1,0 0-1,1 0 0,9-13 0,-10 17 5,0 1 0,0 0 1,0 0-1,1 1 0,-1-1 0,1 1 1,0 0-1,0 0 0,1 0 0,-1 0 0,0 1 1,1-1-1,0 1 0,-1 1 0,1-1 1,0 0-1,0 1 0,0 0 0,0 0 1,7 1-1,-4-1-1,0 1 0,1 0-1,-1 0 1,0 1 0,12 3 0,-15-3-36,0 1 1,-1 0-1,1 1 1,-1-1-1,0 1 1,0-1-1,0 1 1,0 1-1,0-1 1,4 5-1,12 14-9,-2 0-1,0 1 1,-1 0-1,-2 2 0,0-1 1,-2 2-1,-1 0 1,10 31-1,-18-43-8,0 0-1,-1 1 1,2 26-1,-5-37-12,1 0 0,-1 1 0,0-1 0,-1 0-1,1 0 1,-1 1 0,1-1 0,-1 0 0,-1 0 0,1 0-1,-1 0 1,1 0 0,-1 0 0,0 0 0,0-1 0,-1 1 0,1-1-1,-5 5 1,1-3-126,-1-1 1,0 0-1,0 0 0,0 0 1,0-1-1,-1 0 0,1-1 0,-1 0 1,0 0-1,1 0 0,-10 0 0,-16 1-1466,-44-2-1,48-2 169,24 1 1237,-3 1-716,0-1 0,0 0-1,-1-1 1,1 0 0,0 0 0,0 0 0,0-1 0,0-1 0,-7-2 0,-12-15-4718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0 219 4706</inkml:trace>
  <inkml:trace contextRef="#ctx0" brushRef="#br0" timeOffset="1">0 219 4706,'124'0'2561,"-30"-27"-176,0-1-160,9 7 64,3-6-2289,-33 6 0,-16-6-992,-6-10-3250,-2 7-3393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6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7347,'0'0'5763,"27"175"-4787,-8-129-383,2 5-337,-3-12-144,-9-2-112,0-13-96,-9-9-1009,-9-15-1680,-30 0-4130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26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0 536 6883,'0'0'2980,"32"-1"-1558,108-6-758,-122 6-663,-1 0 0,1-2 0,-1 0 0,0-2-1,0 1 1,16-8 0,-28 10-171,0 0 0,0-1 0,0 1-1,-1-1 1,1 0 0,-1 0 0,0-1 0,0 1 0,0-1 0,0 0 0,5-7 0,-8 9 13,0 0 1,1 0-1,-1 0 1,0-1 0,0 1-1,0-1 1,0 1-1,-1-1 1,1 1-1,-1-1 1,1 1-1,-1-1 1,0 0 0,0 1-1,0-1 1,0 1-1,-1-1 1,1 0-1,-1 1 1,1-1-1,-1 1 1,0-1 0,0 1-1,-3-5 1,-1 1-237,0 0 1,-1 1-1,0 0 1,-1 0-1,1 0 1,-1 0-1,1 1 1,-2 1-1,-11-6 1,10 4 176,-62-26-197,51 24 970,0-2-1,1 0 1,0-1 0,1-1-1,-18-13 1,35 23-348,-1 0 0,0 0 0,1 0 0,-1-1 0,1 1 0,0-1 0,-1 1 0,1-1 0,0 1 0,0-1 0,0 0 0,0 0 0,0 1 0,0-1 0,1 0 0,-1 0 0,0 0 0,1 0 0,0 0 0,-1 0 0,1 0 0,0 0 0,0 0 0,0 0 0,0 0 0,1 0 0,-1 0 0,0 0 0,2-3 0,0 1 19,0 1 1,0 0-1,0 0 0,1 0 1,-1 0-1,1 1 0,0-1 1,0 1-1,0-1 0,0 1 1,0 0-1,0 0 0,1 0 1,5-2-1,40-13 256,0 2 0,1 2 0,72-10-1,-55 12-2907,73-23 0,-79 13-6266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5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7828,'0'0'10524,"20"-13"-9488,60-42-15,-60 44-447,-19 11-557,-1 0 0,0 0 1,0-1-1,1 1 0,-1 0 1,0 0-1,0 0 0,1 0 1,-1 0-1,0 0 0,0 0 1,1 0-1,-1 0 1,0 0-1,0 0 0,1 1 1,-1-1-1,0 0 0,0 0 1,0 0-1,1 0 0,-1 0 1,0 0-1,0 0 0,0 1 1,1-1-1,-1 0 0,0 0 1,0 0-1,0 1 0,1-1 1,1 5 147,0 0 0,0 0 0,0 0 0,0 0 0,-1 0 0,0 0-1,0 0 1,0 0 0,-1 1 0,0 7 0,1 1 139,8 147 2000,-4-46-1015,33 192 0,24-49-890,-44-187-363,-15-64-314,1-12-555,3-16-2486,-7 19 2859,14-54-5903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51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55 581 8868,'0'0'6902,"11"-4"-6387,37-6 3,1 2 0,69-3 0,8 0 236,580-136 1198,-587 118-1669,299-81 776,-292 70-701,151-69-1,-125 30-157,-144 75-135,0 1-1,0 0 1,0 0-1,0 0 1,1 1-1,-1 1 0,1-1 1,-1 1-1,1 1 1,0-1-1,-1 2 1,11 0-1,10 0 182,-24-1-203,1 0 1,-1 1 0,0 0 0,0 0 0,0 0 0,0 1 0,-1-1 0,1 1 0,0 0-1,-1 1 1,1-1 0,6 6 0,-3-2 12,0 1-1,-1-1 1,0 2 0,-1-1-1,0 1 1,6 9-1,4 10 88,-2 1-1,0 0 0,11 37 0,61 231 824,-24 6-428,-26-121-420,-13-92-6,4-2-1,59 133 0,-80-206-103,-1-1 1,0 1-1,0 0 0,-2 0 1,1 0-1,-2 1 0,2 25 1,-4 74 9,-1-108-15,1-1 0,-1 1 1,0 0-1,0 0 0,0-1 0,-1 1 0,0-1 0,0 0 0,0 1 0,-1-1 1,-5 8-1,2-4 2,0-2 1,-1 1 0,0-1 0,0 0-1,-1 0 1,-10 7 0,-3-1 23,-1 0 0,0-1 1,-1-1-1,-39 12 0,2-5 119,-111 18 0,-68-8 122,-241 2-137,44-4-55,27 18-28,6 34 113,196-11-63,121-36 3,30-10-28,-23 7 74,75-27-142,3-1-7,0 0 0,0 0-1,0 0 1,0 1 0,0-1 0,0 0 0,0 1 0,0-1 0,0 1 0,1-1 0,-1 1 0,0-1 0,0 1 0,0 0-1,0 0 1,0-7-128,1-3-171,1 1-551,-1 1-1,-1-1 1,1 1-1,-3-11 1,-15-21-6492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4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17 10661,'0'0'6283,"-8"-5"-6072,3 3-182,3 0-11,1 1 0,-1 0 1,0 0-1,0 0 0,0 0 1,0 1-1,0-1 0,0 1 1,0-1-1,-5 0 0,6 2 10,0-1 1,0 0-1,-1 1 0,1-1 0,0 1 0,0 0 0,0-1 1,0 1-1,0 0 0,0 0 0,0 0 0,0 0 0,0-1 1,0 1-1,0 1 0,0-1 0,0 0 0,1 0 0,-1 0 1,1 0-1,-1 0 0,1 1 0,-1-1 0,1 0 0,-1 2 1,-39 121 2465,-33 171 1,52-173-1856,-7 247-1,28-275-792,0-92-276,0-5-512,0-82-6178,0 3-1591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44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173 236 2273,'0'0'13273,"11"-6"-12572,3-1-404,0 1-1,0 0 0,1 1 0,0 1 0,28-5 0,61-6 942,248-38 1318,-242 33-2058,306-60 76,-361 70-501,0 3-1,1 2 0,72 2 0,-127 3-58,1 0 1,-1 1-1,1-1 1,-1 0 0,1 1-1,-1-1 1,1 1 0,-1 0-1,1-1 1,-1 1-1,0 0 1,1 0 0,-1 0-1,0 0 1,0 0 0,1 0-1,-1 0 1,0 0-1,0 1 1,-1-1 0,1 0-1,0 0 1,0 1 0,0-1-1,-1 1 1,1-1-1,-1 1 1,1 2 0,2 6 167,-1 0 1,-1 0 0,2 15 0,-3-17-95,13 546 2256,-14-426-1988,4-35-166,3-1 0,22 109 1,-8-115-95,-12-58-69,-2 1 1,0 0-1,2 55 0,-8-78-23,0 10 29,0 0 1,-4 22 0,3-33-19,-1 1 0,1-1 0,-1 0 1,0 0-1,0 0 0,-1 0 0,1 0 1,-1 0-1,0-1 0,-7 8 0,-4 2 41,0-1-1,-1-1 1,-1 0-1,0-1 1,-1-1-1,1 0 0,-2-2 1,0 0-1,0 0 1,-22 5-1,-29 5 48,-101 13 0,140-26-89,-916 73-46,876-78 13,43-1 45,0 1 0,-40 5 0,61-3-24,5-1 9,0-1-427,-1 0 131,0-1 0,0 1 0,1-1-1,-1 1 1,0-1 0,1 1 0,-1-1 0,0 0-1,1 0 1,-1 0 0,1 0 0,0 0 0,-1 0 0,1 0-1,-2-3 1,-16-22-4015,3-9-1695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3:4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10053,'0'0'8419,"2"6"-7893,54 238 3659,-48-206-3800,13 75 343,-5 2-1,2 169 0,-21-353-6655,3 16 529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08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73 2865,'0'0'8383,"5"-11"-7041,14-36-238,-13 33 2115,-5 20 420,-1 0-4262,-14 320 4686,9-52-3370,6-174-689,-5-112-994,-25-202-10066,22 115 4080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08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30 312 7411,'5'-90'2655,"-5"87"-2455,1 1-1,-1 0 1,1-1 0,-1 1 0,1 0 0,0-1-1,0 1 1,0 0 0,0 0 0,1 0-1,-1 0 1,1 0 0,-1 0 0,1 0 0,-1 0-1,1 1 1,0-1 0,0 1 0,0-1-1,0 1 1,0 0 0,0 0 0,0 0 0,0 0-1,1 0 1,-1 0 0,0 0 0,1 1-1,2-1 1,4-2 221,66-18 867,103-15 0,-49 11-748,40-8 10,48-11-268,-204 41-61,0 1 0,-1 0 0,1 0 0,17 1 0,-30 12 643,-2 19-45,-1 1-1,-10 40 1,-4 42 156,14-62-770,2 1-1,2 0 1,15 94 0,-4-62-164,-4 1-1,-3 122 1,-5-204-40,-1 5 4,1 1 0,-1-1 1,0 1-1,-1-1 0,0 1 1,0-1-1,-1 0 0,0 0 1,0 0-1,-1 0 0,0-1 1,0 1-1,-1-1 0,0 0 1,0 0-1,-1-1 0,0 0 1,0 0-1,0 0 0,-1 0 1,-8 4-1,0 0 54,0 0-1,-1-1 1,0-1 0,-1 0-1,0-1 1,0-1 0,0-1-1,-1-1 1,-31 5 0,-8-4 305,-101-3 0,140-3-345,1-1-1,-1-1 0,1 0 0,-1-1 1,-32-13-1,-81-45-18,72 32-11,39 20-865,-35-14 2023,36 19-4705,-1 3-4478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10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1075 137 2705,'0'0'11918,"-4"-17"-10894,-15-50-287,8 42 604,2 19-677,6 5-436,-5-3 83,1 1 0,0 0 0,0 1 0,-1 0 1,0 0-1,1 1 0,-12-1 0,-59 0 1005,48 3-848,8 0-213,1 1 0,-1 1-1,1 1 1,0 0 0,0 2-1,0 1 1,-39 18 0,8 2 345,-84 57 1,88-50-321,2 1-1,1 2 1,-46 50 0,70-65-115,1 2 0,2 1 0,0 1 0,1 0 0,2 1 0,0 0 0,-16 49 0,13-16 222,3 0-1,2 2 1,-4 76 0,13-75-63,4 71 0,3-113-267,0-1 0,2 0 0,0 1 0,13 30-1,2 13 42,14 60 92,68 221 141,-84-297-269,2-1 1,2-1 0,1-1 0,61 83 0,-73-114-48,0-1 0,1-1 0,1 0 0,0-1 0,0 0 0,1-1 0,1-1 0,0 0 1,0-1-1,1-1 0,-1 0 0,2-1 0,22 6 0,5-3 18,1-2 1,0-1-1,86-2 0,-112-4-23,81-3 40,-86 1-43,0 0-1,0-1 1,1-1 0,25-9-1,-17 1 4,1 0-1,-2-2 1,0 0-1,-1-1 1,0-1-1,-1-2 1,-1 1-1,-1-2 0,0-1 1,15-22-1,-3-1 9,-2-2 1,-2-1-1,-2 0 0,19-54 0,-23 43 2,-3-1-1,-2-1 0,-3 0 1,-2-1-1,-3 0 0,-3-1 1,-5-96-1,-1 125-19,-2 0 0,-2 0 0,0 0 0,-19-51 0,-59-118 0,56 138 0,-145-314 0,134 303 0,39 74-12,0-1 0,0 1 0,0 0 0,0-1 0,0 1 0,0 0 0,0 0 0,0-1 0,0 1 0,-1 0 0,1-1 0,0 1 0,0 0 0,0 0 1,0 0-1,0-1 0,-1 1 0,1 0 0,0 0 0,0 0 0,-1-1 0,1 1 0,0 0 0,0 0 0,-1 0 0,1 0 0,0 0 0,0-1 0,-1 1 0,1 0 0,0 0 0,-1 0 0,1 0 0,0 0 0,0 0 0,-1 0 0,1 0 0,0 0 0,-1 0 0,1 0 0,0 0 0,0 0 1,-1 1-1,1-1 0,0 0 0,0 0 0,-1 0 0,-9 16-1503,-16 50-2803,-5 15-5792,4-24-4987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14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1897 154 5827,'-1'-10'19128,"-4"8"-17433,-39 1-1062,-1-3 0,0-1 0,1-2 0,0-3 0,-46-15 1,36 11-456,-2 2 1,1 3-1,-68-2 0,51 4-51,-151 0 141,-4 0 22,-145-16 48,350 23-294,1 2-1,0 0 1,0 1-1,0 1 1,0 1-1,-37 14 1,-4 1 25,-16 7 66,70-24-124,0 1-1,0 0 1,1 0-1,-1 1 0,1 0 1,-12 11-1,18-14-260,0 0 0,0 0 1,0 0-1,1 0 0,-1 1 0,1-1 1,-1 0-1,1 0 0,0 0 0,0 1 0,0-1 1,0 0-1,0 0 0,0 1 0,1 1 1,0 1-1267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14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734 0 11493,'0'0'9746,"-12"10"-9202,3-3-382,3-2-60,0-1-1,0 1 1,1 0-1,0 1 1,0-1-1,0 1 0,1 0 1,-1 0-1,1 0 1,1 1-1,-5 10 1,-15 31 791,-2-1 1,-3-1 0,-43 57 0,49-75-776,-1-1 1,0 0-1,-2-2 1,-1-2-1,-1 0 0,-31 20 1,15-16-84,0-2 1,-2-1-1,-76 28 1,103-43-27,16-7-3,0-1 0,-1 1 0,0-1-1,1 0 1,-1 1 0,0-1 0,1-1-1,-7 2 1,9-1 4,0-1-1,0 1 1,0-1 0,0 1-1,0 0 1,0-1 0,0 1 0,0-1-1,0 1 1,0-1 0,1 1-1,-1-1 1,0 1 0,0-1-1,0 1 1,1-1 0,-1 1-1,0-1 1,1 1 0,-1-1-1,0 0 1,1 1 0,-1-1-1,0 0 1,1 1 0,0-1 0,115 58 611,-24-2-399,135 78 114,-186-113-291,-21-12-28,0 1-1,-2 1 1,24 18 0,-36-20-853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20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4247 951 11445,'0'0'6622,"4"-9"-5950,10-27 131,-15 36-782,1 0 0,0 0 0,0 0 0,0 0-1,-1 0 1,1 0 0,0 1 0,0-1 0,-1 0 0,1 0-1,0 0 1,0 0 0,-1 0 0,1 0 0,0 0-1,0 0 1,-1 0 0,1 0 0,0 0 0,0 0 0,-1-1-1,1 1 1,0 0 0,0 0 0,-1 0 0,1 0 0,0 0-1,0 0 1,-1-1 0,1 1 0,0 0 0,0 0-1,0 0 1,0 0 0,-1-1 0,1 1 0,0 0 0,0 0-1,0-1 1,0 1 0,0 0 0,0 0 0,-1 0 0,1-1-1,0 1 1,0 0 0,0-1 0,0 1 0,0 0-1,0 0 1,0-1 0,0 1 0,0 0 0,0 0 0,0-1-1,0 1 1,1 0 0,-1 0 0,0-1 0,0 1 0,0 0-1,0 0 1,0 0 0,0-1 0,1 1 0,-1 0-1,0 0 1,0 0 0,1-1 0,-5 2 186,-1248-1 3428,728 0-3404,-226 32 2,9 80-55,618-84-179,-475 88 4,538-106 39,-74 21-1,130-29-37,-1-1 0,1 0 0,0 1 0,0 0 1,-1 0-1,1 0 0,0 0 0,1 1 0,-1-1 0,0 1 0,-5 6 0,7-6 2,0 0-1,0 1 0,0-1 1,0 0-1,1 1 1,-1 0-1,1-1 1,0 1-1,0 0 1,1-1-1,-1 1 0,1 0 1,0 0-1,0 5 1,-1 6 55,1 1-1,1-1 1,0 0 0,1 1 0,1-1-1,0 0 1,1 0 0,11 26 0,33 67 253,-5 2 0,46 185-1,32 427 220,-38-185-295,74 192-164,-119-562-65,-37-163-9,56 261 3,-23 3-1,-28-212 35,0 17-786,3-73 544,4-1 165,1-1-1,0-1 1,0 0 0,-1 0 0,0-1 0,26-12-1,13-4 37,585-145-13,9 54 15,-574 100 0,1224-138 4,-1074 128 20,533-84-206,-701 95 128,0-1 0,90-34 0,-140 43 57,0 0 0,-1 0 0,1 0 1,-1 0-1,0 0 0,1-1 0,-1 0 0,0 1 0,-1-1 1,1 0-1,0-1 0,-1 1 0,0 0 0,1-1 1,-2 1-1,1-1 0,0 0 0,-1 0 0,1 0 0,-1 0 1,0 0-1,0-5 0,2-9 1,-2 0 0,-1-1 0,-2-33 0,0 23 8,-5-34 27,-2 1 0,-3 0 0,-25-80 0,8 35 15,-159-760 129,41-16-175,142 850-31,-112-633-478,85 531-1432,-6 1 0,-102-239-1,41 174-3671,1 5-5073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2:31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0 670 96,'0'0'1347,"3"-6"-1133,6-17 303,7-30 1,-15 50-466,0 1 1,0 0-1,0-1 0,1 1 0,-1 0 1,1 0-1,0 0 0,2-3 1,-2 4-30,-1-1 0,1 0 1,0 0-1,-1 0 0,0 0 1,1 0-1,-1 0 1,0-1-1,1-2 0,15-27 3,-5 10-17,-11 17-19,0 0 0,0 0 1,-1 0-1,0-1 0,-1-7 1,0-30 48,0 36-5,1 1-1,0-1 1,1 1-1,-1-1 1,1 1-1,1-1 1,-1 1-1,1 0 0,0 0 1,6-12-1,-2 6 173,0-1 1,0 0-1,5-17 0,-10 27-177,0 1-1,0-1 1,0 1 0,0 0 0,0-1 0,1 1-1,-1 0 1,4-4 0,8-15 5,-7 11-34,-5 9 3,0 1 1,-1-1 0,1 0-1,-1 0 1,1 1 0,-1-1-1,1 0 1,-1 0 0,0 0-1,1 1 1,-1-1-1,0 0 1,0 0 0,0 0-1,1 0 1,-1-1 0,3-61 94,-3-4 110,-2 64-213,-2-8-19,4 10 0,-1 1-309,0-1 335,1 1 0,-1-1 0,0 0 0,1 1 0,-1-1 0,0 0 0,1 0 0,-1 0 0,1 0 0,-1 0 0,1 1 0,0-1 0,-1 0 0,1 0 0,0 0 0,0 0 0,0 0 0,0 0 0,0-2 0,-5-10-1592,4 8-604,12 3 1071,-10 2 1123,2 0-2,0 0-9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2:3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0,'0'0'499,"15"-6"683,-15-20-1212,0 25-28,-1-2-430,-4 3-153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21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9 131 4626,'0'0'7708,"-1"-22"-6999,-2-3-502,0 0 328,1-33-1,2 57 90,3 17-91,73 268 1089,-61-228-1286,43 106-1,-49-141-266,1-1 0,2 0 1,0-1-1,1 0 0,1-1 1,0 0-1,1-2 0,19 17 0,-23-24-37,2-1 0,-1 0-1,1 0 1,1-2-1,-1 1 1,1-2 0,0 0-1,0 0 1,1-1-1,28 3 1,3-2 33,1-3-1,54-3 1,-55-2-31,-1-3 1,87-20-1,84-42 94,-5 3-50,-121 43-49,1 4-1,0 4 0,1 3 1,95 3-1,-164 8-34,0 1 0,42 8 1,-52-7-1,-1 2 0,-1 0 0,1 0 0,0 1 0,-1 1 0,19 12 0,-15-8-14,-2 1 0,1 0 1,-1 1-1,-1 0 0,0 1 0,-1 1 0,-1 0 0,0 0 1,0 1-1,-2 0 0,0 1 0,0 0 0,-2 0 0,7 23 1,-6-10-144,-1-1 0,-2 2 1,-1-1-1,-1 0 1,-1 1-1,-2-1 1,-1 1-1,-6 28 0,-1-12-413,-2 0 0,-2-1 0,-24 56-1,-4-10-1393,-57 93 0,-90 116-3763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37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10 233 5298,'-8'1'19417,"7"1"-17792,1 4-1505,1 1 1,0-1-1,0 0 1,0 1-1,1-1 1,0 0-1,0 0 1,4 6-1,27 46 533,-13-27-490,122 193 586,-124-198-711,-17-25-35,-1 0 0,1 0 1,0 0-1,0 0 1,0 0-1,0 0 1,0 0-1,0 0 0,0 0 1,0-1-1,0 1 1,0-1-1,0 1 1,0-1-1,1 1 0,-1-1 1,0 1-1,0-1 1,1 0-1,-1 0 1,0 0-1,1 0 0,-1 0 1,0 0-1,2 0 1,-1 0 17,1-1 0,0 0 0,0 0 0,-1 0 0,1 0 0,-1 0 0,1-1 0,-1 1 0,1-1 0,-1 0 0,0 1 0,3-4 0,57-65 603,-22 21-388,27-25 129,129-110 0,-151 148-287,2 2 0,1 2 0,1 2 0,77-34 0,-97 53-54,0 1 0,1 1-1,0 2 1,61-7 0,125 6-382,-209 8 330,-6 0-41,0 1-1,0-1 1,0 0-1,0 1 1,-1-1 0,1 1-1,0-1 1,0 1-1,-1-1 1,1 1-1,0 0 1,-1-1 0,1 1-1,-1 0 1,1-1-1,-1 1 1,1 0-1,-1 0 1,1-1-1,-1 1 1,0 0 0,1 0-1,-1 0 1,0 0-1,0 0 1,0-1-1,0 1 1,0 0-1,1 0 1,-2 0 0,1 0-1,0 0 1,0 1-1,-5 34-2995,4-32 2529,0-1-1,0 0 1,-1 1 0,0-1 0,1 0-1,-1 0 1,0 0 0,-4 3 0,-27 22-8244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44:43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9 417 7283,'0'0'5795,"-1"-4"-5339,-5-12 363,4 12 1790,6 24 206,9 2-2235,2 0 0,0-1 0,1 0-1,1-1 1,22 18 0,-30-29-478,2-1 0,-1-1 1,1 1-1,0-2 0,1 0 0,0 0 0,0-1 1,0 0-1,0-1 0,1-1 0,-1 0 0,1-1 0,0 0 1,0-1-1,0 0 0,0-1 0,0 0 0,0-1 1,0-1-1,0 0 0,0-1 0,15-5 0,-10 1 27,0-1 0,-1-1 0,30-21 0,48-43 336,-78 60-389,102-84 419,7-7 254,166-104 0,-269 194-661,-1 1-1,37-13 1,-51 23-85,-1 0 1,1 1-1,0 0 0,0 0 0,1 1 0,-1 0 0,0 0 1,0 1-1,0 0 0,1 1 0,15 3 0,-20-3-2,1 1 0,0 0-1,-1 1 1,0-1 0,1 1 0,-1 0-1,0 0 1,-1 0 0,1 1 0,0-1-1,-1 1 1,0 0 0,5 6 0,3 8 9,18 34 0,-26-45-11,7 15-201,10 35 1,6 15-1462,-23-65 1149,1 1 0,0-1 0,0-1 0,1 1-1,0-1 1,0 0 0,7 8 0,-9-12-27,0 0 0,0 0 0,-1 0 0,1 0 0,0-1-1,1 1 1,-1-1 0,0 1 0,6 0 0,33 1-8244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31T08:44:57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11327 2449 326 0,'0'0'42'0,"0"0"-38"0,0 0 33 15,0 0 39-15,0 0-22 16,0 0-20-16,0 0 18 15,0 0 27-15,-2 0-10 16,2 0 1-16,0 0 25 16,0 0-21-16,-2 0 8 15,-2 0-2-15,-4-2-12 16,4-5 23-16,-5 0-2 16,9 3-32-16,0 0 5 0,0 1-18 15,0 3-9 1,-2 0-11-16,2 0-8 15,0 0-7-15,0 0-3 16,0 0 7-16,0 0 2 0,0 7 3 16,2 11 20-16,13 6-6 15,-1 1-8-15,6 1-8 16,0-3-2-16,7-6 0 16,11-5 3-16,11-12-1 15,13 0 11-15,14-29 8 16,13-20-11-16,2-14-3 15,7-6-2-15,1 2-14 16,-9 3 5-16,-5 6-4 16,-11 9-1-16,-9 7-2 15,-7 6-3-15,-10 9 0 0,0 5 0 16,-9 6 0-16,-5 7 0 16,-10 7 0-16,-11 2 0 15,-3 0 0-15,-6 0-5 16,-2 0-9-16,-2 7-11 15,0 10-7-15,0 11-14 16,0 4-25-16,-20 7-61 16,-9 1-67-16,-11-5-131 15,-9-6-336-15</inkml:trace>
  <inkml:trace contextRef="#ctx0" brushRef="#br0" timeOffset="6448.52">926 2250 481 0,'0'0'23'0,"0"0"2"0,0 0 66 0,0 0 1 0,0 0-19 16,-49-124-26-16,45 108 18 16,-1 3-8-16,3 4-3 15,0 0 14-15,2 3 18 16,-2 3-17-16,2 3 3 15,-5-2-5-15,5 2-6 16,-2 0-22-16,2 0-23 16,0 0-14-16,0 13-2 15,0 19 2-15,5 8 5 16,12 9 4-16,10-1-9 16,2-1 4-16,4-5-2 15,4-10-4-15,-4-3 2 0,0-4-2 16,-2-10 1-16,-2-6-4 15,0-5 1-15,1-4 2 16,-9 0 0-16,4-11-2 16,-1-18 2-16,-3-6 8 15,-6-7-6-15,-9 1 1 16,-6 1-1-16,0 4 5 16,0 3-7-16,-10 0 1 15,-6 10 6-15,5 3-7 16,2 7 2-16,0 6 1 15,6 5 0-15,-1 2-3 16,4 0-3-16,-2 0-4 16,2 2-3-16,0 18 6 0,0 9 4 15,14 5 1 1,5-8-1-16,12-6-3 0,1-6 1 16,5-10-1-16,4-4 0 15,-1 0-1-15,-2-4 0 16,-7-14-7-16,-7-4 6 15,-13-5 5-15,-8-4 1 16,-3-5 0-16,-3-4 6 16,-16 5-2-16,-6 3-1 15,3 3 1-15,2 7 3 16,2 2-1-16,5 6-2 16,3 6-5-16,4-1 0 0,4 4-10 15,2 1-45-15,0-1-127 16,0-4-205-16</inkml:trace>
  <inkml:trace contextRef="#ctx0" brushRef="#br0" timeOffset="7348.19">1878 1591 713 0,'0'0'65'0,"0"0"64"0,0 0-4 0,0 0-41 16,0 0-33-16,0 0-12 16,-73-40-8-16,61 40-11 15,1 9-7-15,-3 15 2 16,1 12-5-16,2 6 15 16,4 3 8-16,7 0-14 15,0-1-11-15,0-6 0 16,16-7-8-16,9-6-6 15,2-8 4-15,6-10-3 16,-4-7 2-16,6 0 2 16,-8-13 0-16,-3-10-2 0,-8-3 2 15,-9-1-1 1,-7-2 2-16,0-4 2 0,0-1 0 16,-18 9 1-16,0 2 1 15,0-2 3-15,3 9 4 16,4-4-2-16,4 9 9 15,7 0-2-15,0-3-16 16,0 3 0-16,9-4-3 16,15-1-1-16,7 5-1 15,6 0 5-15,-2 11 0 16,3 0-2-16,-3 0 0 16,-4 22 1-16,1 0-1 0,-3 5-2 15,-9 2 2 1,-7 0-2-16,-4-2 4 0,-9-2 6 15,0-10-6-15,0-2 1 16,0-9 2-16,-9-4 2 16,-4 0 6-16,-5-21-5 15,5-15 3-15,-5-7-9 16,7-6 1-16,2-4-3 16,9-3 2-16,0-4-1 15,0 9-3-15,11-1-7 16,-2 12-46-16,7 9-38 15,-6 11-92-15,1 9-97 16,-5 9-158-16</inkml:trace>
  <inkml:trace contextRef="#ctx0" brushRef="#br0" timeOffset="7998.49">2580 1219 609 0,'0'0'198'0,"0"0"-140"0,0 0 63 0,0 0-38 0,0 0-33 16,0 0-15-16,-110-38-25 16,89 65 1-16,-4 8-1 15,0 8 12-15,3 8 10 16,2 1-3-16,13-1-11 15,0-7-6-15,7-8-9 16,0-9-3-16,21-10-5 16,12-12-3-16,5-5-1 0,2-14-21 15,0-26 9-15,-2-15-11 16,-15-5 16-16,-11-3 0 16,-9-8 14-16,-3 2-4 15,-21 4-1-15,-7 7-9 16,-1 16 16-16,9 17 2 15,7 12 29-15,5 4-13 16,6 9 12-16,2 0-18 16,0 0-12-16,0 2-12 15,0 20 12-15,7 3 1 16,11 4 4-16,4 2 3 16,7 3-2-16,1-1-2 0,3 3 2 15,-2-3-4 1,-4-4-2-16,-3 2 4 0,-4-9-4 15,-4 1 0-15,-7-8-6 16,-1-6-34-16,1-9-77 16,-2-4-142-16,6-30-150 15</inkml:trace>
  <inkml:trace contextRef="#ctx0" brushRef="#br0" timeOffset="8550.52">2929 811 571 0,'0'0'292'0,"0"0"-279"0,0 0 18 15,0 0 8-15,0 0-13 0,0 0 0 16,69 54-8-16,-61-34-6 16,-6-5-9-16,-2 1 7 15,0-3-6-15,-6-4 14 16,-13-7-4-16,-1-2-6 15,-5 0 10-15,10-13-6 16,-1-9 9-16,5-3 7 16,9 8-5-16,2-1-13 15,0 4-4-15,2 6-2 16,23 1-4-16,4 7 0 16,4 0-1-16,0 0-2 15,-4 22 0-15,-2 5 3 0,-10 8-5 16,-7 1 4-16,-10 2 1 15,0-3 1-15,-14 3-1 16,-17-4 0-16,-2-5-2 16,6-5-3-16,2-8 4 15,10-11 1-15,6-5 0 16,2 0 1-16,7 0-1 16,0-3 0-16,0-8 0 15,0 2 3-15,18 3 7 16,5 3-1-16,4 3-2 15,4 0 0-15,4 0-6 16,1 0 3-16,-5 0-2 16,2 0 0-16,-4 0-1 0,-2 0-1 15,-2-6-3-15,-8-8-4 16,-8 0-16-16,0-1-10 16,-6-1-64-16,-3 1-99 15,0 1-222-15</inkml:trace>
  <inkml:trace contextRef="#ctx0" brushRef="#br0" timeOffset="9214.62">1689 2671 762 0,'0'0'118'0,"0"0"-48"16,0 0 43-16,0 0-75 15,0 0-37-15,0 0 13 16,31 20 18-16,-2 5 0 16,6 0-7-16,3 4-13 15,2-9 0-15,-6-5-9 0,-3-6 3 16,-11-2-6-16,-9-7-1 15,-4 0 1-15,-5-2 1 16,-2-27 17-16,0-9-1 16,0-9 9-16,-9-2 11 15,-9 2-26-15,5 7-3 16,-1 11 9-16,8 7-5 16,4 6-3-16,-5 10-9 15,7-1-6-15,0 7-37 16,0-2-86-16,0 0-180 15,0-3-316-15</inkml:trace>
  <inkml:trace contextRef="#ctx0" brushRef="#br0" timeOffset="10164.62">2067 2496 895 0,'0'0'41'0,"0"0"-18"0,0 0 4 0,0 0-25 15,0 0 2-15,0 0 11 16,25 95-4-16,-10-75 2 16,3-11-1-16,-2-9-5 15,6 0-5-15,2-13 6 16,-3-20 2-16,-6-5 6 16,-6-2-5-16,-4 4 3 15,-5 12 9-15,0 4 12 0,0 8 10 16,-14 8-3-16,1 4-11 15,-10 0-27-15,-1 31-2 16,2 5-1-16,2 4 1 16,6-2-1-16,10-1 2 15,4-10-3-15,0-9-2 16,6-7-5-16,17-11 3 16,12 0 0-16,6-18-6 15,5-20-7-15,-1-6-43 16,-9-1-25-16,-7-1-79 15,-2 6 18-15,-8-3-26 16,1 10 75-16,-7 4 47 16,-5 4 50-16,-6 10 16 0,-2 3 55 15,0 10 94 1,0 2-49-16,0 0 4 0,-8 7-100 16,0 26-7-16,-3 7 25 15,-1 3 14-15,10-3-10 16,2-9 5-16,0-8-22 15,18-15-23-15,18-8-2 16,18 0 0-16,8-33-2 16,0-9 0-16,-8-5-7 15,-16 7-13-15,-19 11-20 16,-14 13-44-16,-5 16-56 16,-22 0-191-16</inkml:trace>
  <inkml:trace contextRef="#ctx0" brushRef="#br0" timeOffset="10698.16">2401 3135 670 0,'0'0'160'0,"0"0"-57"0,0 0 43 16,0 0-66-16,0 0-52 15,0 0-14-15,-62 9-12 16,42 27 0-16,0 6 1 16,4-6 3-16,10-3-3 15,6-6-3-15,0-5 0 16,0-4-3-16,22-9-2 16,7-2 2-16,5-7 3 15,1 0 1-15,1 2 4 0,-10 0 0 16,-3 3-5-16,-4 1 0 15,-5 10 7-15,-7-1-4 16,-7 1 7-16,0 6-1 16,0-4 1-16,0 2-7 15,-14-2 4-15,-1-5-3 16,-8-6-3-16,2-5-1 16,-8-2-18-16,2-11-27 15,-2-34-66-15,8-12-132 16,6-10-222-16</inkml:trace>
  <inkml:trace contextRef="#ctx0" brushRef="#br0" timeOffset="10914.61">2624 3006 799 0,'0'0'195'15,"0"0"-188"-15,0 0 54 16,-2 143-6-16,18-108-37 15,1-2-1-15,1-6-10 16,-3-9-6-16,-3-9-1 16,-3-7-1-16,-3-2-46 15,-6 0-32-15,0-29-21 16,0-6-68-16,0-10-54 16,0-2 13-16</inkml:trace>
  <inkml:trace contextRef="#ctx0" brushRef="#br0" timeOffset="11414.05">2624 3006 28 0,'93'9'342'0,"-93"-9"-227"0,0 20 11 16,0 7 6-16,0 6-61 16,0-4-26-16,0-4-1 15,0-8-2-15,0-8 4 16,10-7-26-16,10-2-19 16,9-2 6-16,2-22-3 15,2-10-4-15,-4-1-5 16,-6-5-52-16,-8 4-41 15,-10 2 8-15,-3 1-84 16,-2 11 43-16,0 2 31 16,0 6 100-16,0 8 16 15,0-1 77-15,-2 7 10 0,2 0 11 16,0 0-39-16,0 2-30 16,0 12 24-16,9 8-16 15,1 0-2-15,-3-6-30 16,7 1-9-16,1-12-6 15,1-5-3-15,9 0-4 16,2-14 2-16,-6-12-2 16,-3-5-7-16,-11 6-2 15,-1 1-9-15,-6 6 9 16,0 7 10-16,0 4 5 16,0 7 13-16,0 0 11 15,0 0-21-15,5 0-5 0,4 0-3 16,4 9 16-16,3 2-8 15,4-4-2-15,7-7-2 16,-3 0-3-16,5-11 0 16,-4-16-1-16,-8-2-7 15,-3 5 3-15,-9 6 0 16,-5 7-8-16,0 11-11 16,0 0-99-16,-17 11-164 15</inkml:trace>
  <inkml:trace contextRef="#ctx0" brushRef="#br0" timeOffset="12081.26">2954 4031 729 0,'0'0'53'0,"0"0"1"0,0 0 63 15,0 0-48-15,0 0-31 16,0 0-27-16,-60 24-1 16,49 19 4-16,4 1 10 15,7 3 5-15,0-3-9 16,0-5-13-16,16-10-2 15,8-12-5-15,8-8 0 16,5-9 0-16,3-6-1 0,5-30-4 16,-5-5-13-1,-11-1 0-15,-12-2 4 0,-9 6 3 16,-8 5 11-16,0 4 2 16,0 11 6-16,0 7 5 15,0 4 16-15,0 5-7 16,0 2-16-16,4 0-6 15,9 0 0-15,3 0 0 16,3 0 1-16,2 2 0 16,-1 16-1-16,-3 0 6 15,0-1-4-15,-9 1 0 16,-1-7-1-16,-7 0 1 16,0-6-1-16,0-3-1 15,0-2-14-15,0 0-46 0,0-2-46 16,-11-29-190-16,0-9-128 15</inkml:trace>
  <inkml:trace contextRef="#ctx0" brushRef="#br0" timeOffset="12481.39">3268 3868 487 0,'0'0'158'0,"0"0"-85"16,0 0 49-16,0 0-14 16,0 0-64-16,0 0-24 15,100 62-8-15,-82-46-6 16,-3-7-4-16,-1-4-1 15,1-5-1-15,-3 0-3 16,-1 0-23-16,3-22-39 16,-6-10-53-16,-1-4-47 0,-1 1 12 15,-3 4 34-15,2 4 109 16,-3 11 10-16,2 10 65 16,-2 3 18-16,-2 3 26 15,3 7-39-15,-3 18 18 16,2 6-34-16,0 0 4 15,2-7-29-15,-2-4-13 16,8-9 5-16,-1-8-21 16,1-3 8-16,4-5-4 15,6-19 5-15,-6-7 9 16,-8-1-9-16,-2 6-4 16,-4 6 12-16,0 6 19 0,0 8 22 15,-4 1-11 1,-2 3-33-16,1 2-10 0,0 0-4 15,5 0-51-15,0-7-77 16,0-6-154-16,0-14-355 16</inkml:trace>
  <inkml:trace contextRef="#ctx0" brushRef="#br0" timeOffset="12764.57">3747 3541 990 0,'0'0'17'0,"0"0"1"0,0 0-7 16,0 0-5-16,0 0 1 15,0 0-7-15,92 91-4 0,-71-91 3 16,0 0-7-16,-13 0 4 16,0-11 8-16,-8-9-3 15,0-3 33-15,0-1 14 16,-10-1-2-16,-5 3-1 15,1 7-4-15,6 1-30 16,3 3-11-16,5-7-1 16,0-6-71-16,5-3-220 15,21-6-406-15</inkml:trace>
  <inkml:trace contextRef="#ctx0" brushRef="#br0" timeOffset="13248.28">4110 3175 677 0,'0'0'387'15,"0"0"-371"-15,0 0 77 16,0 0-56-16,0 0-33 16,0 0-1-16,-17-11 30 15,3 11 11-15,3 11-3 16,-6 11-15-16,1 7 5 15,-3 0-14-15,13-4 4 16,4 4-6-16,2-2-10 16,0-9-5-16,0-5 0 0,8-9-4 15,13-4-6 1,3 0 6-16,5-22 4 0,0-13 0 16,-4-4 3-16,-10-3-2 15,-6 6 2-15,-7 14 1 16,-2 4 0-16,0 10 7 15,0 3 5-15,-17 5-3 16,-4 0-5-16,-3 20-7 16,-5 11 0-16,7 7 0 15,2 7-1-15,9-8 0 16,7 4 0-16,4-14-1 16,0-1 0-16,15-10-1 0,18-16 0 15,2 0 0 1,6 0 2-16,1-22-1 0,-6-10-1 15,-5-3-7-15,-9-3-23 16,-17 0-20-16,-5-5-61 16,-5-5-176-16,-28-19-691 15</inkml:trace>
  <inkml:trace contextRef="#ctx0" brushRef="#br0" timeOffset="15647.89">3206 446 239 0,'0'0'38'0,"0"0"16"0,0 0 43 0,0 0-36 15,0 0-22-15,0 0-15 16,-21-60 2-16,21 53 22 16,0 0 4-16,0 3-26 15,0-3 27-15,0 7 43 16,0-2-13-16,0 2-18 15,0 0-24-15,0 0-19 16,0 0 7-16,-2 0 0 16,2 0-6-16,-6 0-9 0,-1 2 0 15,-9 7 16-15,-6 4 6 16,-4-2 8-16,-8 3 7 16,-1 1 0-16,-6 8-18 15,-3-1-7-15,-6 5-14 16,-5 2 4-16,-12 7-7 15,-11-1-3-15,-11 5 1 16,-2-2 5-16,2 2-4 16,-1-2-2-16,15 5 2 15,-3-6 1-15,-3-1 0 16,6 4 1-16,-1-4-1 16,0 8-7-16,1 1 5 15,1 1-5-15,-2 4-2 0,-2 1 0 16,5 2 0-16,-4 1 0 15,4-3 4-15,0 2-4 16,1-1 0-16,8-5 1 16,1-1 1-16,7-3-2 15,2-8-1-15,6 3 1 16,4-2-1-16,1-7 1 16,1 2 0-16,2-2 0 15,-5 0 3-15,1 0-3 16,3-2-4-16,6 6 3 15,6-2 0-15,0 0 1 16,-4-4 0-16,-1 0 0 16,-1 2 0-16,-1-2 0 15,5 0 0-15,6-3 0 0,5-2-1 16,3-6 3-16,8 2-3 16,-1-3 1-16,2-1-2 15,1 3 1-15,7 1-1 16,0 0-2-16,0 4 3 15,0 0 0-15,0 5 1 16,0-6 1-16,5 3 0 16,1 1 4-16,10-1-2 15,4 3 6-15,4 11-6 16,5-1 7-16,7 8 2 0,4 4 3 16,7 2-8-1,2 7 9-15,6 5-6 0,17 3 1 16,6 10-5-16,4 7 4 15,8-1 2-15,-13 3-1 16,-3-3-6-16,2-4-1 16,-4 0-2-16,-1-4-1 15,-3 3 3-15,1-8-4 16,-6 8 0-16,1-8 1 16,-4-1 1-16,-2-1-2 15,-2 3 0-15,-4-1 0 16,-2 0 0-16,0 2-1 15,-6-2 1-15,-1-2 3 16,-1-3-1-16,-5-1-2 16,-3-5 0-16,2-4-3 0,-9 1 3 15,4-4 1 1,-3 3-1-16,-5 1-1 0,6-1 1 16,-4 4 0-16,-3-2 0 15,2 1 0-15,-4-5 0 16,1-3-2-16,0-3 1 15,-5-6-1-15,3-1 2 16,-6-6-1-16,-7-2-1 16,6-4-2-16,-4-3-1 15,1-8-2-15,-2-1-1 16,-5-8 2-16,-2-2-5 16,0-3 5-16,0-2 5 15,0 2-2-15,0-2 2 16,0 0-1-16,3 0-4 0,-1 0 0 15,7 2 4-15,-1 1 0 16,4-1 2-16,5-2 0 16,12 0-1-16,9 0 0 15,7-16 1-15,8-11 4 16,7-6-3-16,10-9 10 16,7-8-9-16,6-1 12 15,-6 2-6-15,-2 3-2 16,-13 6-4-16,-2-7-2 15,-2 0 3-15,2-6-3 16,1-3 3-16,5-7-4 16,1 5 2-16,4 1-1 15,5-3 1-15,4 1 0 0,3-3 1 16,-8 4-2-16,-1 0 2 16,-9 7-1-16,-7 4 0 15,-2 0 3-15,-8 7-4 16,1 2-1-16,4 3 1 15,-3-1 0-15,3 1 0 16,-4 1 0-16,-2-1-1 16,2 1 1-16,-9 5 0 15,-4 2-1-15,-7 5-2 16,-2 2 3-16,-8-2 0 16,4 2 0-16,-5 0 1 15,-3-1 0-15,1 4 0 0,1-1 0 16,-1 0-1-16,-3-2 0 15,-1 2 0-15,-1-2 1 16,2 0 0-16,-2-3-1 16,0-1 1-16,3 0 1 15,-5-1-1-15,-3 1-1 16,-1-3 0-16,-1 2 6 16,-2-6-5-16,-2 2 4 15,0-6-4-15,0-5 9 16,0-5-5-16,0-2-4 15,-2-6 6-15,-11-3-1 16,-7-6 0-16,-2-8 0 16,-11-3 5-16,1-5-2 15,-8-2 4-15,0-7-5 0,-5 0 1 16,5-7 0-16,-2 1-4 16,1 4 2-16,-1 0-3 15,-2 2 1-15,-5 0-5 16,-1-5 3-16,-2 3-1 15,-9-2-1-15,8 4 1 16,1 5 1-16,4 6-2 16,0 3-1-16,2-4-1 15,-1 4 1-15,3 2 0 16,-6 6 0-16,2 3 0 16,-4 4 1-16,1-2 0 0,0 0-1 15,0 4 1-15,5 5-1 16,4 9 0-16,5 1 1 15,6 8-1-15,2 1 6 16,0 1-5-16,0 2-1 16,-3 0 0-16,3 1 0 15,0 1 0-15,0 2 1 16,7 5-1-16,0-2 0 16,4 2 0-16,1 2 0 15,1 4 0-15,7 3 2 16,0 5-2-16,2 1 0 15,3 3-2-15,1 2 1 16,3 0 0-16,0 0-6 16,0 0-54-16,3 4-76 15,17 33-58-15,11 7-49 0,5 16-259 16</inkml:trace>
  <inkml:trace contextRef="#ctx0" brushRef="#br0" timeOffset="16081.55">3578 1600 628 0,'0'0'78'0,"0"0"-17"0,0 0 70 0,0 0-37 0,0 0-18 15,0 0 18-15,43 15-7 16,-12-30-4-16,6-16-17 16,7-9-7-16,10-7-18 0,0-6-17 15,6-6-8 1,0 8 4-16,-11 7-12 0,-12 8 3 16,-8 14-9-16,-10 6 0 15,-11 3-4-15,-1 11-2 16,-4 2-65-16,-3-3-88 15,0-3-205-15</inkml:trace>
  <inkml:trace contextRef="#ctx0" brushRef="#br0" timeOffset="16414.54">4086 978 467 0,'0'0'557'16,"0"0"-546"-16,0 0 65 15,0 0-51-15,0 0-18 16,0 0-3-16,129-24 4 16,-85 22 4-16,-1 2-1 15,-7 0-2-15,-9 0-3 16,-8 15-2-16,-9 12 0 15,-10 4 2-15,0 10 3 16,0 1 4-16,-17 5-2 16,-14 1 1-16,-8 8-2 15,-7 9-5-15,-4 0-5 0,-10-5-21 16,-1 0-151-16,-5-9-363 16</inkml:trace>
  <inkml:trace contextRef="#ctx0" brushRef="#br0" timeOffset="17414.05">1080 6747 628 0,'0'0'288'0,"0"0"-281"0,0 0-14 16,0 0 3-16,0 0 4 15,0 0 1-15,40 138 0 16,-20-109 4-16,5-4 5 16,-2-12 27-16,-4-2-16 15,8-11-14-15,0 0-3 0,6-31-4 16,0-11 4-16,-2-12-2 16,-6 3 2-16,-12 13-4 15,-11 15 0-15,4 17 12 16,-6 4 11-16,0 2 15 15,0 0 6-15,0 0-38 16,0 17 1-16,6 3-7 16,3 9 3-16,1-10 0 15,4-11-3-15,1-6-1 16,8-2-2-16,2-18 1 16,2-22 1-16,-3-6-4 15,-11-1 9-15,-6 2-8 0,-7 12 7 16,0 4-3-16,-11 6 5 15,-7 11 17-15,-2 0 3 16,2 7-7-16,5 3-7 16,-1 2-11-16,3 0-10 15,3 0-40-15,2-1-68 16,4-8-129-16,2-7-379 16</inkml:trace>
  <inkml:trace contextRef="#ctx0" brushRef="#br0" timeOffset="17881.2">1730 6361 105 0,'0'0'697'0,"0"0"-692"0,0 0 9 0,0 0 21 15,-46 120-30-15,46-83 1 16,0-9 2-16,0-1 0 15,0-13-3-15,13-8-5 16,3-6-2-16,1 0 2 16,2-18 2-16,-6-8 6 15,1 1-5-15,-8 2 5 16,-2 3-5-16,-4 3 1 16,3-3-1-16,-3 9 5 0,0-7-3 15,0 2 0-15,6-6-3 16,4 0 11-16,0-3-3 15,13-1-2-15,-1-1-5 16,0 7-2-16,1 4 5 16,-4 10-6-16,-3 6-4 15,-3 0 0-15,-1 13 1 16,-8 11 3-16,0 10 10 16,-4-1-10-16,0-4 1 15,-4-7-1-15,-7-8 2 16,2-10 0-16,0-4 0 15,5 0-2-15,4-31-13 16,0-14-13-16,0-12 13 0,0-3-6 16,6 3-80-1,13 13-129-15,0 8-76 0</inkml:trace>
  <inkml:trace contextRef="#ctx0" brushRef="#br0" timeOffset="18264.79">2152 6036 448 0,'0'0'144'0,"0"0"-129"16,0 0 84-16,0 0-63 15,0 0-25-15,-43 120 12 16,43-106 12-16,0-12-16 16,0-2-6-16,0 0-13 15,0-6 48-15,12-17-30 0,-4-11-2 16,4-3 2-16,-5 1-3 15,-7-2-8-15,0 7-7 16,0 7 5-16,-3 8 26 16,-6 7 23-16,2 7 29 15,7 2-14-15,-4 0-44 16,4 0-16-16,0 0-9 16,0 0-4-16,0 0-2 15,0 7 3-15,0 10 3 16,11 8 5-16,9 2-4 15,1 4-1-15,-6-2 1 16,3 0-1-16,-12-3-6 16,1-4-40-16,-7-4-66 0,4-7-87 15,-2-11-73 1</inkml:trace>
  <inkml:trace contextRef="#ctx0" brushRef="#br0" timeOffset="19581.58">2511 5858 469 0,'0'0'133'0,"0"0"-19"0,0 0 24 16,0 0-21-16,0 0-51 0,0 0-3 15,0-14-25-15,0 14-17 16,0 10-8-16,0 10-2 16,0 6-1-16,0-1 3 15,0-3-2-15,0-9 1 16,17-1-12-16,4-10-4 16,3-2 3-16,0 0 1 15,7-16 1-15,-2-13 0 16,-2-4 3-16,-6-3-2 15,-15 9 0-15,-4 5-2 16,-2 6 6-16,0 10-2 16,0-1 5-16,0 7 13 15,-13 0-7-15,-18 0-1 0,0 20-10 16,-2 4-2-16,1 4-4 16,14-2 3-16,9 3-1 15,5 0 0-15,4-7-2 16,0-2-2-16,15-6 1 15,14-10-1-15,9-4 0 16,7 0-1-16,-3-18-3 16,0-13-9-16,-13-2-29 15,0-9-3-15,-6 3-20 16,-5-1-15-16,-7 5-55 16,2 4 21-16,-6 8 31 15,-3 8 85-15,1 6 2 0,-3 7 39 16,0 2 43-16,-2 0-21 15,6 0-35-15,-1 2 18 16,4 11 23-16,0 3-41 16,0-3-9-16,-5-4-5 15,3-2-4-15,-2-3-5 16,-5-4-3-16,0 0 7 16,0 0-3-16,0 0 5 15,0 0-8-15,0-7-1 16,0-8-12-16,-2-3 12 15,-3 3 1-15,5 1 5 16,0 1 3-16,0 2 0 0,0 2 0 16,13-2-2-16,2 6-1 15,6 5-2-15,-3 0-4 16,-1 0-4-16,-3 7 4 16,-1 6-1-16,-7 1 0 15,0-5 0-15,-4-3-1 16,-2-1-21-16,2-5-3 15,-2 0 13-15,0 0-3 16,0-18-60-16,0-2 27 16,0-2 42-16,0 6 7 15,-2 3 4-15,2 5 4 16,0 8 3-16,0-1-10 16,4 1 5-16,11 0 13 0,6 0-13 15,1 0 2-15,-2-7-5 16,2-6-3-16,1-3-27 15,-4-9 3-15,4-6-6 16,-3 2 3-16,-5 0 12 16,-3 5 5-16,-5 6 0 15,-5 5 10-15,-2 6 2 16,0 2 7-16,0 5 11 16,0 0-6-16,0 0 4 15,0 0-10-15,0 0 11 16,0 12-19-16,4 10 0 15,9 7 6-15,5 4-3 16,5 5-3-16,1 0-2 0,2 0 2 16,-1-5 1-1,-2-1 1-15,-8-3-2 0,-6-9-3 16,-4-5-10-16,-5-6 11 16,0-7-9-16,0-2 9 15,-7 0 1-15,-11-15-8 16,-3-16 9-16,0-12 5 15,3-1 27-15,7-3-17 16,4 2 5-16,7 12 14 16,0 4-18-16,0 4-12 15,3 7-3-15,5 5-1 16,-3 4 2-16,-3 7-2 16,-2 0-10-16,0 2-14 15,0 0-23-15,0 0 7 0,-2 0-37 16,-14 0-128-16,0-2-17 15,-1-5-132-15</inkml:trace>
  <inkml:trace contextRef="#ctx0" brushRef="#br0" timeOffset="19981.16">3268 5299 283 0,'0'0'327'0,"0"0"-218"0,0 0 35 0,0 0-89 0,0 0-45 15,0 0 13-15,11 29 21 16,16 2-17-16,-3 9-6 15,3 4 0-15,-2 3-8 16,-6 0-8-16,-5-9-2 16,-3-5-1-16,-7-8-1 0,-4-10 0 15,0-6-1-15,0-6-1 16,0-3-2-16,0 0-4 16,0-32-20-16,0-13 24 15,-8 1-1-15,8-5 8 16,0 11-4-16,0 9 8 15,14 7 3-15,11 4 4 16,7 0-8-16,2 14-4 16,6 2-3-16,-7 2-4 15,0 0 3-15,-6 13-8 16,-9 7 9-16,-7 0-2 16,-8-2 5-16,-3 0 10 0,0-3-5 15,-5 3 6 1,-11-2-12-16,-3-5-2 0,-2-7-34 15,3-4-41-15,1-4-70 16,1-34-230-16</inkml:trace>
  <inkml:trace contextRef="#ctx0" brushRef="#br0" timeOffset="20964.25">3698 5245 426 0,'0'0'224'0,"0"0"-200"0,0 0 82 15,0 0-45-15,0 0-50 16,0 0-1-16,47 31-10 16,-34-31 4-16,0 0-4 15,3-24 12-15,2-8 19 0,-5 1-11 16,-4 5 1-16,-7 8 9 16,-2 9 45-16,0 7 8 15,0 2-9-15,-2 0-13 16,-15 6-43-16,-4 19-15 15,1 6-3-15,5 1-3 16,6-6 2-16,4-8 1 16,5 0-7-16,0-9 3 15,0-9-12-15,5 0-32 16,17-20 14-16,7-25 12 16,2-9-18-16,0 3-33 15,0 2-32-15,-8 11-28 0,-3 9 59 16,-11 9 51-16,2 7 18 15,-9 4 5-15,-2 5 35 16,0 4 46-16,0 0 11 16,-13 0-39-16,0 18-27 15,-3 8 5-15,3 3-5 16,3 5-3-16,2-3 1 16,6-5-14-16,2-8-10 15,0-7 0-15,0-8-3 16,8-3-34-16,6-9 1 15,3-20 28-15,0-9 5 16,-11-7 6-16,-6-1-6 16,0-3-1-16,0 9 4 0,0 6 3 15,-2 18 17 1,-7 7 26-16,4 3 6 0,1 3-19 16,4-1-3-16,0 4-28 15,0 0-2-15,0 9-7 16,0 13 6-16,4 8 1 15,6-6 0-15,7 3-3 16,-1-12-25-16,-1-4-20 16,-1-6 1-16,3-5-18 15,-3 0-6-15,1-22 14 16,-3-10 26-16,-3 1 8 16,-3 2 20-16,-4 7 3 0,-2 6 9 15,0 7 58 1,0 5-2-16,0 4 15 0,0 0-20 15,0 0-19-15,0 2-33 16,0 14-7-16,0 1-2 16,0-1-1-16,0-7-1 15,0-9 0-15,2 0-12 16,10 0-13-16,-1-16 17 16,0-6 10-16,-2-7 1 15,-7-2 0-15,-2 9 2 16,0-1 2-16,0 10 1 15,0 6 19-15,0 5 3 0,-4 2-6 16,2 0 3 0,2 0-20-16,0 0-4 0,0 0-10 15,2 0 3-15,11 0-3 16,3 0 1-16,-3 0-3 16,0-4-6-16,-1-5 3 15,-10-2-8-15,-2 2-5 16,0 0-24-16,-25-2-169 15,-8-5-318-15</inkml:trace>
  <inkml:trace contextRef="#ctx0" brushRef="#br0" timeOffset="30031.57">2287 6549 733 0,'0'0'237'0,"0"0"-194"0,0 0-25 16,0 0 23-16,0 0-31 16,0 0-8-16,0 0 6 0,17 49 22 15,2-14 11-15,1 3-18 16,1-2 7-16,-2-3-12 15,-3-2-8-15,-3-9-9 16,-1-4 2-16,-6-7-3 16,-3-3 0-16,-1-6-6 15,-2-2-44-15,0 0-58 16,0-31-95-16,0-17-88 16,-5-1-163-16</inkml:trace>
  <inkml:trace contextRef="#ctx0" brushRef="#br0" timeOffset="30231.11">2287 6549 335 0,'119'-81'262'16,"-119"81"-134"-16,0 0-45 15,0 5-7-15,0 20-31 0,6 3 21 16,12 8-18-16,5 2-14 16,-1-3-2-16,-2 1-14 15,0-9-5-15,-7-5-8 16,-4-4-5-16,0-9-5 15,-6 4-48-15,-3 0-72 16,0-6-175-16</inkml:trace>
  <inkml:trace contextRef="#ctx0" brushRef="#br0" timeOffset="30414.38">2295 7005 1020 0,'0'0'66'16,"0"0"-66"-16,0 0-2 15,0 0-1-15,125 0 3 16,-75 0-5-16,0 0-114 16,-15-11-141-16,-14-16-304 15</inkml:trace>
  <inkml:trace contextRef="#ctx0" brushRef="#br0" timeOffset="51480.16">29350 3474 569 0,'0'0'101'0,"0"0"-65"0,0 0 81 0,0 0-30 16,0 0-18-16,0 0-57 16,0 0-8-16,-87-54-3 15,62 50 6-15,-1 4-6 16,-1 0 7-16,0 0 6 16,1 0 3-16,-3 7-5 15,2 10 14-15,2 3 6 16,1 12-16-16,0 1 10 15,1 0 3-15,12 1-15 16,-3 0 1-16,8 8 2 16,6 0-9-16,0 5 4 15,0 4 2-15,0 0 0 0,0 5 4 16,4-2-7-16,5 6-4 16,-4 2-1-16,-3 3 4 15,0-1 4-15,-2 1-3 16,0 2-2-16,0-7 2 15,0 2-1-15,0-11-4 16,0-2-4-16,-2-8 0 16,-5-8-2-16,-2-6 2 15,-2-5 1-15,-3-2-3 16,4-4 0-16,-1-3 0 16,-1-4 0-16,6 0 0 15,-1-3 2-15,5-1 0 0,0-1-2 16,2-1 0-16,0 1-1 15,0 3 0-15,0 2 1 16,17 2 2-16,8 0 5 16,10-2 1-16,-1-3-1 15,4 3 5-15,-4-2-12 16,3 0 4-16,-1-1-2 16,-5-1-2-16,0-2 1 15,-8-3-3-15,4 0 1 16,-10 0-19-16,-5 0-25 15,-6-3-44-15,-6-11-71 16,0-8-122-16,0-4-138 16</inkml:trace>
  <inkml:trace contextRef="#ctx0" brushRef="#br0" timeOffset="51664.21">29053 4532 583 0,'0'0'190'0,"0"0"-115"0,0 0 42 0,0 0 2 15,0 0-80-15,150-20-37 16,-101 20-2-16,-5-2-40 16,-11-9-102-16,-6-5-307 15</inkml:trace>
  <inkml:trace contextRef="#ctx0" brushRef="#br0" timeOffset="57396.66">30776 3035 585 0,'0'0'127'0,"0"0"-86"0,0 0 71 0,0 0 46 16,0 0-85-16,0 0-23 15,0 0-35-15,0-63-9 16,-13 90 0-16,-6 14 25 16,6 3 11-16,5 3-29 15,6 6-2-15,2-4 6 16,0-7-16-16,4-6 3 15,15-4-2-15,8-10-1 16,-2-7-1-16,0-12 0 0,-4-3 3 16,2 0 2-1,-5-9-1-15,-1-16-3 0,-5 1 2 16,-3 2-1-16,-1 3-1 16,-6 10-1-16,1 5 1 15,-3 4-1-15,0 0-3 16,0 0-1-16,0 9-3 15,9 11 7-15,2 5 0 16,7-4 1-16,9 0 1 16,1-8-1-16,6-6-1 15,0-5 0-15,-5-2 3 16,2 0 0-16,-5-24-2 0,-6-5 2 16,-1-9-3-1,-15 0 1-15,2 0-3 0,-4 0 2 16,-2 11 0-16,0 1-2 15,0 12-7-15,0 3 6 16,0 7 1-16,0-3-53 16,-2 7-55-16,-4 0-76 15,4 0-102-15,0 0-33 16</inkml:trace>
  <inkml:trace contextRef="#ctx0" brushRef="#br0" timeOffset="60250.52">31616 2768 257 0,'0'0'129'0,"0"0"-80"0,0 0 14 16,0 0 80-16,0 0-43 16,0 0-52-16,-7-77-4 0,5 76 3 15,-5-9-9-15,-4 6-1 16,-7-2 4-16,-7-1-15 16,-10 0 0-16,-11 2 18 15,-4-1 7-15,-12 6-6 16,-3-5-5-16,-3 1-1 15,-2-3 6-15,7 3-10 16,-1-1-9-16,6 5 7 16,3 0-6-16,1 0-4 15,3 9 1-15,0 7-6 16,-7 6 4-16,8 2-6 16,-1 8 4-16,5-3 6 0,4 4-10 15,1-1 2 1,1 5 3-16,5-1-12 0,1 2-3 15,3 2 7-15,8-2-7 16,1 7 0-16,3-1-2 16,0 5 4-16,1-2-5 15,9 6 4-15,1 3-1 16,3 0-3-16,5 0-1 16,0-1 2-16,0 3-4 15,9-7 0-15,14-1 0 16,6-6-1-16,6-6 1 15,7-9 5-15,14-7-5 16,6-11 0-16,5-2 1 0,2-9 5 16,1 0-4-1,-8-22 0-15,3-23 1 0,-3-15 6 16,0-20-7-16,-1-7 8 16,-11 7-10-16,-5 4 5 15,-14 16 1-15,-8 13-5 16,-10 9 1-16,-7 14-2 15,-6 8-2-15,0 9-8 16,0 7-50-16,0 0-58 16,-27 27-87-16,-17 15-81 15,-16 12-157-15</inkml:trace>
  <inkml:trace contextRef="#ctx0" brushRef="#br0" timeOffset="60914.02">30326 4499 816 0,'0'0'89'0,"0"0"12"0,0 0 63 16,0 0-49-16,0 0-53 0,0 0-28 15,0 0-2-15,-10 26 11 16,4 17 16-16,-5 13-7 16,3 4-9-16,0 11-5 15,2 0-9-15,3-1-2 16,1-1-8-16,-2-3-9 16,-2-6-2-16,-2-4 5 15,-1-5-1-15,5-13 1 16,-2-4-2-16,-4-12-3 15,6-4 1-15,-1-7 1 16,3-4-6-16,2-3 0 0,0-4-3 16,0 0 1-16,0 0-2 15,0 0-8-15,0 0-33 16,7-22-61-16,28-16-122 16,21-4-233-16</inkml:trace>
  <inkml:trace contextRef="#ctx0" brushRef="#br0" timeOffset="61347.24">31729 4378 452 0,'0'0'354'0,"0"0"-293"0,0 0 68 16,0 0 12-16,0 0-53 15,0 0-43-15,-15-11 12 16,5 36-9-16,0 17 25 15,-11 7-14-15,8 18-17 16,-9 7 4-16,2 6-11 16,0 4-5-16,-5 1-8 0,14-7 2 15,-5-11-10-15,8-5-3 16,1-6-7-16,-1-12 2 16,2 1 2-16,2-11-8 15,2-8 0-15,2-3-6 16,-2-6-47-16,0-3-78 15,2-12-137-15,-7-2-385 16</inkml:trace>
  <inkml:trace contextRef="#ctx0" brushRef="#br0" timeOffset="62597.57">33102 2992 400 0,'0'0'33'0,"0"0"5"0,0 0 49 16,0 0-16-16,0 0-40 16,0 0-22-16,0-6-7 15,0 6-2-15,0 0-5 0,0 0-13 16,0 0-31-16,0 0-15 15,0 2-20-15,0 2-64 16</inkml:trace>
  <inkml:trace contextRef="#ctx0" brushRef="#br0" timeOffset="63663.98">32456 4697 548 0,'0'0'69'0,"0"0"-68"0,0 0 36 0,0 0 89 16,0 0-81-16,0 0-40 15,0 0-1-15,-2 0-4 16,2 0-11-16,15-15-134 16,7-8-77-16</inkml:trace>
  <inkml:trace contextRef="#ctx0" brushRef="#br0" timeOffset="64047.08">33605 4481 681 0,'0'0'60'15,"0"0"-52"-15,0 0 57 16,0 0-16-16,0 0-49 16,0 0-96-16,0 0-123 15</inkml:trace>
  <inkml:trace contextRef="#ctx0" brushRef="#br0" timeOffset="65513.96">31467 6569 700 0,'0'0'152'0,"0"0"-126"0,0 0 87 0,0 0 11 15,0 0-67-15,0 0-45 16,0 0-10-16,0 22-2 16,4 27 19-16,-4 4-12 15,0 7 0-15,0 3 2 16,0-5-8-16,0 0 0 16,-9-3-1-16,-2-10-1 15,6-7 1-15,-3-14 4 16,6-10-4-16,-3-9-5 15,2-5-16-15,3 0 21 16,0 0 5-16,0-14-5 16,18-20-17-16,9-1 10 0,7-1 2 15,-5 7 2-15,0 9-2 16,-2 14-8-16,-3 3 10 16,-2 3-6-16,-6 3 1 15,1 21 2-15,-7 12 3 16,-4 1 0-16,-4 3 2 15,-2-2-10-15,0-2-1 16,-16-7 0-16,-7-9-27 16,-13-4 22-16,-16-12-42 15,-16-4-111-15,-24-22-359 16</inkml:trace>
  <inkml:trace contextRef="#ctx0" brushRef="#br0" timeOffset="72080.71">1526 8445 481 0,'0'0'56'0,"0"0"-50"0,0 0-6 16,0 0 6-16,0 0-5 16,13 124 5-16,12-77 3 0,6 4-6 15,0 3-2-15,0 2 0 16,-4-5 0-16,-7-4-1 16,-2-5-5-16,-10-6-6 15,-1-8-22-15,-7-10-13 16,0-4-31-16,0-9-78 15,-22-5-77-15</inkml:trace>
  <inkml:trace contextRef="#ctx0" brushRef="#br0" timeOffset="99713.1">1055 7511 632 0,'0'0'47'0,"0"0"-43"0,0 0 73 0,0 0-10 0,0 0-37 15,0 0-7-15,0 0-2 16,0 0-9-16,0 0 71 16,29 51-11-16,5-8-12 15,1 6-15-15,6 11-18 16,3 2 1-16,3 1-17 15,-5 1-1-15,0-6-6 16,-3-2-4-16,-10-5 3 16,2-8-3-16,-11-8 0 15,-4-8 0-15,-6-9 0 0,-7-9 0 16,-1-7 0-16,-2-2 0 16,0 0 6-16,0-9-6 15,-9-20-7-15,-13-9 1 16,2-2 5-16,6-3 1 15,1 1-3-15,7 2 3 16,0-2 1-16,6 6-1 16,0-2 0-16,0 7 0 15,19 0 0-15,1 2 0 16,0 4 4-16,2 7-4 16,-2 7 0-16,4 7 0 15,-1 4 1-15,1 0-1 16,1 0-2-16,2 9 2 0,0 15 0 15,-1 5 1-15,3 5 4 16,-7 4-5-16,3 2 0 16,-8 0 0-16,-7 0 0 15,-4-4 0-15,-6-5-4 16,0-2 3-16,0-4-3 16,0-1 2-16,-8-7-8 15,-10-3-8-15,-7 0 3 16,-6-3-39-16,-5-9-77 15,-1-2-233-15</inkml:trace>
  <inkml:trace contextRef="#ctx0" brushRef="#br0" timeOffset="111730.48">29408 7760 977 0,'0'0'78'0,"0"0"-49"16,0 0 75-16,0 0 21 16,0 0-51-16,0 0-53 15,0 0-11-15,0 0 10 0,17 77 28 16,-17-4-12-16,0 11-1 15,0 1-7-15,-11 7-1 16,-6 1-11-16,-1-2-10 16,0-1 2-16,-2-15-7 15,0-10 1-15,3-16 2 16,3-13-3-16,3-12-1 16,1-13 0-16,10-9-1 15,0-2-18-15,0 0-18 16,0-31-30-16,12-24-76 15,5-26-64-15,4-19-19 16,-3-9-159-16</inkml:trace>
  <inkml:trace contextRef="#ctx0" brushRef="#br0" timeOffset="112330.91">29325 7785 593 0,'0'0'160'15,"0"0"-107"-15,0 0 31 16,0 0 28-16,0 0-36 15,0 0-37-15,98-94-7 16,-49 81-5-16,12 4-9 16,-3 3-1-16,6-3-6 15,-1 6-1-15,-3-3 1 16,-9 1 2-16,-4-4 9 16,-10 3-3-16,-8-3 6 15,-8 0-5-15,-4 2-1 16,-5-2-1-16,-4 5-3 0,-1-1 2 15,-3 1-1-15,1 2 0 16,0 2-2-16,-1 0-4 16,0 0 0-16,3 0 2 15,2 4 0-15,2 18 2 16,0 10 1-16,1 8 0 16,-4 11-3-16,3 9 3 15,-3 7 3-15,-2 4-11 16,1-4 3-16,3 2-4 15,0-2 1-15,1 4-4 16,-3-2-2-16,-1 0-1 16,0-6-1-16,-7-7 1 15,0-12 0-15,0-6 1 0,0-5 0 16,-7-1 0-16,-8-6-1 16,-6 3 6-16,-8 0-5 15,-6 2 4-15,-7 0 6 16,-8 1-1-16,0-1-3 15,-6 0 0-15,-4-2 2 16,-3 0 4-16,-1-2-2 16,-3-7 3-16,2-7 0 15,2-4-5-15,6-2 0 16,14-7-8-16,8 0-1 0,14 0-3 16,9-9-16-1,9-22-28-15,3-9-50 0,0 0-75 16,7 0-63-16,13 13-51 15,0 5-234-15</inkml:trace>
  <inkml:trace contextRef="#ctx0" brushRef="#br0" timeOffset="123863.26">29798 6339 617 0,'0'0'66'0,"0"0"13"0,0 0 10 0,0 0 11 16,0 0-12-16,0 0-43 15,0 0-13-15,13-38 10 16,-13 38 0-16,0 0-12 16,0 0-9-16,-25 0-5 15,-12 14 1-15,-11-1-4 16,0 3-6-16,-1-3-6 0,7 7 1 16,4 0-1-1,7 0-2-15,6 2-1 0,5-2 0 16,9 10-1-16,2 5 3 15,9 10 0-15,0 6 5 16,0 5-1-16,11-3 0 16,6 3-4-16,-3-3 6 15,-3 3 1-15,1-5-6 16,-6 0 6-16,3-2-4 16,-9 2 1-16,0-6-4 15,0-7 10-15,0-9-2 16,0-9-7-16,0-6 1 15,0-8 1-15,0-4 3 16,0 3-3-16,0-3-3 16,0-2 9-16,0 5-2 15,9 1-2-15,4-4 3 0,3 7 5 16,8-4 4-16,3-3-12 16,0-2-3-16,4 0 5 15,0 0-7-15,-2 0-5 16,0-7-18-16,-6-4-2 15,-1-7-40-15,-4 3-52 16,-10-5-45-16,-8-7-77 16,0 0-279-16</inkml:trace>
  <inkml:trace contextRef="#ctx0" brushRef="#br0" timeOffset="124030.03">29589 6983 690 0,'0'0'209'0,"0"0"-175"0,0 0-18 0,0 0 1 15,0 0-16-15,175-33-1 16,-105 26-89-16,-6-4-374 16</inkml:trace>
  <inkml:trace contextRef="#ctx0" brushRef="#br0" timeOffset="126596.98">30486 6466 406 0,'0'0'232'0,"0"0"-109"0,0 0-24 0,0 0 24 16,0 0-23-16,0 0-31 0,0 0-19 15,0-38-6-15,0 38-21 16,0 0-20-16,-4 5 1 16,-3 17-3-16,0 9 1 15,3 3 0-15,4-1 0 16,0-4-1-16,2-2-2 16,18-1 0-16,3-6-1 15,4-2-3-15,4-4-12 16,-3-12 4-16,3-2 0 15,-8 0 12-15,-7 0 1 16,1-5 3-16,-7-8 4 0,-6-5-6 16,2 12 3-16,-3 1 4 15,-3 5 13-15,0 0-4 16,0 0-15-16,0 0 9 16,0 0-11-16,0 20 0 15,6 2-2-15,8 3 2 16,3-5 0-16,4-9 0 15,-4-4 0-15,-1-7-1 16,-5 0 1-16,3 0 0 16,-6-25 9-16,1-6-7 15,-2-5 4-15,-5-1 7 16,-2-1-3-16,0 0-6 16,0 9 6-16,0 2-8 15,0 7-2-15,0 2-6 0,0 0-32 16,13 1-52-16,12 3-136 15,8 1-124-15</inkml:trace>
  <inkml:trace contextRef="#ctx0" brushRef="#br0" timeOffset="126979.96">31420 6295 840 0,'0'0'103'0,"0"0"-34"0,0 0 20 0,0 0-49 16,0 0-35-16,0 0-3 15,-5 15-2-15,18 12 0 16,12 0 0-16,6 4-1 15,10-5-30-15,1-6-3 16,2-6-10-16,-5-3 14 16,-8-11 9-16,-14 0 16 15,-7-2 5-15,-6-23 8 16,-4-4 17-16,0-4 19 16,-4 0-10-16,-10 6 5 0,1 2 11 15,1 8 8-15,8 3-11 16,4 10-31-16,0-3-16 15,0 7-30-15,14-2-68 16,19-3-33-16,7-6-168 16</inkml:trace>
  <inkml:trace contextRef="#ctx0" brushRef="#br0" timeOffset="127481.22">32356 5894 707 0,'0'0'111'0,"0"0"-23"0,0 0 24 0,0 0-48 16,0 0-54-16,0 0-10 15,44 33 0-15,-33 14-4 16,-2 4 3-16,-2 2 0 0,-7-6-3 16,0-6 3-1,0-10-16-15,0-10 8 0,0-7-3 16,0-9 9-16,0-5-1 15,0 0 4-15,0 0 0 16,0-11 5-16,13-9 7 16,12-8-2-16,8 6-4 15,2 4 6-15,2 7-10 16,-6 7-1-16,-7 4-1 16,-8 0-3-16,-8 9-4 15,-8 17-5-15,0 14 9 16,-20 3 3-16,-15 2 1 0,-14-7-1 15,-15-5-8 1,-15-4-39-16,-17-11-59 16,-8-14-222-16</inkml:trace>
  <inkml:trace contextRef="#ctx0" brushRef="#br0" timeOffset="128981.06">30165 6005 509 0,'0'0'150'0,"0"0"-78"0,0 0 56 16,0 0-23-16,0 0-31 16,0 0-18-16,0-25-7 15,-2 25-1-15,-5 0-12 16,-8 0-4-16,-10 0 5 16,-8 0 3-16,-16 0 3 15,-12 12-5-15,-14-1-5 0,-8 0 0 16,-2-2-6-16,-4 2-9 15,-4-2 1-15,-5 0-7 16,-2-5-1-16,8-2-8 16,8 5 5-16,13 4-6 15,6 0 0-15,7 5 0 16,6 2 0-16,6 4-2 16,3 1 2-16,6 6-2 15,3-6 2-15,12 2-1 16,4-5-1-16,7 7 0 15,2-5 0-15,7 1 1 16,2 3-2-16,0 3 2 16,6 7-1-16,17 8 3 15,8 10 8-15,2 11-1 0,7 8 7 16,-3 5-9-16,-6 0 1 16,-10 0 4-16,0 0-8 15,-6 4-1-15,-3 3-4 16,-4 0 0-16,1 2 0 15,-2-7 1-15,-2-11 4 16,1-4-5-16,1-12 0 16,-3-8-4-16,3-7 7 15,-2-12-6-15,1-4 2 16,-4-8 0-16,3-1 1 16,-3-6 0-16,-2-4-8 0,0-2 5 15,0-1-1-15,0 0 3 16,0 0-2-16,0 2 3 15,0-2-1-15,2 3 0 16,-2-3 0-16,0 0 0 16,0 0 0-16,2 0-1 15,0 0-2-15,4 0-3 16,13 0-7-16,10 0 13 16,18-11 1-16,16-1 2 15,8 1-1-15,9 5 0 16,4-1-2-16,3 0 0 15,0-2-1-15,-8 1-14 0,-4-1 3 16,-4-7 3 0,-6-2-1-16,-5-2 1 0,-9 2 5 15,-6-2 4-15,-7 3 1 16,-7 1 1-16,-6 0 1 16,-6 10-2-16,-10-1-1 15,3 5 1-15,-8-3 2 16,3 1 0-16,-1 0-2 15,-1-1 1-15,0-2 2 16,-1 1-2-16,0-4 2 16,-2 0 3-16,5-4 2 15,0-3 0-15,0 1-2 16,-1-4 5-16,-1-3-5 16,-1-8-4-16,-4-7 13 15,0-13-7-15,0-9 5 0,-11-13-2 16,-14-12 5-16,5-4-2 15,-6-9 4-15,1-7 1 16,-4-2-10-16,0 5-1 16,0 8-5-16,-2 11 10 15,0 8-12-15,-2 6 4 16,4 2-3-16,6 15 0 16,4 6-2-16,5 8-2 15,5 9 2-15,-3 2 0 16,2 9-2-16,-3 3-2 15,-3 4-20-15,-7 0-32 16,-3 6-45-16,-5 1-88 16,4-3-209-16</inkml:trace>
  <inkml:trace contextRef="#ctx0" brushRef="#br0" timeOffset="142729.04">19582 8424 484 0,'0'0'24'0,"0"0"13"0,0 0 39 0,0 0-1 16,0 0-58-16,0 0 20 16,0 0 12-16,0 0 9 15,-6-10 13-15,-2 7 17 16,0 1-17-16,-3 2-18 15,-7 0 19-15,2 0 7 16,5 0-19-16,2 0-11 16,9 0-7-16,0 0-12 0,0 0-10 15,0 0-2-15,31 0 1 16,19 0 47-16,14 0-30 16,9 0-13-16,6 0-7 15,-8 0-5-15,-9 0-5 16,-16 0 3-16,-19 0-9 15,-13 0 8-15,-9 0-5 16,-5 0 21-16,0 0 8 16,0 0-8-16,0 0-10 15,-5 0-5-15,-13 0-4 16,-1 0-4-16,-4 0-1 16,14 2 2-16,4 1-2 15,5-3 0-15,0 0-2 16,0 1-5-16,-2-1-51 15,-15 3-66-15,-17-3-145 16,-19 0-729-16</inkml:trace>
  <inkml:trace contextRef="#ctx0" brushRef="#br0" timeOffset="144881.98">29475 9396 792 0,'0'0'249'0,"0"0"-233"0,0 0 40 15,0 0 31-15,0 0-33 16,0 0 11-16,-52 147-25 15,52-85-17-15,0-6-7 16,0-2-4-16,0-3-2 16,5-15-5-16,-3-7-3 15,3-9-2-15,-5-14-1 16,0-4 1-16,0-2 0 16,0 0 3-16,0-15 6 15,2-14-9-15,9-4 4 0,11 1 2 16,7 6 4-1,2 3-1-15,5 10 4 0,-1 9-10 16,1 4 7-16,-1 0-4 16,-2 0 0-16,-8 17-6 15,-6 6 4-15,-4-1-4 16,-12 5-1-16,-3-1 1 16,0-1 2-16,0 2 5 15,-20-7-1-15,-9-5-5 16,-5-2 2-16,-6-4-1 15,2-6 0-15,4-3-1 16,13 0-1-16,7-12-4 0,14-16-40 16,11-12-93-1,30-7-200-15,17-9-373 0</inkml:trace>
  <inkml:trace contextRef="#ctx0" brushRef="#br0" timeOffset="145579.4">30245 9610 505 0,'0'0'362'0,"0"0"-322"0,0 0 103 16,-147 33-43-16,118-3-21 16,10 5-13-16,3 1-30 0,13-1-26 15,3-4-4 1,5-4-4-16,28-7-2 0,6-13-13 15,5-7-56-15,-2 0 7 16,-3-20 1-16,-8-7 35 16,-4-8 16-16,-8 6 2 15,-3 4 8-15,-9 12 11 16,-3 11 28-16,-4 2 19 16,0 0-22-16,0 0-31 15,0 11 3-15,0 11 11 16,0 2 0-16,0 1-7 15,11-5-12-15,11-7-3 16,7-8-47-16,0-5-96 16,-2 0-14-16,-2-16-70 0,-4-13 1 15,-2-6 54-15,1-3 175 16,-5 8 52-16,-3 13 107 16,-1 3 51-16,-7 8-40 15,-2 6-37-15,-2 0-51 16,0 6-53-16,4 19 44 15,-4 1-12-15,0 4-16 16,0-6-28-16,0-1-5 16,0-10-6-16,0-2-6 15,0-7 0-15,0-4 0 16,0 0 0-16,-2 0 0 16,-2-17 7-16,0-8-3 15,4-1-2-15,0-1 5 0,2 6-5 16,11 6 2-1,5 9 0-15,-3 6-1 0,5 0-1 16,-1 0 2-16,0 6-4 16,2 12 0-16,-9 0 0 15,-2-5-1-15,1-2 0 16,-7-4-6-16,-2-5-10 16,-2-2-19-16,0 0-28 15,0-2-22-15,0-19-78 16,0-7-82-16,0-10-102 15,10 2-18-15</inkml:trace>
  <inkml:trace contextRef="#ctx0" brushRef="#br0" timeOffset="145746.32">30836 9494 230 0,'0'0'267'0,"0"0"-78"0,0 0-12 16,0 0-85-16,0 0-15 0,0 0-28 16,80 120-18-16,-75-82-20 15,-1-6-9-15,-2-6-2 16,-2-8 0-16,0-7-22 15,0-11-45-15,0 0-43 16,0-6-10-16,0-19-144 16,0-10 18-16,0 1-50 15</inkml:trace>
  <inkml:trace contextRef="#ctx0" brushRef="#br0" timeOffset="145930.23">31003 9516 148 0,'11'-13'184'0,"0"13"-4"15,-4 0-22-15,-7 0-38 16,0 27-36-16,0 2-33 0,-5 2-6 15,-6 0-16-15,7-4-10 16,2-1-7-16,2 1-1 16,2-9 0-16,29 0 5 15,9-7-3-15,9-4-8 16,5-7-5-16,-10 0-50 16,-6 0-67-16,-9-18-188 15</inkml:trace>
  <inkml:trace contextRef="#ctx0" brushRef="#br0" timeOffset="146163">31580 9699 906 0,'0'0'85'0,"0"0"0"16,0 0-8-16,118 0-65 15,-73 0-12-15,-9-2-11 16,-14-7-92-16,-9-6-68 16,-13-4-268-16</inkml:trace>
  <inkml:trace contextRef="#ctx0" brushRef="#br0" timeOffset="146412.87">31928 9501 962 0,'0'0'120'0,"0"0"-72"15,0 0 11-15,0 0-39 16,0 0-16-16,136 124-4 15,-107-79-4-15,-19-10 0 16,-10-5-4-16,-6-8-3 16,-34-4 6-16,-14-7 0 0,-6-2 0 15,-4-7-11-15,6 0-1 16,9-2-52-16,10 0-57 16,27 0-185-16</inkml:trace>
  <inkml:trace contextRef="#ctx0" brushRef="#br0" timeOffset="147130.24">32572 9345 468 0,'0'0'146'0,"0"0"9"0,0 0-23 0,0 0-62 0,0 0 1 15,0 0-35-15,-33-34-20 16,6 43 2-16,-4 22 11 16,4 8 5-16,4 3-7 15,10 0-12-15,6 0 4 16,7-2-14-16,0-8-5 15,0-8 2-15,0-6-2 16,2-7 0-16,8-7-1 16,-8-1-2-16,0 1-2 15,-2-4 5-15,0 0-3 16,0 0-8-16,0 0 11 16,0 0-10-16,0-9 10 0,0-11 2 15,4 0-2 1,9-2-3-16,10-3 3 15,-1 8 0-15,-1 1 0 0,0 9 3 16,0 1-2-16,-3 6-2 16,-3 0 0-16,-2 0 1 15,-6 0 1-15,4 15-1 16,0 3-1-16,1 0-1 16,1-5 4-16,9-2 1 15,1-6-2-15,4-5-1 16,4 0 4-16,-5 0-1 15,-2-16 0-15,-8-2-2 16,-3 3 1-16,-6 1-2 16,-7 3-2-16,0 5-18 0,0-1-119 15,-9 7-338-15</inkml:trace>
  <inkml:trace contextRef="#ctx0" brushRef="#br0" timeOffset="147996.12">29456 10557 701 0,'0'0'209'0,"0"0"-152"0,0 0 88 15,0 0-51 1,0 0-69-16,0 0-6 15,41 69 40-15,-24-18-34 0,-1-2-17 16,-3-4-2-16,-1-7-4 16,-5-9-2-16,-7-9 0 15,0-14 0-15,0-1-3 16,0-5-10-16,0-5 4 16,0-24 6-16,0-9 0 15,0-4 3-15,4 0 1 16,19 6 0-16,10 10 4 15,-2 10 3-15,2 7-7 16,7 9 6-16,-4 0-5 0,0 4 0 16,-8 18-2-1,3 10-1-15,-10-5-3 0,-3-1 4 16,-12-6 0-16,-6 0-4 16,0-6 4-16,-31-1 1 15,-14-8-1-15,-1 1 7 16,-4-6-7-16,11 0-11 15,7 0-21-15,22-6-21 16,10-14-29-16,0-12-97 16,37-3-260-16</inkml:trace>
  <inkml:trace contextRef="#ctx0" brushRef="#br0" timeOffset="148429.01">30259 10621 710 0,'0'0'129'0,"0"0"-85"0,0 0 76 0,-149 16-51 16,118 7-33-16,6 3-16 15,7 1-11-15,18-3-5 16,0 1-4-16,6-10-1 16,26-8-36-16,4-7-29 15,-1 0 21-15,1-4 11 16,-7-12 9-16,-6 1 25 15,-11 1 0-15,2 8 32 16,-9 3 23-16,-1 3 21 16,-2 0-34-16,5 0-26 15,9 18 44-15,3 2-22 0,8-2-21 16,4-5-8-16,5-6-9 16,7-7-9-16,-8 0-49 15,-4-9-15-15,-13-15 13 16,-2-3 5-16,-8 2 42 15,-1 5 13-15,-4 9 12 16,-1 2 26-16,2 7-1 16,1 2 1-16,3 0-18 15,11 0-8-15,7 9-3 16,8 4-1-16,3-1-8 16,3-4-16-16,-2-5-78 15,0-3-64-15,-6 0-183 0</inkml:trace>
  <inkml:trace contextRef="#ctx0" brushRef="#br0" timeOffset="149429.47">31792 10693 309 0,'0'0'154'0,"0"0"2"0,0 0 43 0,0 0-52 15,0 0-29-15,0 0-50 16,-27-16 6-16,27 16-5 0,16 0-22 16,11 0-19-1,8 0-9-15,5 0-10 0,11 0-9 16,1-6-44-16,-8-5-98 16,-10-12-89-16,-12-2-147 15</inkml:trace>
  <inkml:trace contextRef="#ctx0" brushRef="#br0" timeOffset="149663.01">32122 10472 612 0,'0'0'244'0,"0"0"-182"16,0 0 82-16,0 0-48 16,0 0-31-16,0 0-38 15,131 116 1-15,-109-78-21 16,-3 8-7-16,-13-3 0 0,-6-5-2 15,0-9-1-15,-29-5 3 16,-11-8 8-16,-3-5-7 16,1-9 6-16,9-2-4 15,13 0-1-15,13 0-2 16,7 0-43-16,17-29-121 16,33-11-461-16</inkml:trace>
  <inkml:trace contextRef="#ctx0" brushRef="#br0" timeOffset="150430.22">32689 10488 953 0,'0'0'58'16,"0"0"56"-16,0 0-11 15,0 0-47-15,-26 155-22 16,26-110-8-16,0-11-22 15,0-5-3-15,0-11-1 16,0-12 0-16,-5-4-2 16,-1-2 1-16,3 0 1 15,-1-20 5-15,4-8 0 16,0-8-1-16,0-5 3 16,18 1-2-16,14 7-5 0,1 2 0 15,2 6-17 1,7 8-70-16,-6 5-51 15,-3 12-80-15,-6 0-45 0,-7 0 44 16,-3 0 173-16,-7 0 46 16,-3 7 90-16,-5 0 76 15,0 4 16-15,-2 0-89 16,0 5 17-16,0 4-46 16,0-3-18-16,0 3-22 15,0-2-16-15,0-4-3 16,10-9-5-16,9-2 0 15,4-3-18-15,-1 0-19 16,-2-22 35-16,2-4 2 16,1-1 2-16,-6 7 7 15,-3 6 10-15,-10 8 8 0,-4 1 6 16,0 5 15-16,7 0-34 16,-3 3-14-16,10 14 5 15,10 6-2-15,-4-6-2 16,9-3-1-16,0-8-4 15,-2-6-9-15,0 0 2 16,-6-8 11-16,-2-10 0 16,-9 0 1-16,-2 5 6 15,-8 6 4-15,0 2 14 16,2 5-1-16,-2 0-2 16,4 0-19-16,1 0-3 15,8 0-1-15,7 0-2 0,9 3 3 16,0-3-3-16,-2 0 2 15,-2 0-5-15,-6 0 6 16,1-5 0-16,-7-4 0 16,-1 7 0-16,-3-2 0 15,-3 1 3-15,-1 3 1 16,11 0-4-16,-3 0 0 16,5 0-78-16,4 0-147 15,2 0-458-15</inkml:trace>
  <inkml:trace contextRef="#ctx0" brushRef="#br0" timeOffset="155996.13">29150 9443 602 0,'0'0'182'0,"0"0"-171"0,0 0-6 15,0 0 18-15,0 0 24 16,0 0 8-16,-12 113-27 16,12-70-3-16,0 1 7 15,0 7-3-15,0 3 8 16,7 2-4-16,-2-1-8 15,-1 6-5-15,-4-6-1 16,0-3-5-16,0-10-6 16,2-2-2-16,0-13-4 0,-2-7 2 15,3-9 4-15,-3-2-1 16,2-7-3-16,-2-2-3 16,2 0 1-16,-2 0 4 15,0 0 5-15,0 0 11 16,0 0 5-16,2 0-3 15,-2 0-13-15,0 0-4 16,0 0 0-16,0 0-4 16,0 0 0-16,0 0-2 15,0 0 1-15,0 0-2 16,0 2 3-16,0-2-1 0,4 0-2 16,-4 0 2-16,5 0 0 15,6 0 3-15,5 0 0 16,8 0 3-16,7 0 5 15,7 0-3-15,9 0 0 16,4 0-2-16,9 0 4 16,8 0-6-16,-4-2 2 15,5-2-5-15,2-1 5 16,1 1 1-16,8 1-7 16,7 1 8-16,-2 0-7 15,2 0 3-15,-5-3 1 16,0 1-5-16,-1 2 3 15,-8-1 0-15,5 3-1 0,-4-2-2 16,-1 2 4 0,-9 0 0-16,-3-2-4 0,-1-2 2 15,0-1 1-15,4-2-2 16,3-4 2-16,7 7 3 16,-3-5-2-16,-4-4 1 15,-3 6 4-15,-6-2-2 16,-4 5-2-16,-4-5-3 15,-4 6 4-15,1-8-3 16,-1 5 0-16,0-3-3 16,4-1 0-16,2 4-2 15,1-3 2-15,6 3 0 0,-7 1-2 16,4 0-1-16,-4 4 1 16,-4-4 1-16,-1 2 3 15,-2-1-3-15,0 2-1 16,-6-3 1-16,-3-4 0 15,5 5 0-15,-1-3-1 16,4-2 1-16,-1 7 0 16,1-2-1-16,1-1 0 15,-5 5 1-15,-5-2-1 16,-4 0 1-16,3-3 1 16,-12-1-4-16,7 1 4 15,-4-4-2-15,-1 3 1 16,-4-1-1-16,0 2 0 15,-2-1 1-15,2 1 3 16,-3-6-4-16,2-4-2 16,10 1 2-16,0 1 1 15,2-3-1-15,9 3 1 0,-11 2-1 16,2 0 2-16,-2 4-2 16,-9 0 0-16,-5-1-1 15,-5 1 1-15,-6 0 0 16,-2-2 2-16,3 0 1 15,-1-4-2-15,-2-3 3 16,-2-6-2-16,0-7 4 16,0 2-1-16,0-8-1 15,0-1 8-15,0 0-4 16,0-1 5-16,0-1-2 0,0-1-2 16,0-3-3-16,0 2-1 15,0 2 0-15,0 0-1 16,0 7 2-16,0 7-5 15,0 6 1-15,0 5 0 16,0 4-1-16,0 2 1 16,-4 5-2-16,2 2-1 15,0 0-1-15,2 0 0 16,0 0 2-16,-7 0-7 16,0 0 3-16,-13 0 3 15,2 0-2-15,-7 0 3 16,-1 0 3-16,-5 0-2 15,-5 0-1-15,-6 0 0 0,-4 0 2 16,-8 0-1 0,-9 0-1-16,-13 0-2 0,-17 0 2 15,-10-2 0-15,-21-12-1 16,-13 0-1-16,-9 2 0 16,-8 0 2-16,-2 5 0 15,-3 6 2-15,6 1-1 16,2 0 1-16,6 8-2 15,10 13-6-15,11-4 1 16,11 10-2-16,1-3-2 16,8 1 1-16,4-1 0 15,-1 1 2-15,14-5 6 0,5-2-2 16,-1-5-1-16,10 0 1 16,-1-6-8-16,11 2 8 15,3-2-2-15,4-1 3 16,8 3-1-16,3-4 2 15,5-1 4-15,7-2-4 16,-1-2 0-16,-1 3 0 16,2-1 1-16,-5 2-1 15,4 3-3-15,0-3 3 16,1-1 3-16,2-3-3 16,-1 0 0-16,3 0-4 15,0 0 4-15,6 0-2 16,-2 0 3-16,7 0-2 15,3 0 0-15,1 0-39 16,5 0-41-16,-4 0-64 0,-9 0-86 16,3-14-248-16</inkml:trace>
  <inkml:trace contextRef="#ctx0" brushRef="#br0" timeOffset="163829.35">29263 9944 244 0,'0'0'135'0,"0"0"-98"0,0 0 9 16,0 0 28-16,0 0-13 0,0 0-17 15,0 0 4 1,-5-13 24-16,5 13-23 0,0-3-10 16,0 3 19-16,0 0 0 15,0-2-11-15,0 2-7 16,0 0-3-16,0 0 1 16,-2 0-4-16,2 0-2 15,-2 0 2-15,0-2 1 16,2 2 4-16,-2 0-12 15,0 0-7-15,-10-2-4 16,-5 2 0-16,-2-2-5 16,-5 2 4-16,2 0 1 15,-5 0-3-15,-4 0 2 16,-7 0-3-16,0 0-3 0,-6 0-5 16,-4 0 3-16,2 0-6 15,8 6 4-15,7 1 1 16,7 2-4-16,5 0 0 15,9-3-2-15,1 3 2 16,4 2-2-16,-2-3 1 16,5 3 0-16,0-5 1 15,2 3 2-15,-2-3 2 16,2-3 0-16,0-1 2 16,-2-2 2-16,2 3-2 15,0-3-2-15,0 0 5 16,0 0-9-16,0 0 6 15,0 0 1-15,0 0 0 0,0 0-2 16,0 0-2-16,0 4 0 16,-3 9-1-16,1 1 5 15,0 12 6-15,0-3-5 16,0 8 3-16,2 7-6 16,0-1 6-16,0 15-3 15,0-1-4-15,0 3 3 16,0 3-8-16,0 4 2 15,2 1 1-15,2-2 1 16,-4-4-2-16,2 0-1 16,-2-3 0-16,0-2 1 15,0 3-2-15,0-3 1 0,0 0-1 16,0 3 0-16,0-1 1 16,-2-2 1-16,2-2 1 15,0 2-3-15,0-2 0 16,0 1 1-16,0-3 0 15,0-5-1-15,0-2 1 16,0-5-1-16,0-1 0 16,0-5-1-16,0-5 0 15,0 3 0-15,0-2 0 16,0-7 1-16,0 6-1 16,0-8 1-16,0 2 0 15,0 4-1-15,0-2 2 16,0 4-1-16,0 3 3 0,0-5-2 15,5 3 9-15,1-1-7 16,-4-4 2-16,10-2-3 16,-3 0 5-16,-1-4-8 15,-1-6 4-15,0 1-1 16,-5-4-3-16,0-5 2 16,-2 2-2-16,3-2 0 15,-3 0 0-15,4 2 1 16,-4-2-1-16,2 0 0 15,2 3-1-15,3-3 1 16,2 2 0-16,2 0-1 16,2-2-19-16,1 0-12 15,1 0-15-15,6 0-29 16,-3-11-8-16,1-11-35 0,0-6-36 16,-4-1-38-16,-4-8-20 15,-4 6-47-15,-5-3 86 16,-2 12-17-16,0 0 86 15,0 6 105-15,-2 3 6 16,-12 4 22-16,-1 2 30 16,4 3 17-16,-5 4-19 15,5 0-21-15,-1 0 0 16,6 0 7-16,-3 0 25 16,3 0 10-16,-4 6-29 15,10 1 3-15,-2 0 29 0,2-1-41 16,0 3 37-1,0 0-4-15,0 0-13 0,10 0 4 16,9 0 3-16,1 0-11 16,7-3-15-16,2-1 0 15,-4 2-7-15,1-5-19 16,-6-2-9-16,-4 0-5 16,2 0-1-16,-8 0-36 15,4-7-34-15,-7-4-57 16,-1 0-64-16,-1-5-80 15,-5 3-60-15</inkml:trace>
  <inkml:trace contextRef="#ctx0" brushRef="#br0" timeOffset="164246.54">29086 11586 475 0,'0'0'194'0,"0"0"-71"0,0 0-14 0,0 0-15 15,0 0-49-15,0 0 9 16,-2 41 45-16,12-4-60 0,3 8-16 15,1 2-2-15,-3 1-1 16,2 8-9-16,3-3-5 16,-6-1-4-16,2-5 1 15,-5-7 0-15,-3-9-1 16,-4-2 1-16,0-9-1 16,-11-4 0-16,-18-8 7 15,-12-3-1-15,-5-5-1 16,-8 0-7-16,3 0 2 15,0 0-2-15,6 0-21 16,12 0-63-16,10-5-117 16,21-3-452-16</inkml:trace>
  <inkml:trace contextRef="#ctx0" brushRef="#br0" timeOffset="167062.75">28712 13152 571 0,'0'0'218'0,"0"0"-94"0,0 0-15 0,0 0-8 16,0 0-20-16,0 0-32 15,-6-17-12-15,6 45 2 16,2 21 43-16,4 14-32 15,0 8-6-15,-2 12-5 16,-2 3-18-16,3 2-9 16,-1-4-6-16,-2-13-1 15,0-14-5-15,-2-17 0 16,0-18-1-16,0-11-1 16,0-9-22-16,0-2-45 15,0-15-86-15,0-30-160 16,0-20-246-16</inkml:trace>
  <inkml:trace contextRef="#ctx0" brushRef="#br0" timeOffset="168079.02">28849 13106 459 0,'0'0'225'15,"0"0"-136"-15,0 0-34 16,0 0 6-16,0 0 22 15,0 0-40-15,-60-43-15 16,64 43-5-16,18 0 12 16,10 0 13-16,3 5-10 0,5 6 23 15,7-2 0 1,6 4-17-16,11 3-9 0,11-1-9 16,14 3-6-16,11-7-9 15,16 0-2-15,4-3-3 16,-1 0-2-16,2-4 7 15,9 5-3-15,1 1-2 16,7-1 15-16,-6 0-5 16,-3-1 3-16,-4 1-9 15,-9-4-6-15,-1 1 1 16,-5-6-1-16,-1 0 0 16,0 0-3-16,-7 0-1 15,-8 0 1-15,-11-4 4 16,-9-3-3-16,-8 1 14 15,-5-2 1-15,-11 5-4 0,-7-2 2 16,-10 1-3-16,-10 1 3 16,-8 3-6-16,-4-2-3 15,-4 2 1-15,0 0 0 16,-3 0-3-16,0 0-1 16,-1 0 1-16,-1 0-1 15,4 0-2-15,6 0-1 16,-1 0 3-16,3 0 2 15,-4 0-4-15,-3 0 1 16,5 2-2-16,-6 10 2 16,5 3 1-16,-2 7-2 15,-2 7 4-15,-5 7-3 0,-2 6 8 16,0 7-8-16,0 4 2 16,-6 1 3-16,-6 4-6 15,1 2 0-15,3-6 5 16,-2 1-6-16,1-10 0 15,3 1-1-15,-2-3 3 16,0-5-4-16,1-9 4 16,-1 0-1-16,0-7 0 15,0-9-2-15,1 1 1 16,-2-8 0-16,0 1 1 16,-6 2-1-16,-12-5 1 15,-11 1-1-15,-13-5 2 16,-18 0-1-16,-14 0 1 0,-17 0-2 15,-14 0 1-15,-11 0 0 16,-6 0 0-16,-10 0-1 16,-5 0-4-16,-8 0 3 15,-7 7 1-15,3 4 0 16,2 0 2-16,2 4 3 16,7 3 1-16,5 1 2 15,13 4-2-15,1 5 0 16,18-6 2-16,7-4-8 15,14-3 1-15,11-4 0 16,7-2 4-16,6 0-2 16,7-9-2-16,7 0 3 15,4 0-4-15,2 0 0 16,8 0 0-16,-1 0 1 0,7-9-1 16,6 0 0-16,9 7 0 15,7 0-11-15,5 2-43 16,4 0-105-16,0 0-264 15</inkml:trace>
  <inkml:trace contextRef="#ctx0" brushRef="#br0" timeOffset="171830.02">28905 10623 180 0,'0'0'76'0,"10"195"-44"0,22-73-18 15,5 14-14-15,8 20-6 16,-3 9-63-16,8 11-158 15</inkml:trace>
  <inkml:trace contextRef="#ctx0" brushRef="#br0" timeOffset="177696.7">32360 10287 643 0,'0'0'107'0,"0"0"-31"0,0 0-6 0,0 0-19 16,0 0-24-16,0 0 12 16,0 0 18-16,-9 123-9 15,9-65-3-15,11 4-6 16,2 5-17-16,-1 0 12 15,-1 0-8-15,-5-5-6 16,-1-6-16-16,-5-5-2 16,0-16 0-16,0-10-2 15,0-11 0-15,0-8-3 0,0-3 2 16,0-3-44-16,0 0-49 16,0-34-47-16,-7-13-98 15,-10-9-92-15,5-8 85 16</inkml:trace>
  <inkml:trace contextRef="#ctx0" brushRef="#br0" timeOffset="177996.54">32362 10405 237 0,'0'0'174'15,"0"0"-58"-15,0 0-37 16,0 0 58-16,0 0-22 16,0 0-48-16,27-60-25 15,0 60-28-15,13 0 11 16,14 0-2-16,1 0 3 0,9 0 3 15,8-5-13 1,-3-3 7-16,0-4-8 0,3 0 8 16,1-2-10-16,5-2 3 15,14 3-1-15,-2-3 2 16,5 3-3-16,0 0 11 16,-3 1-14-16,-15 4 15 15,-17 1-4-15,-6 0-8 16,-16 1-6-16,-11 1 2 15,-7 1-10-15,-9 1 1 16,-3 3-3-16,-1 0 0 16,-7 0-72-16,0 0-101 0,0 0-283 15</inkml:trace>
  <inkml:trace contextRef="#ctx0" brushRef="#br0" timeOffset="213462.08">14856 5987 385 0,'0'0'32'0,"0"0"-1"0,0 0 22 16,0 0 22-16,0 0 10 16,0 0-36-16,0 0-23 15,0 0-8-15,-24-40 4 16,22 40 5-16,-10 0-6 15,-7 0-4-15,-12 11-8 16,-10 5-7-16,-8 4 3 16,-6-2-2-16,-10-1-1 15,-5 1-1-15,1 0 1 16,3-2 1-16,12-3-3 0,12-4 3 16,13-3 0-16,13 1 2 15,9-2-3-15,7 1-2 16,0 3 2-16,3 5-2 15,13 2 2-15,8 4 3 16,0 6 2-16,1 1-5 16,-5 6 0-16,-3-1-2 15,-3 5 5-15,-5 3-4 16,-5-2 4-16,-4 11-4 16,0-4 3-16,0 4 3 15,0 2-5-15,0-2 6 16,0-2-6-16,2-5-1 15,-2-2 0-15,0-1-1 0,0-4 2 16,0-2-4-16,0-6 1 16,0-2 1-16,0-5 0 15,0-5 0-15,-2-1-1 16,0-8 1-16,2 1 1 16,0-3-1-16,0-4-1 15,0 3-1-15,0-3-2 16,0 0 4-16,23 0 6 15,10 0-5-15,12-5 0 16,1-4 1-16,8-2-2 16,0 2-1-16,1 0 1 15,3 0 1-15,-4 1-1 16,-5 1 0-16,-7 0-1 0,-4 1 0 16,-7 3 0-16,-4-1 0 15,-5 2-1-15,-2-3 2 16,-2 1 0-16,-3-3 0 15,-3-2 0-15,-4-6 0 16,-1-8 0-16,-7-8 0 16,0-14 0-16,0-13 3 15,-4-13-2-15,-21-11 0 16,-6-17 3-16,-5-5 8 16,-2 8-2-16,9 7 1 15,-2 15 2-15,0 14-7 16,-2 16-6-16,-15 10-63 15,-14 6-190-15</inkml:trace>
  <inkml:trace contextRef="#ctx0" brushRef="#br0" timeOffset="-150685.33">1649 11009 557 0,'0'0'279'0,"0"0"-274"0,0 0 26 0,0 0 26 16,0 0-19-16,0 0 23 15,0 0-17-15,0 94 7 16,19-68 37-16,-1 8-4 15,0 1-16-15,4 1-25 16,-1 8-3-16,-2-3-16 16,-1-1-11-16,-1-4-4 15,-3-5-8-15,-1-4 2 16,-5-5-3-16,-4-7-2 16,-2-4-6-16,-2-4-67 0,0-7-92 15,0 0-51-15,-14-22-158 16</inkml:trace>
  <inkml:trace contextRef="#ctx0" brushRef="#br0" timeOffset="-150268.74">1568 11016 606 0,'0'0'167'15,"0"0"-165"-15,0 0 49 16,0 0-16-16,0 0-19 0,0 0-5 16,9-107 1-16,9 84 32 15,5-1 10-15,-2 0 7 16,0 4-12-16,3 4-16 16,-4 5-13-16,2 2 6 15,-1 7-17-15,-4 2-5 16,5 0-2-16,-1 0 2 15,-2 20 0-15,-1 2 11 16,-2 11-11-16,-3 1 9 16,-4 4 3-16,-2-1 9 0,-5 2-20 15,-2-2 3 1,0-5-5-16,0-6-2 0,0-1 3 16,-2-10-3-16,-11-4 1 15,-1-4-1-15,-6-7-1 16,-7 0-31-16,1-13-50 15,-6-16-24-15,10-4-49 16,5-3-87-16,12-4-121 16</inkml:trace>
  <inkml:trace contextRef="#ctx0" brushRef="#br0" timeOffset="-149901.85">1871 10713 786 0,'0'0'21'0,"0"0"-15"15,0 0 34-15,0 0 11 0,0 0 5 16,136 38-20-16,-107-14-6 16,-2 3-11-16,-5 2-2 15,-11 2-1-15,-4-2 0 16,-7-5 3-16,0-6-9 15,0-4-5-15,-11-8 0 16,-10-6 7-16,2 0 2 16,-6-10 6-16,3-24-10 15,1-4 3-15,6-2-2 16,13 0 4-16,2 2 2 16,0 2-10-16,13 5-4 0,7 2-3 15,3 2-4-15,-2 7-52 16,0 7-86-16,-3 4-112 15,-5 4-290-15</inkml:trace>
  <inkml:trace contextRef="#ctx0" brushRef="#br0" timeOffset="-149535.64">2245 10577 646 0,'0'0'180'0,"0"0"-157"16,0 0 25-16,0 0-29 15,0 0-10-15,0 0 0 0,36 0 3 16,-20-11 4-16,-1-14 1 16,-4 1-7-1,-6-5-3-15,-5 2 36 0,0 5-17 16,0 2-2-16,-5 9 10 16,-4 8 3-16,-1 3-10 15,3 0-20-15,-7 23-3 16,-6 12-4-16,7 3 4 15,0 0-2-15,5 0 1 16,2-7 3-16,6-2 7 16,0-6-6-16,4-11-2 15,12-4-4-15,9-8 8 16,-3 0-7-16,2 0 8 0,-1 0-5 16,-3 0-2-16,-2-5-3 15,-2-4-1-15,1-9-43 16,-1-7-66-16,-5 1-106 15,-3-5-380-15</inkml:trace>
  <inkml:trace contextRef="#ctx0" brushRef="#br0" timeOffset="-148968.67">2522 10109 638 0,'0'0'89'0,"0"0"-22"0,0 0 28 0,0 0-36 16,0 0-21-16,0 0-4 15,-14-69-4-15,14 69-8 16,3 0 2-16,12 0 10 16,5 16 23-16,7 10 10 15,-1 8-11-15,9 1-15 16,0 3-5-16,1-2-13 15,-3-5-17-15,-6 5 2 16,-12-3-5-16,-1-1-3 16,-10-6-1-16,-2-1-1 0,-2-10-44 15,0-1-69-15,0-12-59 16,-14-2-32-16,-12-2-294 16</inkml:trace>
  <inkml:trace contextRef="#ctx0" brushRef="#br0" timeOffset="-148484.89">2638 10267 416 0,'0'0'246'0,"0"0"-218"0,0 0 48 0,0 0-19 15,19-129-24-15,2 93-8 16,3 3 1-16,-6 4-10 15,-9 6 4-15,-2 3-6 16,-5 5-2-16,0 1-12 16,2 3-25-16,3 5-92 15,2-3-235-15</inkml:trace>
  <inkml:trace contextRef="#ctx0" brushRef="#br0" timeOffset="-147568.7">3029 9762 746 0,'0'0'29'0,"0"0"52"16,0 0-15-16,0 0-29 16,0 0-24-16,0 0-9 15,-31 8 12-15,18 17 24 16,-1 6 10-16,-1 2-1 15,2 7-12-15,4 5-9 16,0-3 13-16,7-1-19 0,2-10-9 16,0 0-12-16,0-9-1 15,11-8 0-15,9-10-1 16,0-4 1-16,2 0 4 16,1-20-2-16,-1-4 1 15,-3-8-2-15,-2 1-1 16,-5 2 1-16,-2 2-1 15,-8 5-1-15,3 4 1 16,-5 5 0-16,0 4 0 16,0 4 2-16,0 3 0 15,0 2-2-15,0 0 1 16,0 0-2-16,0 0-7 0,0 0 8 16,0 0-3-16,0 2 3 15,0 7 0-15,8-4 3 16,-1-1-2-16,7-4-1 15,1 0 3-15,5 0-2 16,0 0 2-16,-2-4-3 16,2-10-1-16,-3-1-12 15,-3-1-11-15,4-10-10 16,-9 1-2-16,0-2-10 16,-5 1 15-16,-4 4 17 15,0 2 9-15,0 3 5 16,0 9 0-16,0-1 3 15,0 6-1-15,0 3-2 0,2 0-4 16,5 0-3-16,-2 16 7 16,2 2 10-16,1-4 1 15,3-3 7-15,3-9-9 16,3-2-1-16,4 0-2 16,-1 0-1-16,-1-18-2 15,-3-2 0-15,-5-3 0 16,-7-3 3-16,-1-1-5 15,-3 9-1-15,0 3 2 16,0 6 3-16,0 2-1 16,0 7-3-16,0 0 7 15,0 0-4-15,0 0-4 16,0 0-12-16,5 0 12 16,4 0 0-16,1 0 5 0,4 0-3 15,1 0-2-15,4 0 4 16,-4-11-3-16,1-5 2 15,-8 1-3-15,-3 4 2 16,-5-3-1-16,4 8 0 16,-4-3 2-16,0-2-4 15,0 4 5-15,0 0-7 16,0 1 6-16,0-1-6 16,0 3-5-16,0-1-110 15,0-2-194-15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1:06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1505 6387,'0'0'1870,"0"-17"-1155,0-49 112,3 49 1953,-3 19-2300,-2 19 101,0 1 0,-1-1 0,-1 0 0,-13 40 0,-9 38 279,19-34-176,1 126 1,6-149-515,4 18-12,2 0 1,3-1-1,24 83 1,-18-84-106,-3 1 0,-2 0 0,4 86 0,-14-58-13,0-87 515,3-13-451,6 4-91,-1 1 0,2 0 0,-1 0-1,1 1 1,1 1 0,-1 0 0,1 0 0,17-6 0,99-29-4,-126 41-9,169-42 76,319-35 0,182 32 227,-489 36-254,18-1-19,632-43 28,-98-2-88,-258 22 90,193-40 8,-4-26-91,-314 49 59,557-6 0,-790 56-34,920 5-30,-638-4 40,-217-1-8,-69-3 0,137-23 0,110-36 4,-252 36 8,-2-4 0,121-51 0,-215 77-20,0-1 0,-1-1 0,0 0 1,0 0-1,0-1 0,-1-1 0,0 0 1,-1 0-1,15-15 0,-9 2-4,-1 5 8,-1-2 0,-1 0 0,17-31 0,-11 5 21,-2-1 1,21-88-1,-24 76-7,3-15 2,-4-1 1,-3 0 0,2-144-1,-14 130 31,0 31 28,3 0 0,10-75 0,-4 85-66,-1 0 0,-3-1-1,-4-73 1,1 116-11,-1 1 0,0-1 0,0 1 0,-1 0-1,1-1 1,0 1 0,-1 0 0,0 0 0,0 0 0,0 0 0,0 0 0,-1 1 0,1-1-1,0 1 1,-1-1 0,0 1 0,0 0 0,0 0 0,-4-2 0,-4-3-19,0 2 1,-1-1 0,0 2-1,-17-6 1,-1 4-17,-1 0-1,-35-1 1,4 1-142,-322-36-3028,79 10-802,25-2-303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28 3618,'0'0'13155,"2"-4"-12232,8-17 5640,-10 21-6515,0-2-59,0 1-165,-1 1-454,-13 0 785,1 1-1,-1 0 1,0 0 0,0 1 0,1 1 0,-23 8 0,30-8-117,0 1 0,0-1 0,0 2 0,1-1 1,-1 1-1,1-1 0,1 2 0,-1-1 0,1 0 0,-1 1 0,1 0 0,1 0 0,-1 0 1,1 0-1,0 1 0,1-1 0,0 1 0,-3 9 0,1 9-11,1-1 0,1 1 0,2 46-1,1-32 5,0 22 30,20 117 0,-8-83 5,0 172-1,-13-263-127,0 0 1,-1 0-1,1 0 0,-1 0 0,0 0 0,0 0 1,-3 7-1,3-10-87,1 0 0,-1 0-1,1 0 1,-1-1 0,1 1 0,-1 0-1,0 0 1,1-1 0,-1 1 0,0 0-1,0-1 1,1 1 0,-1-1 0,0 1 0,0-1-1,-1 1 1,1-1-161,0 1 1,-1-1-1,1 0 0,0 0 0,0 0 1,0-1-1,0 1 0,0 0 0,0 0 1,0-1-1,0 1 0,0 0 0,0-1 1,0 1-1,0-1 0,0 1 0,0-1 1,-1-1-1,-13-15-6362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1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8260,'0'0'11653,"197"-67"-11701,-121 49-64,-7-6-1185,-8-1-2208,-10-2-3218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1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12 10133,'0'0'10791,"-19"13"-10343,9-6-374,-14 9 88,0 2 1,1 1-1,1 0 1,-24 28-1,31-30-29,1 1 0,1 1 1,1 0-1,-15 30 0,24-41-126,-1 1 0,1-1 0,1 1 1,-1-1-1,1 1 0,1 0 0,0 0 0,0 0 1,1 0-1,0 0 0,0 0 0,1-1 0,0 1 1,4 11-1,-4-17-29,0 0 0,0 0 1,1 0-1,0 0 0,0 0 1,-1-1-1,2 1 0,-1-1 1,0 0-1,0 1 0,1-1 0,-1 0 1,1 0-1,0 0 0,-1-1 1,1 1-1,0-1 0,0 1 0,0-1 1,0 0-1,0 0 0,1-1 1,-1 1-1,5 0 0,9 1-215,0-1 1,0-1-1,24-1 0,-31 0 139,-3 0 79,-1 1-1,0-1 0,0-1 0,1 1 1,-1-1-1,0 0 0,-1 0 0,1-1 0,0 0 1,-1 0-1,1 0 0,-1 0 0,6-6 0,-4 3 36,-1-1 1,1 0-1,-1 0 0,-1-1 0,0 0 0,0 0 0,0 0 0,3-9 0,1-6 206,-2 1 0,0-1 0,-1 0 0,-2-1 0,0 1 0,0-29 0,-4 41-63,1 1 0,0-1-1,1 1 1,3-14 0,-3 19-144,0 0 1,1 0 0,-1 1-1,1-1 1,0 0 0,0 1-1,0 0 1,1-1 0,7-6-1,1 1-150,0 1 0,24-14 0,-33 20-792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2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16504,'0'0'5018,"2"26"-4762,1 4-235,16 132 118,-11-100-47,-1 84 0,-7-145-89,0-1 0,0 1 0,0-1 0,-1 1 0,1-1 0,0 1 0,0-1 0,0 1 0,-1-1 0,1 1 0,0-1 0,-1 1 1,1-1-1,0 1 0,-1-1 0,1 0 0,-1 1 0,1-1 0,-1 0 0,0 1 0,1-1 14,0 0 0,-1 0 1,1 0-1,0 0 0,0 0 1,-1 0-1,1 0 0,0 0 1,-1 0-1,1 0 0,0 0 1,0 0-1,-1 0 0,1 0 1,0 0-1,0 0 0,-1 0 1,1-1-1,0 1 0,0 0 1,-1 0-1,1 0 0,0-1 0,0 1 1,-1 0-1,1 0 0,0 0 1,0-1-1,0 1 0,0 0 1,0 0-1,-1-1 0,1 1 1,0 0-1,0 0 0,0-1 1,0 1-1,0 0 0,0-1 1,0 1-1,0 0 0,0 0 1,0-1-1,0 1 0,0 0 1,0-1-1,0 1 0,0 0 1,0 0-1,0-1 0,-1-23 189,0 1 1,1-1-1,2 1 0,0-1 0,1 1 0,2 0 0,0 0 0,1 0 1,2 0-1,17-37 0,-5 28-223,1 2 0,1 0-1,2 1 1,37-36 0,-48 51-121,-7 8-618,0-1 0,0 0-1,-1 0 1,0 0 0,-1-1 0,7-13 0,-3-8-6658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2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1 393 15207,'0'0'7956,"242"-133"-7796,-97 88 64,-3 0 0,4-1-32,-13 10-48,-27 3-32,-31 5-112,-32 10-48,-28 9-1201,-33 9-12341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3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12790,'0'0'9287,"-2"4"-9207,-1 9 51,0 1 0,1-1 0,1 1 0,0-1 0,1 1 0,2 23 0,-1-3 350,20 261 1600,0 35-1999,-31-366-122,0-17 11,1 0 0,-1-105-1,10 120-23,-1-3 24,2 0 1,9-64-1,-7 92 32,0-1 0,1 1 0,0 1 0,1-1 0,0 1 0,1 0 0,1 0 0,-1 0 0,2 1-1,0 0 1,18-20 0,-17 23 0,0 0 0,1 1 0,0 0 0,0 0 0,0 1 0,1 0 0,22-8 0,-24 11-7,-1 0 1,1 1-1,0 0 0,0 0 0,0 1 1,0 1-1,0-1 0,0 1 0,0 1 1,0-1-1,13 4 0,-17-2-8,1 0 1,-1 1 0,0-1-1,0 1 1,-1 0-1,1 1 1,-1-1-1,1 1 1,-1 0-1,0 0 1,0 0-1,-1 0 1,1 1-1,-1-1 1,0 1-1,0 0 1,-1 0-1,1 0 1,-1 0-1,2 9 1,1 2 4,0 1 0,-2 0 0,0-1 0,-1 1 0,1 28 0,-3-36 11,0 0 1,-1 0-1,0 0 0,-3 13 0,2-18-3,1-1 0,0 1 0,-1-1 0,0 1 0,0-1 0,0 0 0,0 0 0,0 1 0,-1-2 0,1 1 0,-1 0 0,0 0 0,-3 2 0,-4 1 4,-1 1 0,1-2 1,-1 1-1,0-1 0,0-1 0,0 0 1,-1-1-1,1 0 0,-16 2 0,-10-1 28,-60 0-1,93-4-34,0 0 1,0 0-1,0-1 0,0 1 0,0-1 0,0 0 0,0 0 0,1 0 1,-1 0-1,0-1 0,1 0 0,-8-3 0,9 2-29,-1 1 0,1 0 0,0-1 0,0 0 0,0 1 0,0-1 0,0 0 0,0 0 0,1 0 0,0 0 0,-1 0 0,1-1 0,0 1 0,1 0 0,-2-5 0,0-8-807,0 0 1,2 0-1,0 0 0,0 0 0,1 1 1,4-18-1,0 16-1958,0 0 0,10-21 0,-15 37 2639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3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15319,'0'0'4594,"-15"29"-3495,-1-1-722,-7 13 299,3 0 1,-24 66 0,29-61-292,2-1 0,2 2 0,2-1 0,2 1 0,-1 75 0,7-88-338,0-8-12,2 35 1,0-53-34,0 0-1,1 0 0,0 0 1,0 0-1,1 0 1,0-1-1,0 1 0,7 10 1,-7-11-89,2-1 0,-1 0 0,1 0-1,0-1 1,0 1 0,1-1 0,-1 0 0,1 0 0,0-1 0,0 0 0,1 0 0,9 4 0,-9-5-511,-1-1-1,1 0 1,0-1 0,0 0 0,-1 0 0,1 0 0,0-1 0,11 0 0,25-5-6357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4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36 10693,'0'0'9626,"-22"-8"-9450,1 0-154,0 2 0,-31-7 0,48 13-7,1 0 0,-1 0-1,0 1 1,1 0-1,-1-1 1,1 1 0,-1 0-1,1 1 1,-1-1-1,1 0 1,0 1 0,0 0-1,0 0 1,0 0-1,0 0 1,0 1 0,0-1-1,1 1 1,-1-1 0,1 1-1,0 0 1,-1 0-1,-1 3 1,-3 4 64,-6 6 103,2 0 0,0 1 0,0 0 0,2 1 0,0 0 0,1 1 0,1 0 0,1 0 0,-7 37 0,5-3 229,2 1 1,2 77 0,6-109-338,0 0 0,1-1 0,1 1 0,1-1 0,1 0 0,16 35 0,-1 4 56,-15-40-722,-12-35-1947,-9-17-1008,-14-18-4416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5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 12422,'0'0'5362,"203"-55"-5362,-152 43 0,-6 0-288,-8-3-2017,-13-9-2833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5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14311,'0'0'5986,"0"179"-5025,0-140-753,0-5-128,0-7-64,0-9-16,0 0-256,6-9-1345,6-9-1312,12 0-3410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5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0 11413,'0'0'9727,"-30"1"-9631,-98 6-26,124-7-68,0 1 0,1 0 1,-1 0-1,0-1 0,1 2 1,-1-1-1,1 0 0,0 1 1,-1 0-1,1 0 0,0 0 1,0 0-1,0 0 0,0 0 1,0 1-1,1 0 0,-1-1 1,1 1-1,0 0 1,0 0-1,0 0 0,0 1 1,0-1-1,0 0 0,-1 7 1,1-6-6,-1 6 1,1 0-1,0 1 0,0 0 1,1-1-1,0 1 0,1 0 1,0 0-1,1-1 0,2 12 1,-2-17 3,0 0 0,0 0 0,1 0 0,0-1 0,0 1 1,0-1-1,0 1 0,1-1 0,-1 0 0,1 0 0,0 0 0,1 0 0,-1-1 1,1 1-1,4 3 0,9 6 8,1 0 0,25 13 0,14 11-1,-52-33-13,-1 0 1,0 0-1,0 1 0,0-1 1,-1 1-1,0 0 0,0 0 1,0 0-1,3 6 0,-5-9 4,0 0-1,-1 0 0,1 0 0,0 0 0,-1 0 0,1 0 0,-1 0 0,0 0 0,0 1 1,0-1-1,0 0 0,0 0 0,0 0 0,0 0 0,-1 0 0,1 0 0,-1 0 1,0 0-1,1 0 0,-1 0 0,0 0 0,0 0 0,0 0 0,0 0 0,-1-1 0,1 1 1,0 0-1,-2 1 0,-3 1 28,0-1 0,-1 1-1,1-1 1,-1 0 0,1 0 0,-1-1 0,0 0 0,0 0 0,0-1 0,-9 2 0,-11-1 158,-35 0 0,50-1-117,-15-3 170,26 1-229,0 1-1,0-1 0,0 1 0,0-1 0,0 1 0,0-1 0,1 0 0,-1 1 0,0-1 1,0 0-1,1 0 0,-1 0 0,1 0 0,-1 1 0,1-1 0,-1 0 0,1 0 1,-1 0-1,1 0 0,0 0 0,-1 0 0,1 0 0,0-2 0,-2-7-99,1 1 1,0-1-1,1 0 0,0 1 0,1-1 1,0 0-1,1 1 0,-1-1 0,2 1 0,-1 0 1,8-16-1,-2 9-931,0 0-1,2 1 1,0 0 0,0 0 0,16-15 0,23-25-6119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6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17048,'0'0'4018,"-1"31"-3469,0 6-375,-1 13 145,9 89-1,14 209 269,-21-347-507,-2-29 98,4-48 0,-1 65-170,1 0-1,0 0 1,1 1-1,0-1 1,0 1-1,1-1 1,6-10-1,-1 5 17,0 1-1,1 0 1,0 0-1,17-17 0,-22 27 3,0 0-1,1 0 1,-1 1-1,1 0 1,0 0-1,0 0 1,0 1-1,0 0 0,1 0 1,-1 0-1,1 1 1,0 0-1,-1 0 1,10 0-1,-10 1-20,1 0-1,0 1 1,0 0-1,0 0 1,-1 0-1,13 4 1,-16-4-13,-1 1 0,1 1 1,-1-1-1,1 0 1,-1 1-1,1-1 1,-1 1-1,0-1 1,0 1-1,0 0 1,0 0-1,0 0 1,0 0-1,-1 1 0,1-1 1,-1 0-1,1 1 1,1 4-1,2 7 6,0 0 0,-1 0 0,0 1 0,-1-1 0,1 21 0,-1 77 30,-3-81-25,0-30-4,0 0-40,0 0 0,0 0 0,0 0-1,0 0 1,0 0 0,0 0 0,0 0-1,0 0 1,0 0 0,0 0 0,-1 0-1,1 0 1,0 0 0,-1-1 0,1 1-1,0 0 1,-1 0 0,1 0 0,-1 0-1,0-1 1,1 1 0,-1 0 0,0 0 0,1-1-1,-1 1 1,0 0 0,0-1 0,0 1-1,-1 0 1,2-1-31,0 0 1,0 0-1,-1 0 1,1 0-1,0 0 0,0 0 1,0 0-1,-1 0 1,1 0-1,0 0 0,0 0 1,0 0-1,0 0 1,-1 0-1,1 0 0,0 0 1,0 0-1,0 0 0,-1 0 1,1 0-1,0 0 1,0-1-1,0 1 0,0 0 1,0 0-1,-1 0 1,1 0-1,0 0 0,0 0 1,0-1-1,0 1 1,0 0-1,0 0 0,-1 0 1,1 0-1,0-1 1,0 1-1,0 0 0,0 0 1,-2-15-3132,2-27-3803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10661,'0'0'10976,"-2"17"-10574,-26 227 2096,-23 88-375,-31 298-858,76-555-1250,-3 106-100,17-194-2425,25-39-1134,14-31-3522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6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4 14615,'0'0'6803,"-18"-1"-6542,12 0-240,-3 0 8,1 1 0,0 0 1,-1 0-1,1 0 1,-1 1-1,1 0 0,0 1 1,-1 0-1,1 0 1,0 0-1,0 1 1,1 1-1,-1-1 0,-10 8 1,1 2 162,1 1 0,1 1 1,0 0-1,1 0 0,1 2 1,0 0-1,1 0 0,1 1 1,-9 22-1,9-18-57,2 1 0,1-1 0,0 2 0,2-1 1,1 1-1,1 0 0,-2 40 0,5-20-118,2 200 49,-1-242 0,1 1 1,0 0 0,0 0 0,0-1 0,0 1 0,1-1-1,2 4 1,-2-1-3531,-1-28-15649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6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17400,'0'0'4146,"221"-48"-4290,-136 39-432,-3-6-1810,-9-4-3008,-13-2-5891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7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376 189 14567,'0'0'6205,"-26"-6"-5471,-89-11-382,110 17-322,-1 0 1,0 0-1,1 0 0,-1 0 1,0 1-1,1 0 0,-1 0 1,1 1-1,-1 0 0,1 0 1,0 0-1,0 0 0,0 1 1,0 0-1,0 0 0,1 0 0,-1 0 1,-4 5-1,-1 1 61,0-2-37,0 2 0,1-1 0,1 1 0,-1 1 1,1-1-1,1 2 0,0-1 0,0 1 0,1 0 0,-7 19 0,7-13-46,1 1 0,0 0 0,2 0 0,0 0 0,1 1 0,0 28 0,2-45-14,0 0 0,0 0 0,0 0 0,0 0-1,1 1 1,-1-1 0,0 0 0,1 0 0,0 0 0,-1 0 0,1 0 0,0 0 0,0 0-1,0 0 1,0 0 0,1-1 0,-1 1 0,0 0 0,1-1 0,-1 1 0,1-1 0,0 1-1,2 1 1,1-1-58,0 0 0,0 0 0,0 0 0,1-1 0,-1 0 0,1 0 0,-1 0 0,9 0 0,-1 0-114,-1-1 1,0 0-1,1 0 1,-1-2-1,0 1 1,15-5-1,-20 4 130,0-1-1,0 0 1,0-1 0,0 1 0,-1-1-1,1 0 1,-1-1 0,0 0 0,-1 0-1,1 0 1,6-8 0,8-14 40,0-1 1,15-31 0,-19 31 18,2-1 1,34-41 0,-45 63 61,-1 0-1,1 0 0,0 1 1,1 0-1,0 0 1,-1 1-1,2 0 0,-1 1 1,1-1-1,-1 2 1,1-1-1,0 1 1,15-3-1,-20 5-64,-1 1 0,0-1 0,0 1 0,0 0 0,1-1 1,-1 2-1,0-1 0,0 0 0,0 1 0,0-1 0,1 1 0,-1 0 0,0 0 0,0 0 0,0 1 1,-1-1-1,1 1 0,0-1 0,0 1 0,-1 0 0,1 0 0,3 4 0,0 1-16,-2 0 0,1 1 0,-1-1 0,0 1 0,0 0 1,-1 0-1,3 12 0,0 6-51,-1 1 1,-1-1 0,-1 1 0,-2 53 0,-1-75-4,0 0-1,0-1 1,0 1 0,-1 0-1,0-1 1,0 1 0,0 0 0,0-1-1,-3 5 1,3-7 60,0 0-1,0-1 1,0 1 0,-1-1-1,1 0 1,0 1 0,-1-1 0,1 0-1,-1 0 1,1 0 0,-1 0-1,0 0 1,1 0 0,-1 0 0,0-1-1,0 1 1,1-1 0,-1 1-1,0-1 1,0 0 0,0 1-1,0-1 1,0 0 0,-2-1 0,4 1 21,-1 0 0,0 0 0,1 0 1,-1 0-1,0 0 0,1 0 1,-1 0-1,1 0 0,-1-1 1,1 1-1,-1 0 0,0 0 0,1-1 1,-1 1-1,1 0 0,-1-1 1,1 1-1,-1-1 0,1 1 1,0-1-1,-1 1 0,1-1 1,-1 1-1,1-1 0,0 1 0,0-1 1,-1 1-1,1-1 0,0 0 1,-3-20 238,3 14-130,-2-11 8,1 1 0,1-1 0,1 0 0,1 0 0,0 1-1,1-1 1,1 1 0,1 0 0,1 0 0,0 0 0,1 1 0,11-22-1,-3 14-537,1 1-1,0 0 1,2 2-1,0-1 1,2 2-1,0 1 1,32-24-1,14-1-4247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8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13 12262,'0'0'6408,"-30"-3"-6312,-101-6-29,124 9-54,0 0 1,0 1-1,1 0 1,-1 1 0,0-1-1,0 2 1,1-1-1,-1 0 1,-11 8-1,18-10-12,-31 16 291,1 1 0,1 2 0,1 1 0,-37 33 0,56-44-258,0 0-1,0 0 1,1 0 0,1 1 0,-1 1 0,2-1-1,0 1 1,0 0 0,1 0 0,0 1 0,0-1-1,2 1 1,-1 0 0,2 1 0,-3 21 0,5-28-31,-1 0-13,1 0 0,0 0 0,0-1 0,1 1 0,-1 0 0,4 10 0,-4-15 3,1 1 1,0 0 0,0-1 0,0 1 0,0-1 0,0 0 0,0 1-1,1-1 1,-1 0 0,0 0 0,1 1 0,-1-1 0,1 0 0,-1 0-1,1-1 1,0 1 0,-1 0 0,1-1 0,0 1 0,-1 0 0,1-1-1,0 0 1,0 0 0,0 1 0,2-1 0,10 1-44,-1-1-1,1 0 1,-1 0 0,0-2 0,1 1 0,-1-2-1,0 0 1,0 0 0,0-1 0,-1-1 0,1 0-1,16-10 1,-16 6-67,0 0-1,-1 0 1,1-1-1,-2-1 1,0 0-1,0 0 1,-1-1-1,0-1 1,-1 0-1,11-19 1,-5 3 446,-1 1 0,19-60 0,-32 78 1535,-1 17-377,-12 314-1618,12-319 120,0 0 0,1 0 0,-1 0-1,0 1 1,1-1 0,0 0 0,-1 0-1,1 0 1,0 0 0,0 0 0,0 0 0,0 0-1,0 0 1,1 0 0,-1-1 0,1 1-1,-1 0 1,1-1 0,-1 1 0,1-1 0,0 0-1,0 0 1,0 1 0,0-1 0,0 0 0,0 0-1,0-1 1,0 1 0,0 0 0,0-1-1,4 1 1,0 0-83,0 0 0,0 0 0,0-1-1,0 0 1,1 0 0,-1-1 0,0 0 0,0 0-1,0 0 1,8-3 0,-10 2-54,1 0 0,-1-1-1,0 1 1,0-1 0,0 0 0,0 0 0,0 0 0,-1-1-1,6-5 1,25-39-2719,5-19-3685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8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19097,'0'0'4514,"-24"182"-4370,24-115-96,0-1-32,12-5-16,9-13 0,-9-2-16,3-22-144,-9-6-577,0-9-623,0-9-1009,3 0-2145,13-33-5827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8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14134,'0'0'7988,"-36"176"-7668,33-100-128,0 8-192,3-5 32,0-9-64,0-16-128,0-12-640,0-17-721,3-13-768,12-12-752,15-3-4595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16247,'0'0'6627,"24"133"-6611,-15-61-16,-3-2 16,-3 0-32,-3-7 16,0-11 0,0-16-304,0-9-704,0-18-577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9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14887,'0'0'3521,"4"32"-3454,14 104-54,-13-82-121,-4 84-1,-2-71 38,1-2 114,4-64 64,-2-1-81,1-2-11,0 1-1,0 0 0,1-1 1,-2 0-1,1 0 0,0 0 1,0 0-1,-1 0 0,1 0 0,-1-1 1,1 1-1,1-5 0,28-41-26,-11 17 28,-4 7 5,-7 9-4,1 1 1,12-14 0,-20 25 3,1 0 0,-1-1 0,1 2 1,-1-1-1,1 0 0,0 1 0,0 0 0,0-1 1,1 2-1,-1-1 0,0 0 0,9-1 0,35-1-22,0 1 1,50 5-1,-17 0-514,-80-3 513,-1 1 0,1 0 0,-1 0 0,1 0 0,-1 0 0,1-1 1,-1 1-1,0 0 0,1-1 0,-1 1 0,0 0 0,1-1 0,-1 1 0,0 0 1,1-1-1,-1 1 0,0 0 0,1-1 0,-1 1 0,0-1 0,0 1 0,0-1 0,1 1 1,-1-1-1,0 1 0,0-1 0,0 1 0,0-1 0,0 1 0,0-1 0,0 1 1,0-1-1,0 1 0,0 0 0,0-1 0,0 1 0,-1-1 0,1 1 0,0-2 1,-1 1-32,1-1 0,0 0 0,-1 0 0,0 1 0,1-1 0,-1 1 0,0-1 0,0 0 0,0 1 0,0-1 0,0 1 0,-2-3 0,-7-2-629,0 1 0,0 0 0,0 0 0,-13-4 1,4 2-1230,-39-16-6513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15383,'0'0'8740,"188"-69"-9508,-128 44-1153,-11-5-1329,-10-12-2256,-18-10-5699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0:4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12950,'0'0'6819,"102"206"-5170,-50-79-593,-1 10-784,-11 14-96,-22 3-111,-18 10-65,-15-7-145,-79-6 1,-45-17-1680,-37-22-2963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1:10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62 4626,'0'0'7614,"15"-8"-6867,64-36 646,-72 42-985,0 0 0,1 0 1,-1 1-1,1 0 0,-1 0 1,1 1-1,-1 0 0,11 1 0,-4-1-8,0 0 41,-18 0-146,-34 0-47,-118 12-46,-1 0 509,153-12-314,9 1-178,131 5 109,-10-1-218,-104-3-91,1 1 0,-1 2 1,34 10-1,-48-12-18,-1 0-1,1 0 1,-1 0 0,0 1 0,6 5 0,-11-8-6,0 0 0,0 1-1,-1-1 1,1 1 0,-1 0 0,1-1 0,-1 1 0,0 0 0,1 0 0,-1 0 0,0 0 0,0 0 0,-1 0 0,1 0 0,0 0 0,-1 0-1,1 1 1,-1-1 0,0 0 0,1 0 0,-1 4 0,-1-4-2,1 0 1,0 0-1,0 0 0,-1 0 1,1-1-1,-1 1 0,0 0 0,1 0 1,-1 0-1,0-1 0,0 1 0,0 0 1,0-1-1,-1 1 0,1-1 1,0 1-1,-1-1 0,1 0 0,-1 0 1,-2 3-1,-3-1 8,0 1 0,0-1 1,-1 0-1,-8 2 0,2 0 1,-67 17 30,-105 17 0,109-24-142,26-5-1644,-102 6 0,74-16-3880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1:3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4018,'0'0'11672,"2"1"-10685,11 4 5768,-13-4-6733,0 0-1,0 1 1,0-1 0,0 0-1,0 0 1,0 1 0,0-1-1,-1 0 1,1 0 0,0 0-1,-1 1 1,1-1 0,-1 0-1,1 0 1,-1 0 0,0 0-1,1 0 1,-1 0 0,0 0-1,0 0 1,0 0-1,0 0 1,0-1 0,0 1-1,0 0 1,0 0 0,0-1-1,0 1 1,-1 0 0,-3 0-531,0 0 0,0 0 1,-1-1-1,1 0 1,0 0-1,-6 0 0,-7-1-1569,-31 1-6761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05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30 194 12566,'0'0'8273,"-5"-4"-7798,-15-14-131,15 13 360,5 9-312,1 16 60,0 0 0,1 0 0,1 0 0,11 36 0,16 53 139,-17-59-405,2 0 1,36 81-1,-51-130-165,1 0 1,-1 0-1,1 0 0,-1 0 0,1 0 1,-1 0-1,1 0 0,0 0 1,-1-1-1,1 1 0,0 0 1,0 0-1,0-1 0,1 2 0,-1-2 28,-1 0 0,1 0-1,-1 0 1,1 0 0,-1 0-1,0 0 1,1 0 0,-1 0-1,1 0 1,-1 0 0,1 0-1,-1 0 1,0 0 0,1-1-1,-1 1 1,1 0-1,-1 0 1,0 0 0,1-1-1,-1 1 1,0 0 0,1 0-1,-1-1 1,1 0 0,2-2 225,-1-1-1,1 0 1,-1 0 0,0 0 0,2-7 0,-2 7-476,48-118 757,-9 13-360,-27 69-55,34-69 0,-39 90-88,-1 0 0,-1 0-1,7-31 1,6-16 11,-17 57-66,0 0 0,-1-1 1,0 1-1,-1-1 0,1-12 1,-2 22-49,-13 0-14460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09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4930,'0'0'6126,"5"28"-3888,-3-15-1987,5 27 333,2-1-1,1 0 1,20 47-1,21 50 747,-6 2-1,43 222 1,-84-334-1318,-4-19-36,1 0-1,0 0 0,0-1 0,1 1 1,2 7-1,-3-14-60,-1 0 0,0 1 1,0-1-1,0 0 1,0 0-1,1 1 0,-1-1 1,0 0-1,0 0 0,0 0 1,1 0-1,-1 1 0,0-1 1,0 0-1,1 0 0,-1 0 1,0 0-1,0 0 1,1 0-1,-1 0 0,0 0 1,0 0-1,1 0 0,-1 0 1,0 0-1,0 0 0,1 0 1,-1 0-1,0 0 1,0 0-1,1 0 0,-1 0 1,0 0-1,0 0 0,1 0 1,-1 0-1,0-1 0,0 1 1,1 0-1,-1 0 0,0 0 1,0 0-1,0-1 1,1 1-1,-1 0 0,0 0 1,0 0-1,0-1 0,0 1 1,1 0-1,2-18-5405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09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22 742 10405,'0'0'6051,"-5"-13"-5510,0 1-417,1-1-1,-4-16 1,8 27-106,0 1 0,0 0 0,0-1-1,1 1 1,-1 0 0,0-1 0,1 1 0,-1 0 0,1-1 0,-1 1 0,1 0-1,-1 0 1,1-1 0,0 1 0,0 0 0,-1 0 0,1 0 0,0 0 0,0 0-1,0 0 1,0 0 0,1 1 0,-1-1 0,0 0 0,0 0 0,0 1 0,1-1-1,-1 1 1,0-1 0,0 1 0,1 0 0,2-1 0,4-3 94,47-18 223,0 2 0,2 3 0,65-12 0,181-17 96,230-30-141,-6-36-212,-240 30 2,-9-23-53,-221 79 1,86-41-69,-133 61 68,-3 2 4,0 0 0,0 1 0,0-1 0,0 1 0,1 1 0,-1 0 0,1 0 0,0 0 0,0 1 0,10-1 0,-17 2-35,-1 0 0,1 1-1,0-1 1,0 0 0,0 0 0,0 1 0,0-1 0,-1 1 0,1-1-1,0 1 1,0-1 0,-1 1 0,1-1 0,0 1 0,-1 0 0,1 0 0,-1-1-1,1 1 1,-1 0 0,1 0 0,0 0 0,10 25 137,-3-9 52,86 169 1209,-55-104-897,63 98-1,23-10-340,-2-3-82,-116-158-83,-1 0 1,-1 1 0,1 0-1,-2 0 1,1 0-1,-1 0 1,-1 1-1,0 0 1,-1-1 0,0 1-1,0 0 1,0 12-1,-2-20 6,0 0 0,-1 0 0,1 0-1,0 0 1,-1 0 0,0 0-1,1 0 1,-1 0 0,-1 0 0,1 0-1,0 0 1,-1 0 0,1-1-1,-1 1 1,0-1 0,0 1 0,0-1-1,-4 4 1,-1-1 6,-1 1-1,0-1 1,0-1 0,-17 7-1,19-8-1,-49 18 37,-1-2 0,-1-3-1,-66 10 1,73-15-23,-717 130 47,173-34-1071,322-54-1913,2-1-2309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05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11493,'0'0'7078,"-3"1"-7040,1 0-34,1 0 1,-1 0 0,1 1 0,-1-1-1,1 0 1,0 0 0,-1 1 0,1-1-1,0 1 1,0-1 0,0 1 0,0-1-1,0 1 1,0 0 0,0 0 0,1-1-1,-2 4 1,-10 43 427,6-22 0,-20 54 996,-53 108 0,58-140-1218,18-42-187,0 0 1,0 0 0,-1 0-1,0 0 1,0-1-1,-7 8 1,11-13-25,0 0-1,-1 0 1,1 0-1,0 0 1,0 0-1,0 0 1,-1 0 0,1 0-1,0 0 1,0 0-1,0 0 1,0 0-1,-1 0 1,1 0 0,0 0-1,0 0 1,0 0-1,0 0 1,-1 0-1,1-1 1,0 1 0,0 0-1,0 0 1,0 0-1,0 0 1,0 0-1,-1 0 1,1 0-1,0-1 1,0 1 0,0 0-1,0 0 1,0 0-1,0 0 1,0-1-1,0 1 1,0 0 0,0 0-1,0 0 1,0 0-1,0-1 1,0 1-1,0 0 1,0 0 0,0 0-1,0 0 1,0-1-1,0 1 1,-3-13-333,3 12 221,-19-72-8491,11 33-3495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05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13462,'0'0'3858,"134"94"-3842,-110-76-16,-6-9-64,-3 3 32,0-6-1121,0-6-2416,-2 0-3571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06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26 8932,'0'0'8324,"22"-5"-8081,68-11-86,-78 14-101,1 1-1,-1 0 1,15 1-1,-14 0 19,-11 0-70,-1 0-1,1 0 1,-1 0-1,0 1 1,1-1-1,-1 0 1,1 1-1,-1-1 1,0 1 0,1-1-1,-1 1 1,0 0-1,1-1 1,-1 1-1,0 0 1,0 0-1,0 0 1,0 0-1,1 0 1,-2 0-1,1 0 1,0 0-1,0 0 1,0 1-1,0-1 1,-1 0 0,1 1-1,-1-1 1,1 0-1,-1 1 1,1-1-1,-1 1 1,0 1-1,1 5 11,0 0 0,-1 0 0,0 0 0,-2 15 0,1-15 4,0-2-13,0 0 0,-1 0 0,0 0 0,0 0 0,0 0 0,-1 0 0,0-1 0,0 1 0,-1-1 0,1 0 0,-1 0 0,-5 6 0,-10 8 27,-32 26 1,29-26-27,-20 15-8,41-33-14,19-1 48,-8 0 22,1 0 0,-1 1 0,1 1 1,-1 0-1,1 0 0,17 7 0,-24-8-41,1 1-1,-1 1 1,0-1-1,0 0 1,0 1 0,0 0-1,0 0 1,0 0-1,-1 1 1,1-1-1,-1 1 1,0 0-1,0 0 1,-1 0 0,1 0-1,-1 0 1,3 8-1,-3-10-7,-1 1-1,0-1 1,0 1-1,-1-1 1,1 1-1,0 0 1,-1-1-1,0 1 1,0 0-1,0-1 1,0 1-1,0 0 1,0-1-1,0 1 1,-1 0-1,0-1 1,1 1-1,-1-1 1,0 1-1,0-1 1,0 1-1,-1-1 1,1 0-1,-1 1 1,1-1-1,-1 0 1,0 0-1,1 0 0,-4 2 1,-3 1-7,0 0 0,-1-1 0,1 0 1,-1 0-1,0-1 0,0 0 0,-13 3 0,-19 2-933,0-2-1,-81 3 1,-8-8-4889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13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621 240 3570,'0'0'7302,"1"-11"-6542,4-35-170,-2 23 1306,-2 13-1170,1 1 1,-2 0 0,1-1-1,-2-11 1,1 19-660,-1-1 1,1 1 0,-1-1 0,0 1-1,0-1 1,0 1 0,0 0 0,0-1-1,0 1 1,-1 0 0,1 0 0,-1 0 0,0 0-1,1 0 1,-1 0 0,0 1 0,0-1-1,-4-2 1,-5-3 176,-2 0 0,1 1 0,-1 0 0,1 0 0,-2 2 0,1 0 0,-20-4-1,1 4 244,1 1 0,-38 1 0,59 3-429,0 0 0,0 0 0,0 1 0,0 1 0,1 0 0,-1 0 0,1 1 0,0 0 0,0 1 0,-15 10 0,-9 7 325,-39 37 0,64-52-309,-2 2-22,0 0 0,0 1 0,1-1 0,0 2 0,0-1 0,2 1 0,-1 1 0,1-1 0,1 1 0,0 0 0,1 1 0,0 0 0,1-1 0,0 1-1,1 1 1,-2 21 0,3 68 136,3-58-90,-1-34-88,1 1 0,0 0 0,1-1-1,1 1 1,0-1 0,0 0 0,1 0 0,10 20 0,-3-12 16,1 0 1,0-1-1,28 32 1,-35-45-13,0 1 1,0-1-1,1 0 1,-1 0-1,1 0 1,0-1-1,1 0 1,-1 0-1,1 0 1,0-1-1,0 0 1,0-1-1,0 1 1,0-1-1,0-1 1,1 1 0,12 0-1,0-2 36,-8 1-3,0-1-1,0 0 1,0-1-1,0 0 1,0-1-1,0 0 0,-1-1 1,1 0-1,16-8 1,-4-1 0,-2-1 0,0-2 0,-1 0 0,0-1 0,-1-2 0,33-36 0,-43 43 4,-2 0 1,1-1 0,-1 0 0,-1-1-1,0 1 1,-1-1 0,0-1-1,-1 1 1,-1-1 0,0 0 0,-1 0-1,0 0 1,-1 0 0,0-16-1,-1-4 147,0 16-146,-1 0 1,0-1 0,-2 1 0,0-1-1,0 1 1,-2 0 0,-9-28-1,-15 3-54,27 41-27,0 0 1,0 0-1,0 0 1,0 0-1,-1 1 1,1-1 0,-1 0-1,1 1 1,-1-1-1,0 1 1,0-1-1,0 1 1,0 0-1,0 0 1,0-1 0,0 2-1,0-1 1,0 0-1,0 0 1,0 1-1,-1-1 1,-1 1-1,-8-2-453,0 1 0,0 0 0,-13 2 0,8-1-283,-120-5-9139,56-5-1624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15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14 263 7876,'0'0'7470,"-3"-9"-6403,-7-25 120,10 46 3732,-1-1-4811,1 1-1,1-1 1,3 20-1,0-17 21,1 0 0,1 0 0,0-1-1,1 0 1,1 0 0,0-1 0,16 20 0,-4-9 68,1-2 0,43 36 1,-49-45-90,2 0 1,30 16-1,-41-25-60,1 0 0,0 0 1,-1 0-1,1-1 0,1 0 0,-1 0 0,0-1 0,0 0 1,1-1-1,-1 1 0,8-2 0,-14 1-12,1 0 1,-1-1-1,0 0 0,0 1 1,0-1-1,1 1 0,-1-1 1,0 0-1,0 0 0,0 0 1,0 0-1,0 0 1,0 0-1,-1 0 0,1 0 1,0 0-1,0 0 0,-1 0 1,1-1-1,-1 1 0,1 0 1,-1 0-1,1-1 0,-1 1 1,0 0-1,1-3 0,2-5 161,5-15 148,-1 0-1,-1 0 1,5-39 0,-1-77 223,-5 55-404,1-113-606,2 208-11392,18 7 131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15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15031,'0'0'4722,"-36"70"-4754,33-25 32,-1-5 16,-2-4 0,3-6-32,-3-6-128,-6-2-1137,-9-13-1712,-3-9-1585,-15 0-1873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15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7027,'0'0'9461,"166"0"-8613,-114 31-432,-10-1-384,-3-3-32,-27-15-3153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2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10 200 7379,'0'0'7348,"-2"-2"-7290,2 2-58,0 0 0,0 0 0,0 0 0,0 0 0,0 0 0,0 0 0,0 1 0,0-1 0,0 0 0,0 0 0,0 0 0,0 0 0,0 0 0,0 0 0,0 0 0,-1 1 0,1-1 0,0 0 0,0 0 0,0 0 0,0 0 0,0 0 0,0 0 0,0 0 0,-1 0 0,1 0 0,0 0 0,0 0 0,0 0 0,0 0 0,0 0 0,0 0 0,-1 0 0,1 0 0,0 0 0,0 0 0,0 0 0,0 0 0,0 0 0,0 0 0,-1 0 0,1 0 0,0 0 0,0 0 0,0 0 0,0 0 0,0 0 0,0 0 0,-1 0 0,1 0 0,0-1 0,0 1 0,0 0 0,0 0 0,0 0 0,0 0 0,0 0 0,0 0 0,0 0 0,0-1 0,0 1 0,0 0 0,-1 0 0,1 0 0,0 0 0,-2 20 82,3 38 290,-1-52-292,1 8-16,0 0 0,1 0 0,0-1 0,1 1 0,0-1 0,2 0 0,-1 0 0,1 0 0,1 0 0,0-1 0,1 0 0,1 0 0,16 20 0,-22-30-77,1 1 0,0 0 1,0-1-1,1 1 0,-1-1 0,1 0 0,-1 0 0,1 0 0,-1-1 0,1 1 0,0-1 0,0 0 0,0 0 0,4 0 0,8 1-398,0-1 0,21-1 0,-17 0-227,-8 0 10,1 0-1,0-1 0,-1-1 0,1 0 0,-1-1 1,0 0-1,21-8 0,-25 7 462,-1 0 1,0 0-1,0-1 0,0 1 0,-1-2 1,1 1-1,-1-1 0,0 0 0,-1 0 1,1-1-1,-1 1 0,8-16 1,-9 14 231,0 0 1,0 0 0,-1-1-1,0 0 1,3-15 0,-2-24 6159,-4 48-5708,-12 1-266,11 0-250,0 0-1,0-1 1,0 1 0,0 0-1,1-1 1,-1 1 0,0 0-1,0 0 1,0 0 0,1 0 0,-1 0-1,0 0 1,1 0 0,-1 0-1,1 0 1,-1 0 0,1 0-1,0 0 1,-1 0 0,1 0-1,0 2 1,-2 25 40,3-20-17,-1-8-23,0 1 1,1-1-1,-1 1 1,1-1-1,-1 0 1,1 1-1,-1-1 1,1 0-1,-1 1 1,1-1-1,-1 0 1,1 0-1,-1 1 1,1-1-1,0 0 1,-1 0-1,1 0 1,-1 0-1,1 0 0,0 0 1,-1 0-1,1 0 1,1 0-1,19 0 33,-17-1-26,-2 2 8,0-1-1,1 0 1,-1 0-1,1 0 0,-1-1 1,1 1-1,-1 0 1,0-1-1,1 0 0,-1 1 1,0-1-1,1 0 1,-1 0-1,0-1 0,0 1 1,0 0-1,0-1 1,0 1-1,0-1 0,0 1 1,-1-1-1,1 0 1,0 0-1,-1 0 0,0 0 1,1 0-1,-1 0 1,0 0-1,0-1 1,0 1-1,0 0 0,-1-1 1,1 1-1,-1 0 1,1-1-1,-1 1 0,0-1 1,0 1-1,0-3 1,1-1 37,-1 2 45,0 1 0,0 0 1,0 0-1,1 0 0,0 0 1,0 0-1,0 0 0,1-3 0,-1 4-95,0 1 0,0-1 0,1 1 0,-1 0 0,0 0 0,1 0 0,-1-1 0,1 1-1,0 1 1,-1-1 0,1 0 0,-1 0 0,1 1 0,0-1 0,0 0 0,-1 1-1,3-1 1,70-18-2647,-2-3 1,85-39-1,-148 57 3406,7-3 184,0 0 1,-1-1 0,1 0 0,-2-2 0,18-12 0,-27 5 756,-5 16-1709,0 0-1,0 0 1,0 1-1,0-1 1,0 0-1,0 1 1,0-1-1,0 0 1,0 1-1,0-1 1,-1 0-1,1 1 1,0-1-1,0 0 1,-1 1 0,1-1-1,0 0 1,-1 1-1,1-1 1,-1 1-1,1-1 1,-1 1-1,1-1 1,-1 1-1,1-1 1,-2 0-1,-16-4-1037,-31-6 0,18 5-392,-52-11-3435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37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2105 45 7940,'0'0'6963,"-17"-2"-6574,-1-1-244,4 0 56,-1 1 0,1 0 1,0 1-1,-1 1 1,-27 3-1,19 2 298,1 2 1,0 1-1,1 0 0,0 2 1,-23 14-1,18-11-67,-45 23 410,-250 142 992,288-156-1718,0 2 0,2 1 0,1 1 0,1 1 0,2 2 0,0 1-1,2 1 1,-37 61 0,-243 534 882,264-532-877,5-16 18,3 3-1,-30 116 0,-68 401 205,78-347-227,-83 501 413,60-298-359,-9 55-63,31 5 53,-13 458-3,60-221-25,7-719-130,37 497 31,-1-46 22,-23-303-36,8-1 1,54 220-1,-49-278-14,32 131 11,-41-193-13,3 0 0,32 65 0,-32-83-5,2-1 0,1-1-1,3-1 1,46 54 0,41 25-26,-92-99 40,1 0 1,1-1-1,43 23 0,-45-29-10,1-2-1,0-1 0,0 0 0,1-2 0,-1-1 0,2 0 0,-1-2 0,0-1 0,41-1 0,-18 0-4,46-1 23,-81-1-25,1 0-1,0-1 1,-1-1-1,0 0 1,18-6-1,135-49 64,-47 19-95,-92 28 41,-1 0-1,0-2 0,0-1 0,-1-1 1,-1-1-1,-1 0 0,26-26 1,-14 8 16,-2-1 0,0-1 0,34-56 0,-31 34-17,-2-1-1,-3-2 1,25-77 0,43-197 32,16-161-9,-13 50-58,14-197 76,-27 119-120,-35 287 74,37-200-55,-61 242-93,1-205-1,-26-197-372,-4 332 464,-21-178-54,5 178 48,-23-1367-368,40 992 287,-1 600 148,-2 0 1,-2 0 0,-20-77-1,-50-111 15,56 175-15,-1-3-9,-2 2 0,-3 1 0,-2 0 0,-2 2 0,-2 2 0,-2 0 0,-51-55 0,71 92 2,1 0 1,-2 0-1,0 2 0,0 0 1,-1 0-1,0 1 0,0 1 1,-1 1-1,0 0 0,-1 1 0,-19-4 1,8 3 1,-1 2 1,0 1-1,0 1 0,-1 2 1,-56 4-1,74-1-3,-1 1 0,1 0 0,0 1 0,0 0 0,0 1-1,1 0 1,-1 1 0,1 0 0,1 1 0,-12 8 0,-17 16 4,-42 43 0,61-54-2,-20 18-46,-156 144-819,56-69-2744,15-27-1750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40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0 496,'0'0'14783,"22"34"-13767,68 117-306,-66-108-229,-2 2 0,22 64 0,-29-68-291,-3-12-169,-2 2 1,-1-1-1,-1 1 0,-2 0 1,-1 1-1,1 41 0,-19-91-4916,-14-27-2274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41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 10229,'0'0'4055,"33"-17"-3815,111-53-173,-67 34-68,-51 25-144,0-1-1,27-19 0,-48 28 113,-1 0 0,0 0 0,0 0-1,-1 0 1,8-8 0,-10 10 64,0-1 1,0 0-1,0 0 0,0 0 1,0-1-1,0 1 1,-1 0-1,1 0 0,-1 0 1,1-1-1,-1 1 1,0 0-1,0-4 0,0 6 327,0 2-270,0 12 6,0 7 147,0 0-1,1 0 1,9 40-1,5-2 176,28 117 488,-35-132-696,-1 1-1,0 48 1,-7 127 480,-2-198-632,-1 0 1,-1 1-1,0-1 0,-2-1 1,0 1-1,-2-1 1,0 0-1,-2-1 0,0 1 1,-1-2-1,-1 0 1,0 0-1,-25 26 1,33-40-55,-1-1 0,1 0 0,-1 0 0,0-1 0,0 0 0,-10 6 0,14-8-46,0-1 1,0 1-1,-1 0 1,1-1 0,0 1-1,-1-1 1,1 0-1,-1 1 1,1-1 0,0 0-1,-1 0 1,1 0-1,-1 0 1,1 0 0,0 0-1,-1 0 1,1 0-1,-1-1 1,1 1-1,0-1 1,-1 1 0,1-1-1,0 1 1,0-1-1,-1 0 1,1 1 0,0-1-1,0 0 1,0 0-1,0 0 1,0 0 0,0 0-1,0 0 1,0 0-1,0 0 1,1-1 0,-2 0-1,-2-12-948,0 0 0,1 0 0,0-1 0,1 1 0,1-1 0,0-16 0,0-51-5614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41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97 194 13446,'0'0'1745,"13"27"-294,-9-19-1334,103 190 1036,-75-145-876,43 73 168,-63-103-403,-1 2 1,0-1-1,8 35 0,-10-9-29,-9-46-23,0 0 1,0 1-1,0-1 0,0 0 0,0 0 1,-1 0-1,0 1 0,-2 7 1,2-12-26,1 1 1,-1 0-1,0 0 1,1-1-1,-1 1 1,0 0-1,0-1 1,0 1-1,1-1 1,-1 1-1,0-1 1,0 1-1,0-1 1,0 0-1,0 1 1,0-1-1,0 0 1,0 0 0,0 0-1,0 0 1,-1 0-1,-24-1-876,19 1 529,-1-2-84,0 1 1,0-1-1,1-1 1,-1 1-1,0-1 0,1-1 1,0 1-1,0-1 1,0-1-1,0 1 1,1-1-1,0 0 0,-10-10 1,-1-3-884,0-1 0,2-1-1,-18-27 1,20 25 804,0 0-1,2-1 1,-14-36-1,20 41 1153,0 0-1,0-1 1,2 1-1,0-1 0,1-29 1,1 42-368,2-1 0,-1 1 0,1 0 0,0 0 0,0 0 0,0 0 0,1 0 0,0 0 0,0 0 0,6-9 0,-4 9-47,1 0 0,0 0 0,0 0 0,0 0 0,1 1 0,0 0 0,0 0 0,8-5 0,33-18 258,1 3 0,1 1 0,64-21 0,-57 24-468,0-2 1,62-38-1,-115 59 35,0 1 0,0-1-1,0 1 1,-1-1 0,1 0 0,-1 0-1,1 0 1,-1 0 0,0-1 0,0 1-1,0-1 1,0 1 0,0-1 0,0 0 0,-1 1-1,0-1 1,1 0 0,-1 0 0,0 0-1,1-5 1,-3 8 43,0 0 0,-1 0 1,1 0-1,0 0 0,0 0 0,0 0 0,0 0 1,-1 0-1,1 1 0,0-1 0,0 1 0,0-1 0,0 1 1,0-1-1,0 1 0,0-1 0,-1 2 0,-1 2-16,1 0 0,0 0 0,0 0 0,1 0 0,-1 0 0,1 1 0,0-1 0,0 0 0,0 1 0,1-1 0,0 5 0,0 57 315,1-49-237,0-10-77,-1 1 0,2-1 0,-1 1 1,1-1-1,0 0 0,1 0 0,5 12 1,3 1 83,17 23 1,4 7 140,-24-34-162,0 0 0,0 1 1,-2 0-1,0 0 0,-1 0 0,-1 1 1,0 0-1,-2-1 0,0 1 1,-1 0-1,-1 27 0,-2-33-75,1 1 0,-2-1 1,0 0-1,-1 1 0,0-1 0,0-1 0,-1 1 1,-1-1-1,0 0 0,-1 0 0,0 0 0,0-1 0,-1 0 1,-10 10-1,-12 9-42,-2 0 1,-1-2 0,-36 23-1,22-19-807,-90 44-1,3-20-3075,-67 11-6803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03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5250,'0'0'6699,"0"-3"-5920,0 16-140,12 284 3197,72 273-2164,-73-456-1602,-9-65-2784,-5-62-343,-13-21-2321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04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22 173 5154,'0'0'2562,"-3"-2"-1829,1 0-476,1 1-119,0 0 0,0 1 0,0-1 0,0 0 0,0 1 0,0-1 1,0 0-1,0 1 0,0-1 0,0 1 0,-1-1 0,-1-1 1774,3 2-1855,0 0 1,0-1-1,0 1 1,0 0 0,0 0-1,0-1 1,-1 1-1,2 0 1,-1-1-1,0 1 1,0 0-1,0 0 1,0-1-1,0 1 1,0 0-1,0-1 1,0 1-1,0 0 1,0 0-1,0-1 1,1 1-1,-1 0 1,0 0 0,0 0-1,0-1 1,1 1-1,-1 0 1,0 0-1,0 0 1,0-1-1,1 1 1,-1 0-1,0 0 1,0 0-1,1 0 1,-1 0-1,0 0 1,1 0-1,-1-1 1,0 1 0,0 0-1,1 0 1,-1 0-1,0 0 1,1 0-1,-1 0 1,0 1-1,317-85 2655,-104 23-2518,-202 56-131,-9 4-23,-1 7 11,-1-1-21,-2 119 695,5 153 772,3-236-1381,2-2-1,1 1 1,28 71 0,11 48-72,-31-91-41,-9-43-6,-2 0 0,-1 1-1,-1-1 1,1 30 0,-5-48 4,0-1 0,0 1 1,-1-1-1,-2 13 1,2-16 0,0 0 1,-1-1 0,1 1 0,-1 0-1,0-1 1,1 1 0,-1-1 0,0 1-1,-1-1 1,1 0 0,0 0-1,-4 3 1,-23 14 21,0-1-1,-1-1 1,-1-2-1,-59 21 1,-9 4 10,-2 3 29,-56 26 296,152-66-333,4-2-22,1 0 0,-1-1-1,0 1 1,0-1 0,0 0-1,0 1 1,0-1 0,0 1-1,0-1 1,0 0 0,0 0-1,0 0 1,-1 0 0,1 0 0,-1 0-1,1 0-5,1-2-4,0-40-2096,3-3-5184,0 13-2524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0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107 347 208,'0'0'2812,"-12"0"-2014,-49 0 508,28 0 5167,39-4-3938,134-42 538,-26 10-1835,108-54 105,-173 66-997,0-2-1,59-43 1,-91 56 143,23-23 1,-40 36-508,0-1-1,0 1 1,0 0-1,0 0 1,0 0 0,0 0-1,0 0 1,1 0-1,-1 0 1,0-1-1,0 1 1,0 0 0,0 0-1,0 0 1,0 0-1,1 0 1,-1 0 0,0 0-1,0 0 1,0 0-1,0 0 1,0 0-1,1 0 1,-1 0 0,0 0-1,0 0 1,0 0-1,0 0 1,0 0 0,0 0-1,1 0 1,-1 0-1,0 0 1,0 0 0,0 0-1,0 0 1,0 0-1,1 0 1,-1 0-1,0 1 1,0-1 0,0 0-1,0 0 1,3 8-710,-3 13-686,0-19 1116,1 12-1077,-1-10 756,1 0 1,-1 1-1,0-1 1,-1 0 0,1 1-1,-1-1 1,0 0-1,0 1 1,0-1-1,0 0 1,-1 0-1,1 0 1,-5 6 0,-23 22-4299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06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9 331 2897,'0'0'4149,"-2"3"-2919,0-1-1166,-3 8 1639,6-10-1641,-1 0 0,0 1 0,1-1-1,-1 0 1,0 1 0,1-1 0,-1 0-1,1 0 1,-1 0 0,1 1 0,-1-1-1,1 0 1,-1 0 0,0 0 0,1 0-1,-1 0 1,1 0 0,-1 0 0,1 0-1,-1 0 1,1 0 0,-1 0 0,1 0-1,-1 0 1,1 0 0,-1 0-1,1 0 1,-1-1 0,1 1 0,0-1-1,26-7 854,0-1-1,-1-2 0,0-1 0,41-25 0,-49 27-642,196-101 1487,60-35-312,-274 146-1463,0 0 0,0 0 0,0-1 0,0 1-1,0 0 1,0 0 0,0 0 0,0 0 0,0 0-1,0 0 1,0 0 0,0-1 0,0 1-1,0 0 1,0 0 0,1 0 0,-1 0 0,0 0-1,0 0 1,0 0 0,0 0 0,0 0 0,0 0-1,0 0 1,0-1 0,1 1 0,-1 0-1,0 0 1,0 0 0,0 0 0,0 0 0,0 0-1,0 0 1,1 0 0,-1 0 0,0 0 0,0 0-1,0 0 1,0 0 0,0 0 0,0 0-1,0 0 1,1 0 0,-1 1 0,0-1 0,0 0-1,0 0 1,0 0 0,0 0 0,0 0 0,0 0-1,0 0 1,1 0 0,-1 0 0,0 0-1,0 0 1,0 1 0,0-1 0,0 0 0,0 0-1,0 0 1,0 0 0,0 0 0,0 0 0,0 0-1,0 1 1,0-1 0,0 0 0,-6 12-822,-13 13-1029,-36 32-6392,23-29 1552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06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1 300 8084,'0'0'3681,"190"-67"-3008,-114 34-49,6-6 128,-1-1-480,-8 4-47,-19 9-17,-20 8-208,-22 4 48,-12 6-96,0 3-561,0 3-1760,-18-3-1440,-10 6-3011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12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143 350 5042,'0'0'1975,"-1"-9"-1682,-2-3-104,2 6 167,-1 0 1,1 0 0,1 0-1,-1-12 1,2 17-226,-1 0 1,1 0 0,-1 0 0,1 0-1,0 0 1,-1 0 0,1 0-1,0 0 1,0 0 0,0 1 0,0-1-1,0 0 1,-1 1 0,1-1 0,1 0-1,-1 1 1,0-1 0,0 1-1,0 0 1,0-1 0,0 1 0,0 0-1,2-1 1,33-6 639,-33 7-627,85-16 1012,-1-3-1,93-34 0,158-86-784,-261 108-270,-74 29-90,-2 1-3,1 1 1,-1 0 0,0-1 0,0 1-1,1 0 1,-1 0 0,0 0 0,1 0 0,-1 0-1,0 0 1,1 1 0,-1-1 0,0 0 0,0 1-1,1-1 1,-1 0 0,0 1 0,0 0-1,0-1 1,0 1 0,0 0 0,0 0 0,2 1-1,9 14 321,-1 0 0,17 33-1,-4-5 122,14 25 103,46 119 1,12 91-162,-92-264-380,0 0 0,-1 0 0,0 1 1,-1-1-1,-1 0 0,-1 1 0,0-1 0,-3 22 0,1-31 12,0 0 1,-1 1-1,0-1 0,0 0 0,0-1 0,-1 1 0,1-1 0,-9 10 0,-41 39 194,31-35-106,-2 0-1,-27 15 1,16-10 15,-225 131 687,175-110-672,-135 49 1,198-87 43,0-1 0,0 0 0,-1-2-1,1 0 1,-34 0 0,55-4-165,0 0 0,0-1 0,0 1 0,0 0 0,0-1 0,0 1 0,0-1 1,0 1-1,0-1 0,1 1 0,-1-1 0,0 1 0,0-1 0,1 0 0,-1 0 0,0 1 0,1-1 0,-2-1 0,-10-20 114,8 15-94,-100-192 371,-58-99-13,154 285-361,1 0 1,0-1-1,1-1 0,0 1 0,1-1 0,1 1 0,0-1 0,1-1 0,1 1 0,0 0 0,1-30 0,1-30-54,0 74-3,16 6-9490,-13-4 8378,11 8-5898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3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1855 7587,'0'0'9053,"0"0"-9006,0 0 0,0 0 0,-1 0 0,1 0-1,0 0 1,0 0 0,-1 0 0,1 0 0,0 0 0,0 0 0,-1 0 0,1 0 0,0 0 0,0 0 0,-1 0 0,1 0 0,0 0 0,0 0 0,-1 0 0,1 0 0,0 0 0,0 0 0,0-1 0,-1 1 0,1 0 0,0 0 0,0 0 0,0 0 0,-1-1 0,1 1 0,0 0 0,0 0 0,4-5 330,0 0 1,0 1-1,0 0 1,1 0-1,0 0 1,0 1-1,6-4 1,1-1 51,272-223 2621,-106 80-2271,208-146 439,-185 144-814,358-223 81,-388 268-290,78-42-80,-110 69 248,173-132-1,-298 198-38,-12 13-283,-1 0-1,0 1 0,0-1 0,1 1 0,-1-1 0,1 1 1,0 0-1,-1 0 0,4-2 0,2-2 166,-5 4-127,-1-1-1,1 1 1,0 0 0,-1 0-1,1 1 1,0-1 0,-1 0-1,1 0 1,0 1 0,0-1-1,2 0 1,-3 1-105,-1 0 1,0 0-1,0 0 1,0 0-1,0-1 0,0 1 1,1 0-1,-1 0 0,0 0 1,0 0-1,0 0 1,1 0-1,-1-1 0,0 1 1,0 0-1,0 0 1,0 0-1,1 0 0,-1 0 1,0 0-1,0 0 0,1 0 1,-1 0-1,0 0 1,0 0-1,0 0 0,1 0 1,-1 0-1,0 0 1,0 0-1,0 0 0,1 1 1,-1-1-1,0 0 1,0 0-1,0 0 0,0 0 1,1 0-1,-1 0 0,0 0 1,0 1-1,0-1 1,0 0-1,0 0 0,1 0 1,-1 0-1,0 1 1,0-1-1,0 0 0,-1 5-369,1 1-1,-1-1 0,-1 0 1,1-1-1,-1 1 0,0 0 1,0 0-1,0-1 0,-1 1 1,1-1-1,-1 0 1,0 1-1,-1-2 0,-4 6 1,5-4 28,-61 67-5569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3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25646,'2955'0'0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09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325 276 3089,'0'0'4128,"-8"-29"-2920,-20-96-106,26 113-659,0 0 0,0-1 1,1-23-1,1 32-160,0 0 0,0 0 0,-1-1 0,1 1 0,-1 0 0,0 0 0,-2-6 0,3 9-238,0 1 1,-1-1 0,1 1 0,0-1 0,-1 0 0,1 1 0,-1-1 0,1 1 0,0-1 0,-1 1 0,1 0 0,-1-1 0,0 1 0,1-1 0,-1 1 0,1 0 0,-1-1 0,1 1-1,-1 0 1,0 0 0,1 0 0,-1-1 0,0 1 0,1 0 0,-1 0 0,0 0 0,1 0 0,-1 0 0,0 0 0,1 0 0,-1 0 0,0 0 0,1 1 0,-1-1 0,0 0-1,-2 1-26,-1 0-1,1 0 1,0 1-1,0-1 0,0 1 1,1-1-1,-4 4 0,-17 15 3,0 1 0,2 1-1,1 1 1,0 1-1,2 1 1,-24 43-1,33-52-15,0 2-1,1-1 1,1 1-1,1 0 0,0 0 1,1 1-1,1-1 0,1 1 1,1 0-1,0 34 0,2-50-4,0 1-1,0-1 0,0 1 1,0-1-1,1 0 0,0 1 0,0-1 1,0 0-1,0 1 0,0-1 0,1 0 1,-1 0-1,1 0 0,0 0 0,0 0 1,0 0-1,0-1 0,1 1 0,2 2 1,1-1-1,1 1 0,1-1 0,-1 0 0,1 0 1,-1-1-1,1 0 0,9 2 0,7 0-26,1 0 0,-1-2 0,1 0 0,0-2 0,26-2 0,-22 1-163,-19 0-144,-1 0 0,1 0-1,-1-1 1,1 0 0,-1-1 0,1 0-1,-1-1 1,0 0 0,0 0 0,15-8 0,23-21-3425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1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8260,'0'0'1512,"15"7"-1477,-14-6-34,16 7 7,0 0 1,0 2 0,-1 0 0,0 1 0,18 16 0,2 6 25,-14-15-42,-2 1 0,0 1 0,28 37 0,-46-55-36,0 1-1,-1 0 1,1-1 0,-1 1-1,0 0 1,0 0-1,0-1 1,0 1 0,0 0-1,-1 0 1,1 0-1,-1 0 1,0 4 0,-4-7-20,-1 0 112,0-1 0,0 1 0,0-1 0,1-1 0,-1 1 0,0-1 0,0 1 0,1-2 0,-1 1 0,1 0 0,0-1 0,0 0 0,-1 0 1,2 0-1,-1 0 0,0-1 0,1 1 0,0-1 0,-1 0 0,2 0 0,-4-5 0,1 0 120,0 1 0,1-1 0,0 0 0,0 0 0,1 0 0,0-1 0,1 1 0,0-1 0,1 1 0,-1-18 0,2 24-133,0-8 36,0 0 0,1-1 0,3-20 0,-3 28-72,1 1 1,-1-1-1,1 0 0,-1 1 0,1-1 0,0 1 0,0 0 1,1 0-1,-1 0 0,1 0 0,-1 0 0,1 0 0,0 0 1,6-4-1,-3 4-138,-1-1 0,0 1 0,1 0 0,0 0 0,0 1 0,-1-1 0,1 1 0,1 1 0,-1-1 0,0 1 0,7 0 0,-12 16-530,-2 22 585,3 41 165,-2-77-79,1 1 1,0 0-1,-1-1 1,1 1-1,0-1 1,0 1-1,0-1 1,0 0-1,1 1 1,-1-1-1,0 0 1,0 0-1,1 0 1,-1 0-1,1 0 1,-1 0-1,1 0 1,-1 0-1,1 0 1,0-1-1,-1 1 1,4 0-1,48 11 40,-38-9-24,23 4 64,-20-4-47,0 1 0,-1 0 0,1 1 0,29 13-1,-44-17-32,0 1-1,-1-1 1,1 1-1,0 0 0,-1 0 1,1 0-1,-1 0 1,0 0-1,1 1 0,-1-1 1,0 1-1,0-1 0,-1 1 1,1 0-1,-1 0 1,1 0-1,-1 0 0,0 0 1,0 0-1,0 0 0,0 0 1,-1 0-1,1 0 1,-1 0-1,0 1 0,0 5 1,-1-6 13,0-1 0,0 1 1,0 0-1,0 0 0,0 0 1,-1-1-1,1 1 0,-1 0 0,0-1 1,0 1-1,0-1 0,0 0 1,0 0-1,0 0 0,-1 0 1,1 0-1,-1 0 0,1-1 0,-1 1 1,-5 1-1,2 1-160,-1-1-1,1 0 1,-1-1 0,0 1-1,0-1 1,0-1-1,0 1 1,-9 0 0,16-2 93,-1 0 1,1 0-1,0 0 1,-1 0-1,1-1 1,0 1-1,-1 0 1,1 0-1,0 0 1,-1 0-1,1 0 1,0 0-1,-1-1 1,1 1-1,0 0 1,-1 0-1,1-1 1,0 1-1,0 0 1,-1 0-1,1-1 1,0 1-1,0 0 1,0-1 0,-1 1-1,1 0 1,0-1-1,0 1 1,0 0-1,0-1 1,0 1-1,0 0 1,0-1-1,-1 1 1,1-1-1,0 1 1,0 0-1,0-1 1,1 1-1,-1 0 1,0-1-1,0 1 1,0 0-1,0-1 1,0 1-1,0-1 1,1-4-587,-1-23-2384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10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1 512 1921,'0'0'7171,"5"-10"-6298,15-30-705,-17 46-149,-3-3-6,0-1 0,1 0 0,-1 0 0,1 0 0,0 1 0,-1-1 0,1 0 0,0 0 0,1 0 0,-1 0 0,0-1 0,0 1 0,1 0-1,-1 0 1,3 1 0,3-1 49,0 0 0,1 0-1,-1-1 1,1 0 0,-1 0-1,1 0 1,-1-1 0,13-2-1,9 1 86,-7 1-65,35-5 1,-52 5-75,0-1 0,0 0 0,0 0 1,0-1-1,0 1 0,0-1 0,0 0 1,0-1-1,-1 1 0,1-1 0,-1 0 1,0 0-1,5-4 0,-8 6 14,0 0 0,-1 1 0,1-1 1,0 0-1,-1 0 0,1 1 0,-1-1 0,1 0 0,-1 0 0,1 0 0,-1 0 0,1 0 1,-1 0-1,0 0 0,0 0 0,1 0 0,-1 0 0,0 0 0,0 0 0,0 0 0,0 0 0,0 0 1,0 0-1,-1 0 0,1 0 0,0 0 0,0 0 0,-1 0 0,1 1 0,0-1 0,-1 0 0,1 0 1,-1 0-1,0 0 0,1 0 0,-1 1 0,1-1 0,-1 0 0,0 0 0,0 1 0,1-1 1,-1 1-1,-2-2 0,-3-1 65,0 0 0,0 0 0,0 0 1,0 1-1,-7-2 0,11 3-91,-19-4 204,14 3-122,0 1 0,0-2 0,0 1-1,-12-6 1,18 7-75,1 0 0,-1 1 0,1-1 0,-1 0 1,1 1-1,-1-1 0,1 0 0,-1 0 0,1 0 0,0 1 0,-1-1 0,1 0 0,0 0 0,0 0 0,0 0 1,0 0-1,-1 0 0,1 1 0,0-1 0,0 0 0,1 0 0,-1 0 0,0 0 0,0 0 0,0 0 0,1 1 0,-1-1 1,0 0-1,2-1 0,12-24-50,37-24-331,-38 40 309,-1-1 0,-1-1 1,1 0-1,-2 0 0,0-1 0,11-20 0,-3 63-53,-14-25 129,0 1 0,1 0 0,-1-1 0,1 0 0,0 0-1,1 0 1,-1-1 0,1 0 0,0 0 0,0 0 0,0 0 0,1-1 0,-1 0 0,1-1 0,0 0 0,10 3 0,7-1 25,0-1 0,0-1 0,35-2 0,-39 0-14,-14 0-15,0 0 0,0 0 0,0 0 0,0-1 0,-1 0 0,1-1 0,0 1 0,-1-1 0,1 0-1,-1 0 1,0-1 0,6-3 0,-8 4 3,0-1 0,-1 1-1,1-1 1,-1 1 0,0-1-1,1 0 1,-1 0 0,-1 0-1,1 0 1,0 0 0,-1-1-1,1 1 1,-1-1 0,0 1-1,0 0 1,-1-1 0,1 0-1,-1 1 1,0-1 0,0-6-1,1 4 90,-1-1 0,0 0 0,-1 0 0,1 0-1,-1 0 1,-1 0 0,1 0 0,-1 1 0,0-1 0,-1 1-1,1-1 1,-1 1 0,-1 0 0,1 0 0,-1 0 0,0 1-1,0-1 1,-1 1 0,0 0 0,0 0 0,-6-4 0,-1-1 202,-10-10 545,22 20-839,0 0-1,0 0 1,0 0 0,0 0 0,0 0 0,-1 0 0,1 0 0,0-1-1,0 1 1,0 0 0,0 0 0,0 0 0,0 0 0,0 0 0,0 0-1,0 0 1,0 0 0,0 0 0,0 0 0,0-1 0,0 1 0,0 0 0,0 0-1,0 0 1,0 0 0,0 0 0,0 0 0,0 0 0,0 0 0,0 0-1,0 0 1,0-1 0,0 1 0,0 0 0,0 0 0,0 0 0,0 0-1,0 0 1,1 0 0,-1 0 0,0 0 0,0 0 0,0 0 0,0 0-1,0 0 1,0 0 0,0-1 0,0 1 0,0 0 0,0 0 0,0 0 0,0 0-1,1 0 1,-1 0 0,0 0 0,0 0 0,0 0 0,0 0 0,0 0-1,0 0 1,0 0 0,0 0 0,0 0 0,1 0 0,-1 0 0,0 0-1,0 0 1,0 0 0,26-2-41,0 1 0,32 2 0,-2 1 35,50-3-1044,192-25-1,-281 22 566,-17 4 462,0 0 0,-1 0 0,1 0 0,0 0 0,0 0 0,0 0 0,0 0 0,0 0 0,0 0 0,0 0 0,0 0 0,0 0 0,0 0 0,0-1 0,0 1 0,0 0 0,0 0-1,0 0 1,0 0 0,0 0 0,0 0 0,0 0 0,0 0 0,0 0 0,0 0 0,1 0 0,-1 0 0,0 0 0,0 0 0,0 0 0,0 0 0,0 0 0,0 0 0,0 0 0,0 0 0,0 0 0,0 0 0,0 0 0,0-1 0,0 1 0,0 0 0,0 0 0,0 0 0,0 0 0,-24 0-1665,20 0 1600,-47 0-2812,-16 0-1649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1940 306 10213,'0'0'7099,"-8"-24"-6277,-27-75 42,33 94-744,0-1 0,0 1 0,-1 0-1,1 1 1,-6-7 0,-8-1 443,5 7-290,-157-90 2969,155 89-3084,1 1 1,-2 0-1,1 1 1,0 1-1,-1 0 1,-14-2-1,-82 2 339,85 3-457,13 0 0,0 1-1,0 0 1,1 0 0,-1 2-1,0-1 1,-14 6-1,6 1 69,1 0 0,-30 19-1,9-1 35,1 1 0,1 2 0,2 2 0,1 2 1,2 1-1,-35 47 0,13-6 76,4 2 0,-54 107 0,-130 313 436,216-448-617,1 1 1,-17 93-1,-4 110 85,20-110-92,14-112-29,-34 244 50,22 5-10,16 160 56,3 486 206,3-696-151,1 158 147,-6 632 560,-2-981-782,-8 46 0,0-6-47,-1 63 139,-29 258 268,28-305-208,0 143 1,12-239-230,-1 1-1,1-1 1,0 0 0,-1 0 0,1 0-1,-1 0 1,1 0 0,-1 0 0,1 0 0,0 0-1,-1 0 1,1 0 0,-1 0 0,1 0-1,-1 0 1,1 0 0,-1 0 0,1 0 0,0 0-1,-1 0 1,1-1 0,-1 1 0,0 0-1,-3-3-60,0 1-1,0-1 0,0 0 1,0 0-1,1 0 0,-1 0 1,1 0-1,0-1 0,0 0 0,0 1 1,0-1-1,-3-8 0,-4-2-203,-100-176-4804,44 61-760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50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881 5 5122,'0'0'3986,"-19"-1"-3940,-59-3-25,73 4 4,0 0 1,0 1-1,0-1 0,-1 1 1,1 0-1,0 0 0,0 1 1,0 0-1,0-1 0,1 2 1,-1-1-1,0 0 0,1 1 1,-1 0-1,-5 5 0,-10 6 119,-156 104 869,149-97-1016,1 2 0,1 0 0,1 2 0,-25 32 0,15-8-364,2 2 1,-48 103-1,-31 119-2647,80-190 1472,-34 84-3524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00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9780,'0'0'1260,"19"-26"-737,64-87 269,-65 91-452,0 2 0,2 0 0,38-30-1,-38 34-41,36-37 1,-53 48-273,-2 4-26,-1 1 1,1-1-1,-1 0 0,1 0 1,-1 1-1,1-1 0,0 0 1,0 0-1,-1 1 0,1-1 1,0 1-1,0-1 1,-1 1-1,1-1 0,2 0 1,-2 1-239,-9 11-5058,-18 11-1656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00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0 176 6387,'0'0'880,"155"-148"-2464,-125 121-2194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38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11141,'0'0'4608,"1"4"-4254,-1-2-190,1 0 0,0 0 0,0 0-1,-1 0 1,1 0 0,0 0-1,1 0 1,-1 0 0,0 0 0,1-1-1,-1 1 1,1 0 0,-1-1 0,1 1-1,0-1 1,-1 0 0,3 2-1,13 11 1186,1 6-272,-1 1 1,20 32 0,-5-7-416,57 76 436,176 222 250,-182-251-655,168 147-1,-216-212-660,1-2 0,2-1 1,0-2-1,2-2 0,0-1 0,2-2 1,0-2-1,0-2 0,1-2 0,46 7 1,-62-15-13,181 39 91,-185-36-100,0 1 0,0 1 0,-1 1 0,0 1 0,-1 1 0,35 25 0,237 224 60,-284-252-67,54 45 17,89 60 1,-39-33-15,-76-55-4,-27-20-1,0 0 0,0 1 1,-1 0-1,0 0 0,-1 1 1,10 11-1,-18-19-12,1 1 1,-1 0-1,1-1 0,-1 1 1,1 0-1,-1-1 0,0 1 0,1 0 1,-1 0-1,0 0 0,0-1 1,0 1-1,1 0 0,-1 0 1,0 0-1,0 0 0,0-1 1,0 1-1,0 0 0,0 0 1,-1 0-1,1-1 0,0 1 1,0 0-1,-1 0 0,1 0 1,0-1-1,-1 1 0,1 0 1,-1-1-1,1 1 0,-1 0 1,1-1-1,-1 1 0,1 0 1,-2 0-1,-2 2-303,-1 0-1,0 0 1,1 0-1,-10 3 1,7-2-219,4-3 275,-80 35-9758,33-20-2710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39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11285,'0'0'2369,"25"3"-1811,83 14 192,-101-16-616,1 0 0,-1 1 0,-1 0 0,1 0 0,0 1 0,0-1 0,-1 2 0,7 3 0,4 3 204,124 59 740,-122-62-946,-18-7-209,-1 0 0,1 0 0,-1 1 0,1-1 0,-1 0 0,1 0 0,-1 0 0,1 0 0,0 0 0,-1 0 0,1 0-1,-1 0 1,1 0 0,-1 0 0,1 0 0,-1 0 0,1 0 0,-1 0 0,1 0 0,-1 0 0,1-1 0,-1 1 0,1 0 0,-1 0 0,1-1 0,-1 1 0,1 0 0,-1-1 0,1 1 0,-1-1 0,0 1 0,1 0 0,-1-1 0,0 1 0,1-1 0,-1 0-1,4-28-3483,1-9-3437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3:3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14038,'0'0'3106,"6"182"-3090,-6-121-16,-12 2-432,-30 4-2258,-10-1-8739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00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5635,'0'0'4642,"-4"24"-1652,3-24-2991,-2 2 443,2 9 641,1-9 421,0-2-1482,-2 0 18,-7 15-2164,4-9-989,-3-3-2789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03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48 2497,'0'0'5952,"-13"-7"-5328,-44-21-37,54 26-431,-1 0 0,0 0 0,1 1-1,-1 0 1,0 0 0,0 0 0,0 0-1,0 0 1,0 1 0,0 0 0,-1 0-1,1 0 1,-6 1 0,-8 0 158,4-2-106,0 1 1,1 1-1,-1 0 0,0 1 1,0 0-1,1 1 0,-1 0 1,1 2-1,0-1 0,-13 7 1,-2 6 32,0 0 0,1 2 1,1 0-1,1 2 1,0 1-1,2 1 0,-24 31 1,33-37-149,1 1 0,2 0 1,-1 1-1,2 1 1,1-1-1,0 1 1,1 1-1,2 0 0,0 0 1,1 0-1,-4 36 1,8-37 6,0 0 0,1 0 1,6 36-1,-4-47-79,0 0 0,0 0 0,1 0 0,0-1 0,1 1 0,0-1 0,0 0 0,1 0 0,0-1 0,9 11 0,-4-7-7,1 1 1,0-2-1,1 1 0,1-2 1,-1 0-1,2 0 1,-1-1-1,1-1 0,0 0 1,0-1-1,1 0 0,0-1 1,0-1-1,0-1 1,1 0-1,-1-1 0,30 1 1,-25-3-2,1 0-1,-1-1 1,30-6 0,-38 4-11,0-1 1,0 0 0,0-1-1,0 0 1,-1 0 0,18-13-1,-9 6 8,0-2 0,-1 0 0,-1-2 0,-1 0 0,0 0 0,-1-2 0,19-26 0,-2-12 57,-3 0 0,34-93 0,-60 141-60,3-15 158,0 1 0,-2-1 0,0-1 1,-1 1-1,-2-1 0,0 1 0,-3-30 0,1 47-120,-1 1 0,1-1 0,-1 1 0,-1-1 0,1 1 0,-1-1 1,0 1-1,0 0 0,0 0 0,-1 0 0,0 0 0,0 0 0,0 1 0,-1-1 0,1 1 0,-1 0 0,0 0 1,0 0-1,-1 0 0,1 1 0,-1 0 0,0 0 0,1 0 0,-7-2 0,-2-1 18,-1 0-1,1 1 0,-1 1 1,0 0-1,0 1 0,0 1 1,-1 0-1,-21 0 1,25 2-49,-3-1-17,0 1 0,0 0 0,0 1 0,0 1 0,0 0 0,0 1 0,1 0 0,-1 1 0,-15 7 0,2 4-1471,-34 27-1,41-28-1758,-2 2-5475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04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8404,'0'0'2790,"0"0"-2659,1 0 0,-1 0 0,0 0 0,1 0 0,-1 0 0,1 0 0,-1 0 0,0 0 0,1 0 0,-1 1 0,1-1 0,-1 0 0,0 0 0,1 0 0,-1 1 0,0-1-1,1 0 1,-1 0 0,0 1 0,0-1 0,1 0 0,-1 1 0,0-1 0,1 1 0,0 1-133,1 2-95,0-1 0,1 1 0,-1 0 0,1-1-1,0 1 1,0-1 0,0 0 0,0 0 0,1 0 0,-1-1 0,1 1 0,-1-1 0,1 0 0,0 0 0,5 2 0,33 6-3924,8 0-3847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0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3938,'0'0'4826,"6"-1"-3528,-4 2-1178,-7 1 591,-25 8-6017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1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7027,'0'0'705,"112"0"-994,-73 0-1712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1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8564,'-1'1'12610,"-2"9"-13079,2-9 262,1 0-1,-1 0 0,1 0 0,-1 0 0,1 0 0,-1 0 0,1-1 0,-1 1 0,0 0 0,1 0 1,-1 0-1,0-1 0,-1 2 0,-27 13-5181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2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2385,'0'0'5154,"21"0"-4833,-18 0-193,3 0-513,0 0-1407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2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6787,'0'0'0,"245"173"-2977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3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8628,'0'0'4626,"124"27"-4482,-118-24-80,0-3 96,-6 3-160,-18-3-1008,-16 0-3666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29 115 5475,'0'0'5669,"0"-7"-4599,-3-23 66,3 29-990,-1 0 0,1 1 0,-1-1 0,1 1 0,-1-1 0,1 0 0,-1 1 0,1-1 0,-1 1 0,1 0 1,-1-1-1,0 1 0,1-1 0,-1 1 0,0 0 0,1 0 0,-1-1 0,0 1 0,1 0 0,-1 0 0,0 0 0,0 0 0,1 0 0,-1 0 0,0 0 0,-1 0 0,-6 0 1181,12 1 708,0-1-1973,83 0 1045,88-12-1,-140 8-979,45-1 0,-79 5 337,-5 0-288,-6 1-136,1 0-1,-1 1 1,1 0-1,0 1 1,0 0-1,0 1 1,-10 5-1,-15 5 3,-175 51 40,178-60-23,30-5 27,2 0 66,1 0-126,1-1 0,-1 1 1,0-1-1,1 1 1,-1-1-1,0 0 1,1 0-1,-1 0 1,0 0-1,0 0 1,0 0-1,2-2 1,8-4 45,61-30 147,131-45-1,-167 74-167,-31 7-31,0 0 1,-1 0-1,1-1 1,-1 1-1,7-4 1,-10 4 283,-13 1-112,-2 1-195,-1 0 0,1 1-1,0 0 1,-1 1 0,-18 6 0,-63 31-494,-4 1-8095,61-31-6815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8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12886,'0'0'4196,"28"-21"-4113,90-62 11,-110 77-64,1 0 0,1 0 0,-1 1 0,1 0 0,0 1 0,16-5 1,-7 3 72,45-15 938,-63 20-801,-6 8 211,-9 6-317,-1-1 1,-1 0-1,-29 17 0,-60 26-49,79-42-59,78-43 542,-29 15-463,1 1 0,0 2-1,32-12 1,-42 19-56,4-1 237,-32 18-84,-18 8-46,-69 29 0,95-45-146,12-11-283,11-8-663,-1 11-4671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29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8 104 10757,'0'0'6787,"-4"-2"-6566,4 2-216,0 0 0,0 0 0,0 0 0,0-1 0,-1 1 0,1 0 0,0 0 0,0 0 0,0 0 0,0 0 0,-1 0 0,1 0 0,0 0 0,0-1 0,0 1 0,0 0-1,0 0 1,0 0 0,-1 0 0,1-1 0,0 1 0,0 0 0,0 0 0,0 0 0,0 0 0,0-1 0,0 1 0,0 0 0,0 0 0,0 0 0,0 0 0,0-1 0,0 1-1,0 0 1,0 0 0,0 0 0,0-1 0,0 1 0,0 0 0,0 0 0,0 0 0,0 0 0,0-1 0,1 1 0,-1 0 0,0 0 0,0 0 0,0 0 0,0-1 0,0 1-1,0 0 1,1 0 0,-1 0 0,0 0 0,18-9 264,46-7 321,-21 5-18,7-5 165,-16 4 42,1 2-1,45-8 1,-45 17 56,-35 1-691,-14 6-8,-44 29-73,17-10-29,-66 29 0,67-38-18,-58 14 0,96-30 5,10 0 41,9-1-29,0-1 0,-1-1 0,22-6 0,34-5 51,-2 10-223,-71 8-779,1-3 714,-1 1 0,0-1 1,0 1-1,0-1 0,0 1 0,0-1 0,0 1 0,0-1 0,-1 0 1,1 0-1,-2 2 0,-42 20-3747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5:02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1203 10 10725,'0'0'6355,"0"0"-6134,0-1 0,-1 1-1,1-1 1,0 1 0,0-1 0,0 1 0,0-1 0,0 1 0,-1 0 0,1-1-1,0 1 1,0-1 0,-1 1 0,1 0 0,0-1 0,-1 1 0,1 0 0,0-1 0,-1 1-1,1 0 1,0 0 0,-1-1 0,0 1 0,-11 0 148,0 0 1,0 2-1,0-1 0,0 1 0,1 1 1,-21 7-1,-43 13 780,40-12-686,0 0-1,-63 32 1,-294 159 1394,361-185-1682,-21 10 97,2 2-1,-52 40 0,87-57-219,1 0 0,0 1 0,1 1 0,1 0 0,0 0 0,1 2 0,0-1 0,1 1 0,1 1 0,-13 30 0,-2 14 121,-14 38 164,34-84-275,0 0 1,1 1-1,1-1 0,-2 29 1,3 43 159,3 98 142,-1-174-336,1 0 0,0 1 0,1-1 0,0 0-1,1-1 1,0 1 0,1 0 0,9 15-1,55 75 101,-62-92-121,43 62 5,-29-38-5,2-1 0,1-2 0,29 29 0,-45-51-6,1-1 0,0 1 0,0-1-1,0-1 1,1 0 0,0-1 0,0 1 0,1-2 0,-1 0 0,1 0 0,0-1-1,0 0 1,0 0 0,22 0 0,148-3-1,-169-1 0,1 0 0,-1-1 0,-1-1 0,1 0 0,21-9 0,56-32 0,-66 32 0,-1 0 0,-1-1 0,-1-1 0,0-1 0,23-22 0,62-75 0,-40 40 0,-44 49 0,-1-2 0,-2 0 0,0-1 0,-2 0 0,-1-2 0,17-40 0,-26 52 0,-1 0 0,-1 0 0,-1-1 0,0 1 0,1-22 0,-3-86 0,-2 61 0,0 38 0,-1 0 0,-2 0 0,0 0 0,-1 0 0,-1 1 0,-2 0 0,0 0 0,-19-36 0,-10-7 0,-67-92 0,71 111 0,28 40 10,-1 1-1,0 0 1,0 0-1,0 0 1,-1 1-1,-13-11 1,18 16-20,0 0 1,1 0-1,-1 0 1,0 0-1,0 0 1,0 0-1,-1 0 0,1 0 1,0 1-1,0-1 1,0 1-1,0 0 1,0 0-1,-1 0 1,1 0-1,0 0 1,0 0-1,0 0 1,-1 1-1,1-1 1,0 1-1,0-1 1,0 1-1,0 0 0,0 0 1,0 0-1,0 0 1,0 0-1,0 1 1,1-1-1,-1 0 1,0 1-1,1-1 1,-3 4-1,-9 14-929,0 1-1,2 0 0,0 1 1,-8 25-1,17-43 764,-36 93-7097,-3 8-7926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5:03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831 250 4210,'0'0'10258,"5"-27"-8484,13-85-120,-17 106-1340,0-1-1,0 1 1,0 0-1,-1 0 1,0 0-1,0-1 1,-1 1 0,-2-11-1,2 15-192,0 0 0,0 0 0,-1 0 0,1 0 1,-1 0-1,0 1 0,1-1 0,-1 1 0,0-1 0,0 1 0,0-1 0,0 1 0,0 0 0,0 0 1,-4-1-1,-2-1 129,0 0 0,0 0 0,-1 1 0,1 0 0,0 0 0,-1 1 0,-10 0 0,-64 3 1126,74-2-1260,-8 2 101,0 1 1,0 1-1,1 0 0,-1 1 0,1 1 1,0 0-1,-23 14 0,-7 6 320,-47 36 0,55-35-373,1 2-1,1 1 1,2 2 0,-58 70 0,77-82-130,1 0 0,1 0 0,1 1 1,1 1-1,1 0 0,1 1 1,1 0-1,1 0 0,1 1 0,1-1 1,-3 30-1,5-17 14,1 1 0,6 60 0,-2-83-33,1 0 0,1-1 0,0 1 0,0-1 0,2 0 0,-1 0 0,15 21 0,-1-5 20,45 52-1,-47-62-36,1 0 0,1-2 0,1 0-1,27 18 1,-36-28 1,0 0 0,0-1 0,1-1 0,0 0 0,0 0 1,0-1-1,0 0 0,1-1 0,0-1 0,17 1 0,112-5 23,-124 1-17,0-2 1,-1 0-1,1-1 0,-1-1 0,30-13 0,-21 6-1,-1-2-1,0 0 1,-1-2-1,-1 0 1,-1-2-1,0 0 1,31-36-1,-38 37 3,-2 0-1,0-1 1,-2-1-1,0 0 1,0 0-1,-2-1 0,-1-1 1,0 1-1,-1-1 1,5-32-1,-6 3 16,-2 0-1,-3-59 0,-1 63-14,0 33 1,0-1 0,-1 1-1,0-1 1,-1 1 0,-1 0 0,0 0-1,-1 0 1,0 0 0,-1 0 0,0 1-1,-1 0 1,-1 0 0,0 1 0,0-1-1,-1 1 1,-11-11 0,8 10-46,0 1 0,0 1 0,-1-1 0,-1 2 0,-15-10 0,22 16-19,0 0 0,-1-1-1,0 2 1,1-1-1,-1 1 1,0 0-1,0 1 1,0-1 0,0 2-1,-1-1 1,1 1-1,0 0 1,-11 1 0,15 0-129,1 0 0,0 0 0,-1 0 0,1 0 0,0 0 0,0 0 0,-1 1 0,1-1 0,0 1 0,0 0 0,1-1 0,-1 1 0,0 0 0,1 0 0,-1 0 1,1 0-1,-1 1 0,1-1 0,0 0 0,-2 5 0,-2 3-767,-24 45-5390,-9 12-5499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5:04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63 11669,'0'0'3650,"0"-4"-2860,1-4-284,-1 2 458,1 1 0,-1-1 0,0 1 0,0 0 0,0-1 0,-2-7 0,0 12-840,1 1-1,-1-1 1,0 0 0,1 1 0,-1 0 0,0-1 0,1 1 0,-1 0 0,0 0-1,0 0 1,1 0 0,-1 0 0,0 0 0,-2 1 0,-2-1 96,0 0-131,-24 0 471,-36 4 1,55-2-450,0 0 1,0 1-1,0 0 1,0 1-1,1 0 1,-16 8-1,6 0 8,0 1 0,1 0-1,0 1 1,1 1 0,1 1 0,0 1-1,1 0 1,1 1 0,-21 31-1,21-26-60,-39 61 162,47-71-165,0 1 0,1-1 0,1 1 0,-7 22 0,2 5 64,2 1 0,1 1 1,-1 65-1,8-103-108,0-1-1,1 1 1,0 0-1,-1-1 0,1 1 1,1-1-1,-1 0 1,1 1-1,0-1 1,0 0-1,2 4 0,4 3 7,0 0-1,15 15 0,0-2-10,1-1 0,1-1 0,44 30 0,-56-44-4,0 0 0,0-1 0,1-1 0,0 0 1,0 0-1,0-2 0,1 1 0,0-2 0,0 0 0,19 1 1,-12-3-8,1-1 1,26-4 0,-41 3 2,-1-1 1,1 1-1,-1-2 1,1 1-1,-1-1 1,0 0-1,0 0 1,0-1-1,0 0 1,7-6-1,4-6 18,1-1 0,-2-1 0,0-1 0,-2 0 0,0-1 0,25-44 0,-16 16 11,-2-1 0,20-62-1,-34 80 0,-1 1 0,-1-1 0,-2 0 0,-1 0 0,-1-1 0,-4-42 0,2 71-24,-1-1 1,1 0 0,-1 1-1,0-1 1,0 0 0,0 1-1,-1-1 1,1 1 0,-1 0-1,0-1 1,0 1 0,0 0-1,-4-5 1,1 3 7,1 0 0,-2 1 0,1-1 0,-1 1 0,1 0 0,-13-5 0,3 2-83,-1 1-1,0 0 1,0 1-1,0 1 1,-25-3-1,-4 3-720,23 2-916,0 0 1,-38-10 0,7-5-4193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5:14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1303 25 10165,'0'0'2956,"0"-3"-2596,0-18 1734,-26 21 1089,-11 2-2411,0 2 1,0 2-1,-53 14 1,-20 4-104,26-9-93,-160 5 1,-199-20 220,433 0-790,1 1 0,-1 0 0,0 1 0,0 0 0,1 0 0,-1 1 0,1 0 0,0 1 0,0 0 0,0 1 0,0 0-1,1 0 1,0 0 0,-15 14 0,21-17-4,0 1-1,0 0 1,0 0-1,0 0 1,0 0-1,0 0 1,1 0-1,-1 0 0,1 1 1,0-1-1,0 0 1,0 1-1,1-1 1,-1 7-1,0 9 64,2 30 0,0-19 19,0-11 7,1 0-1,1-1 1,9 33 0,3 21 72,8 215 419,-21 2 63,-1-33-48,19 484 280,37 47-260,-8-159-369,-32 600-204,-19-842-39,17 60 36,21-24 22,-19 189 36,-18-440-74,1-123-19,-3 160 24,-1-150-2,-16 88 0,-5-28-8,-42 251 43,46-241-14,9-62-12,-16 55-14,1 0-24,11-41 14,8-44-8,-6 63 1,11-69-1,-1 0 0,-10 34 0,7-38-2,2 0 0,1 0 0,-2 36 1,6-61-6,0 1 1,0-1-1,0 0 1,0 0-1,0 0 1,0 0 0,0 1-1,0-1 1,1 0-1,-1 0 1,0 0 0,1 0-1,-1 0 1,2 2-1,-1-2 1,0-1 0,0 0 0,-1 1 0,1-1 0,0 0 0,0 1 0,0-1 0,0 0 0,0 0 0,0 0-1,0 0 1,0 0 0,0 0 0,1 0 0,7-1 5,33 1 82,61-8-1,162-12 136,-118 13-166,202-3-56,-340 11-2,-1 0 1,0 0-1,1 1 1,-1 0-1,0 0 1,8 4-1,-8-3 3,0 0 0,0-1-1,0 1 1,0-2 0,0 1 0,9-1-1,-8-1 27,-7 1-25,-1-1 1,1 0 0,-1 0-1,1 0 1,-1 0-1,1 0 1,0 0 0,-1 0-1,1-1 1,-1 1-1,1 0 1,-1-1 0,1 1-1,-1-1 1,1 0-1,-1 1 1,0-1 0,1 0-1,-1 0 1,0 0-1,0 0 1,0 0 0,1 0-1,-1 0 1,0-1-1,0 1 1,-1 0 0,1-1-1,0 1 1,0 0-1,-1-1 1,1 1 0,0-2-1,15-31 1,-1-1 0,-2 0 1,-2 0-1,-1-1 0,9-62 0,6-191 19,-23 246-23,9-340 29,-3 48-24,13-242 23,-16-18-53,-7 353 20,4-209-128,-4-468-266,-7 706 384,0-39 11,3-599-427,9 779 410,17-92 0,-1 4-30,-14 107 19,20-382-102,-24 390 127,2-11 7,-3-1 1,-2 1-1,-14-77 0,-54-234-14,56 260 5,-2-157 0,16-232-70,-2 471 77,-1 0 0,-1 0-1,-2 0 1,0 0-1,-1 1 1,-16-34 0,-14-51 34,30 88-43,-1 1 1,0 0-1,-2 1 0,0 0 0,-14-19 0,4 5 19,2 10 34,17 21-48,0 1 0,0 0 1,0 0-1,-1-1 0,1 1 1,0 0-1,-1 0 1,1 0-1,-1 0 0,1 1 1,-1-1-1,1 0 1,-1 1-1,-2-2 0,-3 2-589,-1 1 0,1 0 0,0 0 0,0 0 0,0 1-1,0 0 1,1 0 0,-1 1 0,0 0 0,1 0 0,0 0-1,-9 6 1,-15 9-4777,-6 0-2999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40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38 9380,'0'0'8372,"-3"-9"-7873,0 2-426,-5-14 102,8 21-172,0 0-1,-1 0 1,1 0-1,0 0 1,0 0-1,0 0 1,0 0-1,0 0 1,0 0-1,0 0 1,-1 0-1,1 0 1,0 0-1,0 0 1,0 0-1,0 0 1,0 0-1,0 0 1,0 0-1,0 0 1,-1 0-1,1 0 1,0 0-1,0 0 1,0 0-1,0 0 1,0 0-1,0 0 1,0 1-1,0-1 1,0 0-1,0 0 1,0 0-1,0 0 1,-1 0-1,1 0 1,0 0-1,0 0 1,0 0-1,0 1 1,0-1-1,0 0 1,0 0-1,0 0 1,0 0-1,0 0 1,0 0-1,0 0 1,0 1-1,0-1 1,0 0-1,0 0 1,0 0-1,1 0 1,-1 0-1,0 0 1,-2 23 254,43 476 4078,-18-302-3857,-20-163-439,9 140-51,-23-192-1794,-17-44-3221,3-1 1,-23-90 0,24 65-643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2:40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1 385 2625,'0'0'8025,"10"-28"-6451,36-89-555,-45 113-979,1 1-1,-1-1 1,1 1-1,0-1 0,1 1 1,-1-1-1,1 1 0,-1 0 1,1 0-1,0 1 1,0-1-1,0 0 0,0 1 1,0 0-1,1-1 1,-1 2-1,1-1 0,0 0 1,-1 1-1,7-2 0,7-4 79,125-54 645,95-46 141,-231 104-1084,1-1 1114,-10 14-146,-3 2-679,0 0-1,1 0 0,0 0 1,1 0-1,1 1 0,0 0 1,0-1-1,1 1 0,0 26 0,2-18 30,-1 0 26,1 0 0,2-1 0,0 1 0,6 25 0,12 19 91,-11-39-183,-1 1 0,-1 0-1,4 39 1,-10-50-45,2 10 91,-3 45-1,0-65-91,-1 1 0,0-1 1,0 1-1,0-1 0,-1 1 0,0-1 0,-1 0 0,1 1 1,-1-1-1,0-1 0,-8 11 0,2-5 15,-1-1 0,0 0 0,-1-1 1,0 0-1,-1 0 0,0-1 0,0-1 0,-1 0 0,-24 9 0,18-9-41,-1-1-1,1-1 1,-1-1 0,0-1-1,0 0 1,-25-1-1,42-2-52,1 0-1,-1 0 0,0 0 1,1 0-1,-1 0 0,1-1 1,-1 1-1,1-1 1,-1 0-1,1 0 0,-1 0 1,1 0-1,0 0 0,0 0 1,-1-1-1,1 1 0,0-1 1,-3-3-1,3 2-173,-1-1-1,2 1 0,-1-1 1,0 0-1,1 0 0,-1 1 1,1-1-1,1 0 0,-1-1 1,0 1-1,1-7 0,-2-51-3683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5:18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337 103 4946,'0'0'6595,"10"-16"-5343,30-51-52,-30 47 3624,-10 23-4176,-2 12-158,0 0 0,-1 0 0,-1 0 0,0 0 0,-1-1 0,-1 1 0,-9 15 0,-8 26 232,4-3-193,-89 283 1250,106-323-1676,-1 0 0,-1 0 0,0-1 0,-1 1 1,-12 22-1,14-34-137,0 0 0,0 0-1,0 0 1,-1-1 0,1 1 0,0-1 0,0 1 0,-1-1 0,1 0 0,0-1 0,-7 0 0,-1 0-614,-15 2-907,13 0-1305,-1-1 0,0 0 0,-14-3 0,9-5-4199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5:18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2289,'0'0'10423,"0"-5"-9203,0-18 20,0 18 2773,2 5-3277,1 1-539,0 0-1,0 1 1,0-1-1,0 1 1,0-1-1,0 1 1,-1 0 0,1 0-1,-1 0 1,4 4-1,26 30 761,-15-15-586,98 87 818,-82-80-901,-1 1 1,52 63-1,-81-88-280,0 0 0,-1 1 0,0 0 0,0-1-1,0 1 1,-1 0 0,0 0 0,0 0 0,1 8 0,-2-10-182,0 1 0,0-1 0,0 0 0,0 0 0,-1 0 0,1 1 0,-2 3 1,2-6-112,-1 0 0,1 1 0,-1-1 0,0 0 0,1 0 0,-1 1 1,0-1-1,0 0 0,0 0 0,0 0 0,0 0 0,0 0 1,0 0-1,0 0 0,0-1 0,-3 2 0,-23 6-8364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5:52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671 94 5330,'0'0'3607,"2"-2"-3158,7-6-330,-8 8 259,1-1-1,-1 0 0,0 0 1,0 0-1,0 0 0,0 0 0,0 0 1,0 0-1,0 0 0,-1 0 1,1 0-1,0 0 0,-1-1 1,1 1-1,-1 0 0,1-1 0,-1 1 1,1 0-1,-1-1 0,0 1 1,0 0-1,0-1 0,0-2 0,-2 4-317,0-1 0,0 0-1,0 1 1,0 0 0,0-1-1,0 1 1,0 0 0,0 0-1,0 0 1,-3 0 0,-3 0 81,-33-3 756,-1 1-1,-48 5 0,54 8-495,3-1-103,10-4-96,0 1 0,1 1 0,0 0 0,1 2 0,0 1 0,-31 21 0,-6 1 71,43-24-158,-1 0 1,1 1 0,1 1 0,-20 17-1,23-17 10,5-5-83,0 0 1,0 0 0,1 0 0,-1 1 0,2 0 0,-7 10 0,5-4 23,1 0-1,0 1 1,1-1 0,1 1 0,0 0 0,-2 24 0,5 88 241,1-59-246,-1-62-62,1 0 0,-1 1 0,1-1 0,0 0 0,0 0 0,1 0 0,0 0 0,0 0 0,0 0-1,0 0 1,1-1 0,-1 1 0,1-1 0,0 1 0,1-1 0,-1 0 0,1-1 0,0 1 0,0 0 0,0-1-1,8 5 1,-1-2 33,-6-4-20,0 1 1,0 0-1,0-1 0,1 0 0,-1 0 1,7 0-1,19 5 7,-24-6-15,1 1 1,0-1-1,12 1 1,117-2 54,-132 0-54,0-1 0,0 0 0,0 0 0,0-1 0,0 1 0,0-1 0,0 0 0,-1 0 0,1-1 0,-1 0 0,6-3 0,48-42 25,-46 37-30,4-4 27,0-2 0,-1 1 0,18-29-1,7-8-5,-17 24 12,26-45-1,-43 59-8,0 0 0,-1 0 0,-1-1 0,-1 1 0,0-1 0,1-25 0,-3-100 493,-2 75-250,1 63-247,0 0 0,0-1 0,0 1 0,0 0-1,-1 0 1,1 0 0,-1 0 0,0 0 0,0 0 0,0 0 0,0 1 0,0-1-1,-1 0 1,1 0 0,-1 1 0,0-1 0,0 1 0,0 0 0,-3-3 0,-8 0-91,3 3-5,4-1-412,-1-1 0,0 1 0,0 0 0,0 1 0,0 0 0,0 0 1,-12-1-1,-17-2-5342,-5 1-5703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09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55 4098,'0'0'10143,"0"-9"-9140,0-17-248,0 6 6353,-6 44-6092,-3 369 601,15-394-2572,-4-1 677,0 0 0,0 0 0,-1 0 1,1 0-1,-1-1 0,1 1 0,-1 0 0,0-1 1,0 1-1,1-6 0,4-8-1119,16-28-3477,-1 3-2660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0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37 7812,'0'0'7664,"5"-3"-7309,-4 3-333,0-1-1,0 1 1,0-1-1,0 1 1,0 0-1,0-1 1,0 1-1,0 0 1,0-1-1,0 1 1,0 0-1,0 0 1,0 0-1,0 0 1,0 0-1,0 0 0,0 0 1,0 1-1,1-1 1,-1 1 5,-1 1-1,1-1 1,-1 0 0,1 0-1,-1 0 1,1 1 0,-1-1-1,0 0 1,1 1 0,-1-1-1,0 0 1,0 1 0,0-1-1,0 0 1,0 1 0,-1-1-1,1 0 1,0 0 0,-1 1-1,1-1 1,-1 2 0,-15 62 929,8-40-233,2 2 0,1-1-1,-3 48 1,8-74-716,0 1-1,0-1 1,0 1 0,0-1 0,0 1 0,0-1-1,0 1 1,0-1 0,1 1 0,-1-1-1,0 1 1,0-1 0,1 1 0,-1-1 0,0 1-1,1-1 1,-1 1 0,0-1 0,1 0 0,-1 1-1,1-1 1,-1 0 0,1 1 0,-1-1-1,1 0 1,-1 0 0,1 1 0,-1-1 0,1 0-1,-1 0 1,2 0 0,18 1-17,-14-1 38,-1 0-20,0 0 1,0-1-1,0 0 0,0 0 1,0 0-1,0 0 1,0-1-1,-1 0 1,1 0-1,0 0 1,-1-1-1,0 1 1,0-1-1,0 0 1,0-1-1,0 1 0,0 0 1,-1-1-1,1 0 1,-1 0-1,0 0 1,-1 0-1,1 0 1,-1-1-1,3-6 1,1-3-2,-1 0 1,-1 0 0,0 0 0,-1-1 0,-1 0 0,0 1 0,0-27-1,-2 39-9,0 1-1,0-1 1,0 1-1,-1 0 1,1-1-1,-1 1 1,1-1-1,-1 1 1,1 0-1,-1-1 1,1 1-1,-1 0 1,0 0-1,0 0 0,0-1 1,0 1-1,0 0 1,0 0-1,0 0 1,0 0-1,0 1 1,0-1-1,-1 0 1,1 0-1,0 1 1,0-1-1,-1 1 1,1-1-1,-1 1 1,1-1-1,0 1 1,-1 0-1,1 0 0,-1 0 1,1 0-1,-1 0 1,-1 0-1,2-1-266,1 1 0,-1-1 1,1 1-1,-1-1 0,1 0 0,0 1 0,-1-1 0,1 0 0,0 0 0,-1 1 0,1-1 0,0 0 0,0 0 0,0 1 0,0-1 0,0 0 0,0 0 0,0 0 0,0 1 1,0-1-1,0 0 0,0 0 0,0 1 0,1-1 0,-1 0 0,0 0 0,0 1 0,1-1 0,-1 0 0,1 0 0,12-18-7980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10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9780,'0'0'5259,"-5"27"-4870,-17 87 220,9-54 94,11-53-550,0 1 1,0 0 0,1-1-1,0 1 1,1 9-1,0-17-150,0 0 0,0 1 0,0-1 0,0 0 0,0 0 0,0 1 0,0-1 0,0 0 0,0 0 0,1 0 0,-1 1 0,0-1 0,0 0 0,0 0 0,0 0 0,0 0 0,1 1 0,-1-1 0,0 0 0,0 0 0,0 0 0,1 0 0,-1 0 0,0 1 0,0-1 0,0 0 0,1 0 0,-1 0 0,0 0-1,0 0 1,1 0 0,-1 0 0,0 0 0,0 0 0,0 0 0,1 0 0,-1 0 0,0 0 0,0 0 0,1 0 0,-1 0 0,0 0 0,0-1 0,1 1 0,3 0 7,1 0 0,0 0 0,0-1-1,0 0 1,0 0-1,0 0 1,0 0-1,-1-1 1,1 0-1,0 0 1,-1 0-1,1 0 1,-1-1-1,0 0 1,0 0-1,0 0 1,0 0 0,-1 0-1,1-1 1,4-6-1,-3 3 11,-1 1-1,0-1 0,-1 0 1,0 0-1,0 0 1,0-1-1,-1 1 0,0 0 1,0-1-1,-1 0 1,0 1-1,0-14 0,-1 18 3,0 1-1,0-1 0,0 0 1,0 1-1,0-1 0,-1 0 1,1 1-1,-1-1 0,0 0 1,1 1-1,-3-4 0,2 4 3,-1 1 0,1 0 1,0 0-1,-1 0 0,1 1 0,-1-1 0,1 0 0,-1 0 1,0 1-1,1-1 0,-1 1 0,1-1 0,-1 1 0,0 0 1,1 0-1,-1 0 0,0 0 0,0 0 0,-2 0 0,-6 0 673,6 0-1921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10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37 11877,'0'0'3650,"-3"-2"-3597,3 2-39,-1-1 0,0 1-1,1 0 1,-1 0 0,0-1-1,0 1 1,1 0 0,-1 0-1,0 0 1,1 0 0,-1 0-1,0-1 1,0 2 0,1-1-1,-1 0 1,0 0 0,0 0-1,1 0 1,-1 0 0,0 0-1,1 1 1,-1-1-1,0 0 1,1 1 0,-2 0-1,-18 18 445,10-4 104,-14 27 0,19-32-282,-1 0-87,1 1-1,0-1 0,0 1 0,1 0 0,0 1 0,1-1 0,1 1 0,-1-1 0,2 1 0,-1 13 0,3-25-187,-1 1-1,1 0 0,-1 0 0,1-1 0,-1 1 0,1 0 1,0 0-1,-1-1 0,1 1 0,0-1 0,0 1 0,-1-1 0,1 1 1,0-1-1,0 0 0,0 1 0,0-1 0,0 0 0,0 1 1,-1-1-1,1 0 0,0 0 0,0 0 0,0 0 0,0 0 1,0 0-1,0 0 0,0 0 0,1-1 0,35-2 10,-30 1-10,-1 0 0,0 0 0,0-1 0,0 1 0,0-1 0,0-1 0,0 1 0,-1-1 0,1 0 1,-1 0-1,0-1 0,-1 1 0,1-1 0,-1 0 0,0 0 0,0-1 0,0 1 0,3-8 0,-2 3-12,0-1-1,0-1 1,-1 1 0,-1 0 0,0-1 0,0 0-1,-1 0 1,-1 0 0,1-16 0,-2 20 9,1-20-14,-1 28 13,0-1 0,0 0 0,0 1 1,0-1-1,0 0 0,0 1 0,0-1 1,0 0-1,-1 1 0,1-1 0,0 1 0,0-1 1,0 0-1,-1 1 0,1-1 0,0 1 1,-1-1-1,1 1 0,0-1 0,-1 1 0,1-1 1,-1 1-1,1-1 0,0 1 0,-1 0 1,1-1-1,-1 1 0,0-1 0,0 1 1,-6 0-49,-20 2-151,26-2 69,0 1-1,0-1 1,1 0 0,-1 1 0,0-1-1,1 1 1,-1-1 0,0 1 0,1-1-1,-1 1 1,1 0 0,-1-1 0,1 1 0,-1 0-1,1-1 1,-1 1 0,1 0 0,0-1-1,-1 1 1,1 0 0,0 0 0,0 0-1,0-1 1,-1 1 0,1 0 0,0 0-1,0 0 1,0-1 0,0 2 0,0 3-4886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11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47 13494,'0'0'3863,"-6"-1"-3604,4 1-230,0 0 1,0 0-1,0 0 0,0 0 1,0 0-1,1 0 0,-1 0 1,0 1-1,0-1 0,0 1 1,0-1-1,1 1 0,-1 0 0,0 0 1,1-1-1,-1 1 0,1 0 1,-4 3-1,-1 2 153,0 0-1,1 0 1,-7 11-1,-1-1 163,6-8-198,1 0 0,0 1 0,0-1 0,1 1 0,0 0 0,0 0 0,1 1 0,0-1 0,1 1 0,0 0 0,1 0 0,0 0 0,-1 13 0,3-23-146,0 1 0,0-1 0,0 1 0,1 0 0,-1-1 0,0 1 0,0 0 0,0-1 0,0 1 0,1-1 0,-1 1 0,0-1 0,1 1 0,-1 0 0,0-1 0,1 1 0,-1-1 0,0 0 0,1 1 0,-1-1 0,1 1 0,-1-1 0,1 0 0,-1 1 0,1-1 0,0 0 0,-1 1 0,1-1 0,-1 0 0,1 0 0,0 0 0,0 1 0,24 0-88,-16-2 45,-1 1-34,0-1-1,0-1 1,-1 1-1,1-1 1,0 0-1,-1-1 1,1 0-1,-1 0 1,0-1-1,0 0 1,0 0 0,0 0-1,-1-1 1,0 0-1,0-1 1,0 1-1,8-11 1,-8 9 39,0-1 1,0-1 0,0 1 0,-1-1 0,-1 0-1,1 0 1,-1 0 0,-1-1 0,0 1 0,0-1-1,-1 0 1,0 0 0,0-18 0,-1 15-3,-1 11 57,0-1 0,0 1 0,0 0 0,0 0 1,0 0-1,0 0 0,0 0 0,-1 0 0,1 0 0,-2-4 0,1 5-8,0 0 0,0 1 0,0-1 0,-1 0 0,1 0 0,0 1 0,0-1 0,0 1 0,-1-1 0,1 1 0,0-1 0,0 1 0,-1 0-1,1 0 1,0-1 0,-1 1 0,1 0 0,0 0 0,-1 0 0,-1 1 0,-1-1 30,2 0-198,0-1-1,0 1 0,0 0 1,0 0-1,-1 0 0,1 0 0,0 0 1,0 1-1,0-1 0,0 1 1,0-1-1,0 1 0,0 0 0,0 0 1,0 0-1,0 0 0,1 0 1,-1 0-1,0 0 0,1 1 0,-1-1 1,1 1-1,-3 2 0,-10 11-4770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23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9 10165,'0'0'7745,"-2"-1"-6732,0-1-663,-12-4 1549,14 12-1138,0 28 62,1 67 822,1-85-1485,-1-1 1,2 1 0,0-1-1,8 22 1,46 95 249,-56-128-356,-1-3-38,1-1 0,-1 1 0,0-1 0,0 0 0,0 1-1,0-1 1,1 1 0,-1-1 0,0 0 0,0 1 0,1-1 0,-1 0 0,0 1 0,1-1 0,-1 0 0,0 1 0,1-1 0,-1 0 0,0 1 0,1-1-1,-1 0 1,1 0 0,-1 0 0,1 0 0,-1 1 0,0-1 0,1 0 0,-1 0 0,1 0 0,-1 0 0,1 0 0,-1 0 0,1 0 0,-1 0 0,1 0-1,-1 0 1,1-1 0,0-14 737,-1-2-697,0 0 0,-1-1 0,-1 1 0,0 0 0,-2 0 0,0 0 0,0 0 0,-2 1 0,-7-17 0,12 32-24,-2 88 9,3-73-18,0-11-20,0 0 0,1 0 0,-1 0-1,1 0 1,-1 0 0,3 6 0,-3-8-2,1 0 0,-1 0 0,0-1 0,1 1 0,-1 0 0,1 0 0,-1-1 0,1 1 0,-1 0-1,1-1 1,0 1 0,-1-1 0,1 1 0,0-1 0,0 1 0,-1-1 0,1 1 0,0-1 0,0 1 0,0-1 0,-1 0 0,1 0 0,0 1 0,0-1-1,0 0 1,1 0 0,-1 0 143,-1-7-132,1 0-1,-1 0 1,0 0-1,0 0 0,0-1 1,-1 1-1,-1 0 0,1 1 1,-1-1-1,0 0 0,-1 0 1,-4-9-1,0-3 1,7 18-8,0 0-1,0 1 0,0-1 1,-1 0-1,1 0 0,0 0 1,0 1-1,-1-1 0,1 0 1,0 1-1,-1-1 0,1 0 1,-1 1-1,1-1 0,-1 0 0,1 1 1,-1-1-1,1 1 0,-1-1 1,0 1-1,1-1 0,-1 1 1,0-1-1,1 1 0,-1 0 1,0-1-1,1 1 0,-2 0 1,0 0 342,2 32 296,0-22-2992,0-49-18157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3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10261,'0'0'224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06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16 7908,'0'0'5992,"-1"-3"-5744,1 2-151,0 1 0,0-1 0,0 1 1,0-1-1,-1 1 0,1-1 0,0 1 0,0-1 0,-1 1 1,1-1-1,0 1 0,-1-1 0,1 1 0,0-1 0,-1 1 1,1-1-1,-1 1 0,1 0 0,-1-1 0,1 1 1,-1 0-1,1 0 0,-1-1 0,0 1 0,-17-2 3991,13 2-4434,-21 0 991,1 1 1,-1 1 0,-45 9-1,55-7-423,-29 10 362,6 2-107,23-6-211,12-8-226,1 0 0,0 1-1,0-1 1,0 0 0,0 1 0,-5 5 0,-18 21 182,17-21-62,1 1 1,0 0-1,-8 14 1,7-12-23,0 1-1,0-1 1,-19 16-1,18-18-20,1 0 0,0 0-1,0 1 1,-11 17 0,14-16-86,0 1 0,1-1 0,0 1 0,1 0 0,0 0 0,1 1 0,-4 20 0,-1 104 110,8-127-126,-1-4-3,1-1 1,0 1 0,0-1-1,0 0 1,1 1-1,0-1 1,0 1-1,0-1 1,0 0-1,1 0 1,0 0 0,0 0-1,1 0 1,5 8-1,-1-2 21,-1-1 0,0 1 0,6 13 0,-8-14 4,1 0 1,1 0 0,12 18 0,3-6-41,-20-21 2,1 1 0,0-1 0,-1 1 0,1-1 0,0 0 0,0 1 0,0-1-1,0 0 1,0 0 0,0 0 0,0-1 0,0 1 0,0 0 0,1-1 0,-1 1 0,0-1 0,4 0-1,47-1-23,-30 0 78,-1 2-32,-15 0-15,0-1-1,-1 0 1,1 0 0,0 0-1,-1-1 1,1 0 0,0 0-1,-1-1 1,0 1-1,11-5 1,26-20 3,-27 18 12,0-1-1,-1-1 1,0 0-1,17-17 1,-28 22-14,0-1 1,0 0-1,0 0 0,-1 0 1,0 0-1,0 0 0,-1-1 1,0 1-1,0-1 0,0 0 1,1-13-1,-1-14 45,-2 17-40,1-1 0,1 1-1,1-1 1,0 1 0,7-18 0,-1-1-26,-8 29 7,1 0-1,0 0 1,5-12 0,-6 13 16,0 1 0,-1 0 0,1 0 0,-1 0 0,0-1 0,-2-7 0,2 1 3,0-93 127,0 105-139,0-1 0,0 1 0,0 0 0,0-1 1,0 1-1,0-1 0,-1 1 0,1-1 1,0 1-1,0 0 0,0-1 0,0 1 1,0 0-1,-1-1 0,1 1 0,0 0 0,0-1 1,-1 1-1,1 0 0,0-1 0,0 1 1,-1 0-1,1 0 0,0-1 0,-1 1 1,1 0-1,0 0 0,-1-1 0,1 1 0,-1 0 1,1 0-1,-1 0 0,1 0 1,-1-1 47,1 8-3763,0 0 1315,0-1 1,0 1-1,-2 9 1,-9 17-7278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20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4936 103 8980,'0'0'5267,"-5"-3"-5070,-4 0 99,-1 0 1,1 0-1,-1 1 1,0 1-1,1 0 1,-1 0-1,0 0 1,-18 3-1,-89 14 2061,77-9-1897,-122 18 1147,-438 82 198,-92 17-1552,-6-48-220,172-21-1,-314 19-336,313-74-6,480-2 267,1-3 0,-1-1-1,1-3 1,1-1-1,0-2 1,0-3 0,-61-28-1,69 30 40,29 10 5,0 1 0,0-1 0,0 0-1,-8-5 1,11 5 1,1 1-1,-1 0 0,0 0 0,1 1 1,-1 0-1,0-1 0,0 2 0,0-1 0,0 0 1,0 1-1,0 0 0,-10 1 0,15 0-1,-1-1-1,0 0 0,1 0 1,-1 0-1,1 0 0,-1 1 1,0-1-1,1 0 0,-1 0 1,1 1-1,-1-1 0,1 0 1,-1 1-1,1-1 0,-1 1 1,1-1-1,0 1 0,-1-1 1,1 1-1,-1-1 0,1 1 1,0-1-1,0 1 0,-1-1 1,1 2-1,-6 18 9,3-7 4,-2 7 18,0 0 0,2 0 0,1 0-1,0 1 1,2 25 0,-1-14-12,1 449 337,12-299-213,37 200 0,-41-332-124,12 69 13,-4-24 21,9 185 1,-25-263-49,1-12-1,0-1 0,-1 0 0,0 0 0,0 0 0,0 0 0,-1 0 0,1 0 0,-1 0 0,0 0 0,0 0 0,0 0 0,-1 0 0,1 0 0,-1 0 0,0-1 0,0 1 1,-4 4-1,-7 8-11,13-16 4,-1 1 1,1-1-1,0 0 1,0 0-1,0 0 1,0 1-1,0-1 1,0 0-1,0 0 1,0 0-1,-1 1 0,1-1 1,0 0-1,0 0 1,0 1-1,0-1 1,0 0-1,0 0 1,0 0-1,0 1 1,0-1-1,0 0 1,1 0-1,-1 1 1,0-1-1,0 0 1,0 0-1,0 0 1,0 1-1,0-1 0,0 0 1,1 0-1,-1 0 1,0 0-1,0 1 1,0-1-1,4 1-25,-1-1 0,0 1-1,0-1 1,0 0 0,1 0-1,-1 0 1,0-1 0,4 0-1,14-1 62,106-16 85,-46 4-45,358-20 43,-275 30-67,670-9 662,87 13-14,-628 9-685,0 0 13,888-9 10,-1143-1-59,0-1 0,-1-2-1,52-12 1,-82 14 25,1-1 0,-1 0-1,0 0 1,0-1 0,0 0 0,0 0 0,-1 0 0,0-1 0,0 0 0,10-11-1,-3 2 9,-1 0 0,-1-1-1,14-24 1,-8 6 1,-1 0-1,-2-1 1,-1 0-1,-2-1 1,9-47 0,16-184 14,-22-299 4,-15 392 13,-1-9 11,2-131 111,4 260-140,12-58 0,-8 65-7,5-91 1,-13 136-23,0 0 0,0 0 0,0 0 0,0 0-1,0-1 1,-1 1 0,1 0 0,0 0 0,-1 0 0,1 0 0,-1 0 0,1 0 0,-1 0 0,1 0 0,-1 0 0,0 1 0,1-1 0,-1 0 0,0 0 0,0 0 0,0 1 0,1-1 0,-1 0-1,0 1 1,0-1 0,0 1 0,-2-1 0,0 0-33,-1 0-1,0 0 1,0 0 0,1 1-1,-1 0 1,0-1-1,0 1 1,-5 1-1,-6 2-1607,0-1-1,0 2 1,-19 6-1,9 0-7027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26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19433,'0'0'4090,"-1"34"-3733,-2 115-125,4-137-214,0 0-1,0 0 0,1 0 1,0-1-1,1 1 0,1 0 1,0-1-1,0 0 0,11 18 1,-5-7 19,30 63 135,59 115 678,-94-191-747,0 0 1,1-1-1,0 0 0,0 0 0,1 0 1,11 9-1,-17-16-69,-1-1 1,1 0-1,-1 0 0,1 1 1,-1-1-1,1 0 1,-1 0-1,0 0 0,1 0 1,-1 0-1,1 0 0,-1 0 1,1 0-1,-1 0 1,1 0-1,-1 0 0,1 0 1,-1 0-1,1 0 1,-1-1-1,1 1 0,-1 0 1,0 0-1,1 0 0,-1-1 1,1 1-1,-1 0 1,0-1-1,1 1 0,-1 0 1,0-1-1,1 1 0,-1 0 1,0-1-1,1 1 1,-1-1-1,0 1 0,0 0 1,0-1-1,1 1 1,-1-1-1,0 1 0,0-2 1,21-53 557,-2-1 1,19-99 0,-30 118-466,15-57 44,15-77 276,-33 156-3887,7 12-4457,-2 2 6095,18-4-9224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26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 11061,'0'0'10754,"0"1"-9796,-5 12 80,-51 75 1186,-18 28-918,33-38-955,-22 36-155,50-93-241,-1-1-1,-1-1 1,-22 24-1,34-40-92,-1 1-1,0-1 1,0 0 0,0 0 0,-1 0-1,1 0 1,-1-1 0,-5 3-1,6-4-386,0 0-1,-1 0 0,1 0 0,0 0 1,-1-1-1,-4 0 0,8 1 223,0-1 0,-1 0-1,1 0 1,0-1 0,-1 1 0,1 0-1,-1 0 1,1-1 0,0 1 0,-1 0-1,1-1 1,0 0 0,0 1 0,-2-2-1,-15-23-6499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2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9668,'0'0'12614,"145"115"-12502,-108-88-80,-4-5-32,-3-16-784,-6-6-2322,-2 0-3408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26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14759,'0'0'7683,"-3"96"-6418,3-44-177,0 8-479,0 7-305,0 3-304,0-1-16,-9 4-368,-18-10-2546,-4-8-5602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3116 102 12502,'0'0'7251,"-22"-5"-6869,-69-15 218,84 18-376,0 1 1,0-1 0,0 1-1,0 0 1,0 1 0,0 0-1,-7 1 1,-8 0 526,-213-12 2538,-49-5-2029,99 9-924,-82-6 99,-60-4 5,-148 10-74,291 8-236,-388-1 307,542 1-375,0 0-1,0 2 1,-54 12-1,72-12-47,0 0 0,0 1 0,1 1 0,0 0 0,-1 0 0,2 1 0,-1 1 0,1-1-1,0 2 1,0-1 0,1 2 0,-10 9 0,12-8-4,0 1 0,1-1 0,0 1 0,1 0 0,0 0 0,1 1 0,0-1 0,0 1 0,-2 20 0,1 3 43,2 0 0,1 37 0,1-32-19,2 1-1,2-1 1,1 0 0,14 54-1,-6-57-3,1-1 0,24 46 0,43 62 74,-61-111-87,8 15 7,14 24 75,-40-70-96,0-1 0,0 0 0,0 0 0,0 0 0,0 0 0,0-1 0,0 1 0,1 0 0,-1 0 0,0-1 0,1 1 0,-1-1 0,0 1 0,1-1 0,-1 1 0,0-1 0,3 0 0,29 1 19,-17-2-5,26 1 50,351-10 485,-140-6-356,260-22 184,-2-22-153,-442 50-229,-2-4 1,1-2-1,-2-4 1,111-47-1,-114 36 32,83-54 0,-118 66-23,-1-2 0,0-1 1,-2-1-1,43-49 0,-60 62-7,-1 0 0,0-1 0,-1 0 0,0 0 0,-1 0 0,0-1 0,0 0 0,-2 0 0,5-23 0,-3-2 0,-2 0 0,-3-39 0,0 58 0,0 15 3,0-1 1,0 0-1,0 1 0,-1-1 0,0 0 1,0 1-1,0-1 0,0 1 0,-1-1 1,1 1-1,-1 0 0,0 0 1,0-1-1,0 1 0,0 1 0,0-1 1,-1 0-1,0 0 0,1 1 1,-1 0-1,0-1 0,-5-2 0,-3-1-56,0 1-1,-1 0 0,1 1 0,-1 0 0,0 1 0,-12-2 1,-118-17-2941,48 8-1736,-52-12-8679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4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1425,'0'0'17050,"6"-11"-15857,19-31 151,-25 41-1259,0 1 0,0-1 0,0 1 0,0-1 0,0 1-1,0-1 1,1 1 0,-1 0 0,0-1 0,0 1 0,1-1 0,-1 1-1,0 0 1,0-1 0,1 1 0,-1 0 0,0-1 0,1 1-1,-1 0 1,1 0 0,-1-1 0,0 1 0,1 0 0,-1 0 0,1 0-1,-1-1 1,1 1 0,-1 0 0,0 0 0,1 0 0,-1 0 0,1 0-1,-1 0 1,1 0 0,-1 0 0,1 0 0,-1 0 0,1 0 0,0 1-1,6 10-12,-6-9 267,17 34 679,16 45 1,-5-10-527,-10-27-325,2-2-1,2 0 1,56 76 0,-78-116-163,0-1 1,1 1 0,-1 0-1,0-1 1,1 1 0,0-1-1,-1 0 1,1 0 0,0 1-1,-1-1 1,1 0-1,0 0 1,0-1 0,0 1-1,0 0 1,0-1 0,0 1-1,0-1 1,0 1 0,4-1-1,-4 0 22,0-1 0,0 0 0,1 1 0,-1-1 0,0 0-1,0 0 1,0 0 0,0 0 0,0-1 0,0 1 0,0 0 0,0-1 0,-1 0-1,1 1 1,2-4 0,4-6 104,0-1-1,-1 0 1,0 0-1,8-23 1,-14 34-131,17-49 114,-2 0 0,-2-1 1,-2-1-1,-3 0 1,4-72-1,-12 89-1434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4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0 6851,'0'0'13201,"0"7"-12585,-1 5-362,-1 1 0,-1-1-1,0 0 1,0 0 0,-1 0 0,-8 16 0,-2 8 253,-12 28 196,-11 34-62,31-79-634,0 0 0,-1 0 0,-1-1 0,0 0 0,-2 0 0,-16 23-1,25-39-216,-1 0 0,0 0 0,0 0 0,0 0 0,0-1 0,0 1 0,0-1 0,0 1 0,0-1 0,-4 1 0,5-1-55,0-1 0,0 0-1,0 0 1,0 0 0,0 0 0,0 0-1,0 0 1,0 0 0,1 0 0,-1-1 0,0 1-1,0 0 1,0 0 0,0-1 0,0 1-1,1-1 1,-1 1 0,0 0 0,0-1-1,0 0 1,1 1 0,-1-1 0,0 1 0,1-1-1,-1 0 1,1 1 0,-1-1 0,1 0-1,-1 0 1,1 0 0,-1 1 0,1-1-1,0 0 1,-1 0 0,1-1 0,-12-38-10220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4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11749,'0'0'8276,"194"88"-7668,-146-60-463,-2-7-145,-1 0-129,-5-12-1631,-4-9-2578,-9 0-7012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5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35 14231,'0'0'4335,"31"-6"-4295,97-18-3,-121 22-34,-1 1 0,1 0 0,0 0 0,0 1 0,11 1 0,-16-1-3,-1 1 0,0-1 1,0 1-1,1-1 0,-1 1 0,0-1 1,0 1-1,0 0 0,0-1 0,0 1 0,0 0 1,0 0-1,0 0 0,0 0 0,1 2 1,2 2-1,-1-2-5,-1 1 1,0-1 0,0 1 0,0 0 0,0 0 0,-1 0 0,0 0 0,0 0 0,0 0 0,0 0 0,0 0 0,-1 1 0,0-1 0,0 0 0,0 0 0,-1 7 0,0 6-7,0-8 10,0-1 1,-1-1 0,0 1 0,0 0 0,0 0 0,-1-1-1,-1 1 1,1-1 0,-1 0 0,0 0 0,-10 12 0,9-13 10,0 1 0,1 0 0,-1 0 0,1 1 0,1-1 1,0 1-1,0 0 0,0 0 0,1 0 0,0 0 0,-2 16 1,4-21 5,0-1 1,0 0-1,0 0 1,1 0-1,-1 1 1,1-1 0,-1 0-1,1 0 1,0 0-1,0 0 1,-1 0-1,2 0 1,-1 0 0,0 0-1,0 0 1,0-1-1,1 1 1,-1 0-1,1-1 1,0 1 0,-1-1-1,1 1 1,3 1-1,9 8 147,-10-7-115,0 0 0,-1 1 0,1-1 0,-1 1 0,0-1 1,0 1-1,0 0 0,-1 0 0,0 0 0,3 9 0,-2-3 42,-1 0 0,0 0 0,-1 0 0,0 18 0,-1-27-84,0 1 0,0-1-1,-1 0 1,1 0 0,-1 1 0,1-1 0,-1 0-1,0 0 1,0 0 0,0 0 0,0 0 0,0 0-1,0 0 1,-1 0 0,1 0 0,-3 2 0,1-1 3,-1 0 0,0 0 0,0 0 0,0 0 0,0-1 0,0 0 0,-8 3 0,-6 1-33,-1-2 0,0 0-1,-22 2 1,34-5-10,-111 7-2442,39-11-2494,17-7-4747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994 104 6067,'0'0'11546,"8"-20"-9806,24-62-305,-32 82-1404,0 0 1,0-1-1,0 1 0,0 0 0,0 0 0,0 0 0,0 0 1,0 0-1,0 0 0,0 0 0,0 0 0,0 0 1,0 0-1,0 0 0,0 0 0,0 0 0,-1 0 1,1 0-1,0 0 0,0 0 0,0 0 0,0 0 0,0 0 1,0 0-1,0 0 0,0 0 0,0 0 0,0 0 1,0 0-1,0 0 0,0 0 0,0-1 0,-8 11 282,-13 21 26,-6 9 426,-326 442 4305,246-360-4335,-123 152-118,201-235-609,-69 84 56,82-105-121,-1-1 0,-1-1 0,0-1 0,-31 21 0,43-33-113,4-1-9,0-1 1,0 1-1,0-1 1,-1 0 0,1 0-1,0 0 1,-1 0 0,1 0-1,-1 0 1,1-1 0,-6 1-1,8-1 132,0 0 0,0 0 0,0 0 0,0 0 0,-1 0 0,1 0 0,0 0 0,0 0 0,0 0 0,0 0 0,0 0 0,0 0 0,-1-1 0,1 1-1,0 0 1,0 0 0,0 0 0,0 0 0,0 0 0,0 0 0,0 0 0,0-1 0,0 1 0,0 0 0,0 0 0,-1 0 0,1 0 0,0 0 0,0-1-1,0 1 1,0 0 0,0 0 0,0 0 0,0 0 0,0 0 0,0-1 0,0 1 0,0 0 0,1 0 0,-1 0 0,0 0 0,0 0 0,0-1 0,0 1-1,0 0 1,0 0 0,0 0 0,0 0 0,0 0 0,0 0 0,0 0 0,1-1 0,-1 1 47,0-3-447,1 0 1,-1 0-1,1 0 1,0 0-1,0 0 1,0 0-1,0 0 1,1 0-1,-1 0 1,3-3-1,12-15-3965,24-25-1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9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558 396 12726,'0'0'8316,"-15"-3"-8018,8 1-250,0 0 0,0 1-1,-1 0 1,1 1 0,0 0-1,0 0 1,0 0-1,-1 1 1,1 0 0,0 0-1,0 1 1,0 0 0,0 0-1,1 0 1,-1 1-1,0 0 1,1 1 0,0-1-1,-7 6 1,-52 35 953,2 3 1,-107 102-1,157-136-902,2 1 1,0 0-1,0 1 1,-13 25-1,19-30-78,1 0 0,0 0-1,0 1 1,1-1-1,0 1 1,1 0 0,0 0-1,0 19 1,2-29-21,0 0 0,0 0 0,0-1 0,0 1 0,0 0 0,0 0 0,1 0 0,-1 0 0,0 0 0,1 0 0,-1-1 0,0 1 0,1 0 0,-1 0 0,1-1 0,-1 1 0,1 0 0,0 0 0,-1-1 0,1 1 0,0-1 0,-1 1 0,1-1 0,0 1 0,0-1 0,-1 1 0,1-1 0,0 1 0,0-1 0,0 0 0,0 0 0,1 1 0,32 0 7,-24-2 2,1 0 5,0-1 1,-1 0-1,0-1 0,1 0 0,-1 0 1,0-1-1,-1 0 0,1-1 1,-1 0-1,0-1 0,0 0 1,0 0-1,11-12 0,3-3 3,-1-2-1,0-1 1,23-35 0,-16 16-48,-3-1 0,-1-1 0,27-71 0,39-149-261,-87 250 273,7-20 68,-1-1 0,5-46 0,-12 67 96,-1 25 72,-3 31 66,-17 85-203,2-26-10,3 170 49,9-134-84,-1-73-2137,9-66-1094,20-21-2089,20-27-3517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39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0 3906,'0'0'16317,"-15"29"-14935,-48 97-433,47-95-631,-1 1-1,-1-2 1,-32 42-1,35-54-233,0-1 0,-20 18 0,30-29-262,-1-2-1,0 1 1,0-1 0,0 0 0,0 0 0,-1-1 0,1 1 0,-1-2-1,0 1 1,0-1 0,-7 2 0,12-4-80,0 0 0,0 0 0,0 0-1,0 0 1,0 0 0,0 0 0,0-1 0,0 1-1,0-1 1,0 1 0,0-1 0,0 0 0,0 0 0,1 0-1,-1 0 1,0 0 0,1 0 0,-1 0 0,1-1 0,-1 1-1,1 0 1,-1-1 0,1 1 0,0-1 0,0 0 0,0 1-1,0-1 1,0 0 0,0 0 0,0 0 0,1 0 0,-1 1-1,0-4 1,-2-8-773,0 0-1,1 0 1,1 1 0,0-15-1,0 17 464,0-98-597,1 104 1585,0 1 0,0-1 1,1 1-1,-1-1 0,1 1 1,0 0-1,-1-1 0,2 1 1,-1 0-1,0-1 1,1 1-1,-1 0 0,1 0 1,2-3-1,-2 5-244,-1-1 1,0 1-1,1 0 1,-1 0-1,1 1 0,-1-1 1,1 0-1,-1 0 0,1 1 1,0-1-1,-1 1 1,1-1-1,0 1 0,-1 0 1,1 0-1,0-1 1,0 1-1,-1 0 0,1 1 1,0-1-1,-1 0 0,1 0 1,0 1-1,-1-1 1,1 1-1,0 0 0,-1-1 1,1 1-1,-1 0 1,3 1-1,8 6 156,-1 0-1,-1 1 1,1 0 0,-1 0 0,16 21-1,14 13 325,-39-42-668,28 26 384,49 36 0,-66-55-755,0-1 0,25 11 1,-29-15-439,1 0 0,-1 0 1,0-1-1,1-1 0,15 2 0,10-2-7548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4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0 277 7876,'0'0'13494,"17"17"-13227,-5-6-198,2 2 5,-1 0 0,0 0 1,-1 1-1,-1 0 0,0 1 1,15 29-1,-18-28-16,24 54 67,-29-62-109,0 1-1,0 0 0,-1 0 1,0 0-1,-1 0 1,1 10-1,7-158 2349,12-86-699,-16 199-1862,0 0 0,2 0 0,1 0 0,1 1-1,1 1 1,17-31 0,-17 39-3509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4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0 207 0,'0'0'5827,"130"-155"-5763,-96 137-64,-4 6-144,-6 0-753,-6 3-2144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47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1 112,'0'0'0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38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53 15719,'0'0'7046,"-4"26"-6342,-12 85-151,15-105-471,0 0 0,1 1 0,0-1 0,0 1 0,0-1 0,1 0 0,0 1 0,0-1 0,0 0 0,1 1 0,0-1 0,0 0 0,4 6 0,-4-8-28,1 0 1,0 0-1,0-1 0,0 1 1,0-1-1,1 0 1,-1 0-1,1 0 1,0-1-1,0 1 1,0-1-1,0 0 1,0 0-1,5 2 1,9 0 64,0 0 0,0-2 0,0 0 0,0 0 0,0-2 0,34-3 0,-33 2-71,-9-1-41,0 1-1,0-1 0,-1-1 1,1 1-1,-1-2 0,1 1 1,-1-1-1,0-1 0,0 0 1,-1 0-1,0-1 0,0 0 1,0 0-1,0-1 0,-1 0 1,0 0-1,-1 0 0,1-1 1,6-11-1,-4 5 113,-1 0-1,0-1 1,-1 0 0,-1 0-1,0 0 1,-1-1-1,-1 0 1,0 0 0,-1 0-1,-1 0 1,1-22-1,-3 37-109,-1 0-1,1 0 0,0 0 1,0 0-1,0 1 0,-1-1 0,1 0 1,0 0-1,-1 0 0,1 0 1,-1 0-1,1 0 0,-1 1 1,1-1-1,-1 0 0,0 0 0,1 1 1,-1-1-1,0 0 0,0 1 1,0-1-1,1 1 0,-1-1 1,0 1-1,0-1 0,0 1 1,0 0-1,0-1 0,0 1 0,0 0 1,-1 0-1,-38-3 32,29 4-10,-17-2 6,2 1 52,0 0 0,-34 6 0,51-4-45,0 0 0,0 1-1,0-1 1,0 2 0,1-1 0,-1 2 0,1-1 0,0 1 0,0 0 0,-9 8 0,6-3 13,0 0 0,1 1 0,0 1 0,0 0 0,1 0 0,1 1 0,0 0 0,1 1 0,1-1 0,0 1 0,0 1 0,2-1 0,-1 1 0,2 0 0,0 0 0,1 0 0,0 0 0,2 26 0,0-26-15,-1 6 55,5 32 0,-3-46-80,1 0 1,-1 0-1,1 0 1,1 0-1,-1-1 1,1 1-1,1 0 1,3 6 0,1-2 15,1 1 1,0-1-1,0-1 1,1 0 0,1 0-1,-1-1 1,1-1 0,1 1-1,0-2 1,0 0 0,0 0-1,1-1 1,0-1 0,0 0-1,0 0 1,1-2 0,0 1-1,-1-2 1,1 0-1,19 0 1,-20-1-25,-1-1 0,1 0-1,21-3 1,-28 2-8,0-1 1,0 1-1,0-1 0,-1-1 1,1 1-1,-1-1 1,1 0-1,-1 0 0,7-6 1,3-5-199,0 0 1,-1-1-1,-1-1 1,-1 0-1,0-1 0,-1-1 1,11-21-1,25-40-5587,-34 63 156,-1 8-3832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39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22 9396,'0'0'10979,"-4"-4"-10334,3 3-622,0 0 28,1 0 0,-1-1 0,0 1-1,0 0 1,0 0 0,-1 0 0,1 0 0,0 0 0,0 0 0,0 1-1,-1-1 1,1 0 0,0 1 0,-1-1 0,1 1 0,-1-1 0,1 1-1,-1-1 1,1 1 0,-1 0 0,1 0 0,-1 0 0,1 0 0,-1 0-1,1 0 1,-1 0 0,1 1 0,-1-1 0,1 0 0,0 1 0,-1-1 0,1 1-1,-1-1 1,1 1 0,0 0 0,0 0 0,-1 0 0,-1 1 0,-6 7 235,1 1 0,0 0 0,0 1 0,1-1 0,0 1 0,1 1 0,-6 14 0,4-7-13,2-1 0,0 1-1,1 0 1,-3 21 0,5-5 121,2 54 1,1-53-320,0-22-54,0-1 0,2 0-1,2 17 1,-2-24-66,-1-1 0,1 0 0,0 0 0,0 0 1,0 0-1,1 0 0,0-1 0,0 1 0,0-1 0,7 8 0,-17-14-7589,-3-8 5130,5 5 314,-24-20-7444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39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0 207 7635,'0'0'13831,"143"-61"-13559,-92 43-272,-3-9-32,-2 2-624,-4 4-1489,-5 0-1697,-4 3-1088,3 3-2978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0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167 224 7427,'0'0'12414,"-11"10"-11854,-10 9-98,2 0-1,0 1 0,-20 30 1,32-41-322,0 1 1,1 0-1,0 1 1,1 0 0,0 0-1,0 0 1,1 0-1,1 0 1,0 1-1,1 0 1,-2 19 0,3-30-144,1 1 1,0 0-1,0 0 1,0-1-1,0 1 1,1 0 0,-1 0-1,0-1 1,1 1-1,-1 0 1,1-1-1,-1 1 1,1-1 0,0 1-1,0 0 1,0-1-1,0 0 1,0 1-1,2 1 1,-1-2-17,0 0 0,1 0 0,-1 0 1,1 0-1,-1 0 0,1-1 0,-1 1 0,1-1 0,-1 0 1,1 0-1,-1 0 0,4 0 0,4 0-252,0 0-1,0-1 1,18-3 0,-24 3 198,0-1 0,0 1 1,0-1-1,0 0 0,0 0 0,-1 0 1,1 0-1,-1-1 0,1 1 0,-1-1 1,5-5-1,10-14-181,-1-1-1,20-35 1,19-27 299,-53 83 38,-1 0 0,1 0-1,0 0 1,0 0-1,0 0 1,0 1 0,0-1-1,0 1 1,0 0 0,0 0-1,0 0 1,1 0-1,-1 1 1,0-1 0,1 1-1,-1 0 1,1 0 0,-1 0-1,0 0 1,5 1-1,7 0 75,-12-1-132,1 1 1,-1 0-1,0-1 1,1 1-1,-1 1 1,0-1-1,0 0 1,0 1-1,0-1 0,0 1 1,0 0-1,0 0 1,-1 0-1,1 1 1,0-1-1,-1 1 1,0-1-1,0 1 1,0 0-1,0 0 1,0 0-1,-1 0 0,1 0 1,1 6-1,1 0 6,0 1 0,-1 0 0,0 0 0,-1 1-1,0-1 1,-1 1 0,1 11 0,-2-9 12,0-7-41,0-1 0,0 1 0,0 0-1,-1 0 1,-1 9 0,1-14 6,1 0-1,-1 1 1,1-1-1,-1 0 1,0 0 0,1 0-1,-1 0 1,0 0 0,0 0-1,1 0 1,-1 0-1,0 0 1,0 0 0,0 0-1,-1 0 1,1-1 0,0 1-1,0 0 1,0-1-1,0 1 1,-1-1 0,1 1-1,0-1 1,0 0 0,-1 1-1,1-1 1,0 0-1,-1 0 1,-2 0 0,3-7 274,1-18 38,-1 5-211,1 0 0,0 1 0,2-1-1,0 1 1,1-1 0,1 1 0,12-34-1,3 13-172,2 0-1,1 2 1,28-37-1,11 1-4223,-36 45-2061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1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277 201 8036,'0'0'2836,"0"-6"-2775,0-17 294,0-49 8822,0 72-9114,0-1 1,0 0-1,0 1 0,0-1 0,-1 1 0,1-1 0,0 0 0,0 1 0,-1-1 0,1 1 1,0-1-1,-1 1 0,1-1 0,0 1 0,-1-1 0,1 1 0,-1-1 0,1 1 0,-1 0 1,1-1-1,-1 1 0,1 0 0,-1-1 0,1 1 0,-2-1 0,-20-4 819,-26 8-67,41-2-719,-1 1 1,1 1-1,0 0 1,0 0 0,1 0-1,-1 0 1,1 1-1,-1 1 1,1-1-1,0 1 1,1 0-1,-1 0 1,1 0-1,0 1 1,0 0-1,1 0 1,-7 12-1,5-8-30,0 1-1,0 1 1,1-1-1,1 1 0,0 0 1,0 0-1,1 0 1,1 0-1,0 1 1,0 13-1,2-25-66,0 0 0,0 1 0,0-1 0,0 0 0,1 0 0,-1 0 1,0 0-1,1 1 0,-1-1 0,1 0 0,-1 0 0,1 0 0,0 0 0,-1 0 0,1 0 0,0 0 0,0-1 0,-1 1 0,1 0 0,0 0 1,0 0-1,2 0 0,0 1-1,-1-1 0,1 0 1,0 1-1,1-1 0,-1-1 1,0 1-1,0 0 0,5 0 1,1-1-22,0 0 1,0 0 0,0-1 0,0 0-1,0-1 1,11-3 0,-8 0-62,0 0 0,0-1 1,-1-1-1,0 0 0,0 0 0,0-1 1,-1-1-1,11-11 0,0-1-48,-1-2 0,27-39 0,-41 53 137,-1 1-1,0-1 1,0 0-1,-1-1 1,0 1 0,0-1-1,-1 0 1,-1 0-1,0 0 1,0 0-1,-1 0 1,0 0 0,-1-11-1,0 21 0,0-1 0,-1 0 1,1 0-1,0 0 0,-1 1 0,1-1 0,-1 0 1,1 0-1,-1 1 0,1-1 0,-1 0 0,1 1 1,-1-1-1,0 1 0,1-1 0,-1 1 0,0-1 1,0 1-1,1-1 0,-1 1 0,0 0 0,0-1 1,0 1-1,1 0 0,-1 0 0,0 0 0,0-1 0,0 1 1,0 0-1,0 0 0,-1 1 0,-39-1 137,26 0-93,1 1 20,1 1 0,-1 0 0,1 1 1,-1 0-1,1 1 0,0 1 0,0 0 0,1 1 0,0 0 1,0 0-1,-21 16 0,20-12 49,0 1 0,0 0 0,1 0 0,0 1 0,1 1 0,1 0 0,0 0 0,1 1 0,-13 25-1,17-25-70,1 1-1,0-1 0,1 1 0,0 0 0,2 0 0,0 0 0,0 0 0,3 26 0,-2-37-45,1 0 0,-1 0 0,1 0 0,0 0 0,0 0 0,0 0 0,0 0 0,1 0 0,0 0 0,0-1 0,0 1 0,0 0 0,0-1 0,1 0 0,-1 1-1,1-1 1,0 0 0,0-1 0,0 1 0,0 0 0,1-1 0,-1 0 0,1 1 0,0-2 0,-1 1 0,1 0 0,0-1 0,8 3 0,7 0-131,0-1 0,1 0 0,-1-1 0,34-2 0,-43 0 11,-2 0-156,0 0 0,0-1 0,1 0 0,-1 0 0,0-1 0,0 0 0,0-1 0,10-4 1,-8 2-1360,-1 0 0,0-1 0,11-9 0,2-3-6804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1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 9332,'0'0'9463,"-25"4"-8433,-7 2-378,-38 13 1,65-17-542,0 0 0,0 0 0,0 1 0,1-1 0,-1 1 0,1 0 0,0 1 0,0-1 0,0 1 0,0-1 0,1 1 0,-1 0 0,1 1 0,0-1 0,0 0 0,1 1 0,-1 0 0,-2 7 0,-2 2 109,0-1-111,1 0 0,0 1 0,0 0 0,2 0 0,-1 0 1,2 0-1,0 1 0,1-1 0,0 1 0,1 26 0,1-39-112,0 0-1,1 0 1,-1 0 0,1 0-1,-1 0 1,1 0-1,0 0 1,0-1 0,0 1-1,0 0 1,0 0-1,0-1 1,0 1 0,1 0-1,-1-1 1,1 1-1,-1-1 1,1 0 0,-1 0-1,1 1 1,0-1-1,0 0 1,-1 0 0,1 0-1,0-1 1,0 1-1,0 0 1,0-1 0,0 0-1,3 1 1,6 1-86,1-1 0,-1 0 0,0-1 1,15-1-1,-16-1-1,-1 1 1,0-1-1,0-1 1,-1 1-1,1-1 0,-1-1 1,1 0-1,-1 0 1,0-1-1,0 0 1,-1 0-1,1-1 1,11-11-1,-8 5 18,1 0 1,-2-1-1,0 0 0,0-1 1,-1 0-1,12-27 0,-15 34 1176,-3 16-734,-3 22-285,0-27 88,-1 26 73,0-19-226,1 0 1,0 1-1,3 21 1,-3-33-91,0 1-1,0 0 1,1-1 0,-1 1-1,0-1 1,0 1 0,0-1 0,0 1-1,1 0 1,-1-1 0,0 1-1,0-1 1,1 1 0,-1-1-1,0 1 1,1-1 0,-1 1 0,1-1-1,-1 0 1,1 1 0,-1-1-1,0 0 1,1 1 0,-1-1 0,1 0-1,0 1 1,-1-1 0,1 0-1,-1 0 1,1 0 0,0 1-1,0-2-220,0 1 0,0 0 0,0-1 0,0 1 0,-1-1 0,1 1 0,0-1-1,0 0 1,-1 1 0,1-1 0,0 0 0,-1 1 0,1-1 0,-1 0-1,1 0 1,-1 0 0,1 0 0,-1 1 0,1-1 0,-1 0 0,0 0 0,1-1-1,8-32-4953,3-4-1200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1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9140,'0'0'11635,"11"25"-11011,34 81-360,-42-99-327,0 1-1,0-1 1,0 1-1,-1-1 1,0 1-1,-1 0 1,0 0-1,0 0 0,0 9 1,-1-8-796,-1-9 685,1 0-1,-1 0 0,1 0 1,0 0-1,-1 0 0,1 0 1,-1 0-1,1 0 0,-1 0 1,1 0-1,0-1 0,-1 1 1,1 0-1,0 0 1,-1 0-1,1 0 0,0-1 1,-1 1-1,1 0 0,0 0 1,-1-1-1,1 1 0,0 0 1,-1-1-1,1 1 0,0 0 1,0-1-1,0 1 0,-1 0 1,1-1-1,0 1 0,0 0 1,0-1-1,0 1 1,0-1-1,0 1 0,-1 0 1,1-1-1,0 1 0,0-1 1,-3-60-5818,8-4 3577,-3 52 2989,0 0-1,2 0 1,-1 0 0,2 0-1,-1 1 1,2 0-1,11-20 1,-16 31-289,-1-1 1,1 1 0,0 0-1,0-1 1,0 1-1,1 0 1,-1 0-1,0 0 1,0 0-1,1 0 1,-1 0 0,0 0-1,1 0 1,-1 1-1,3-2 1,-4 2-107,1 0 1,0 0-1,0 0 0,0 0 1,0 0-1,0 0 0,0 0 1,0 1-1,-1-1 1,1 0-1,0 0 0,0 1 1,0-1-1,0 0 1,-1 1-1,1-1 0,0 1 1,0-1-1,1 2 0,1 1 99,0 1-1,0 0 1,0 0-1,-1 0 0,1 0 1,-1 0-1,0 0 0,1 5 1,5 9-78,21 60 1004,-25-67-1757,-1 0-1,-1 0 1,1 1-1,0 20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2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243 188 7668,'0'0'11623,"-4"-5"-11060,-14-13 72,18 17-528,-1 1 0,0-1 1,1 1-1,-1-1 0,0 0 0,1 1 0,-1-1 0,0 1 0,0 0 0,0-1 0,0 1 0,0 0 0,1-1 0,-1 1 0,0 0 0,-1 0 0,1 0-81,1 0 0,-1 0-1,1 0 1,-1 0 0,1 1-1,-1-1 1,1 0 0,0 0-1,-1 1 1,1-1 0,0 0-1,-1 0 1,1 1 0,0-1-1,-1 0 1,1 1 0,0-1-1,-1 1 1,1-1 0,0 0-1,0 1 1,-1 0 0,-3 27 20,4-24 160,-3 78 509,3-81-713,0 0 0,0 0-1,1-1 1,-1 1 0,0 0 0,0 0 0,0-1-1,1 1 1,-1 0 0,0 0 0,1-1 0,-1 1-1,1 0 1,-1-1 0,1 1 0,-1-1 0,1 1-1,-1 0 1,1-1 0,0 1 0,-1-1 0,1 0 0,0 1-1,1 0 1,26 5 30,-17-6-7,0 0 1,0 0-1,15-4 1,-24 4-26,0-1 0,1 0-1,-1 0 1,0 0 0,0 0 0,0 0 0,0-1 0,0 1 0,-1-1 0,1 1 0,0-1 0,-1 0 0,1 1 0,-1-1 0,1 0 0,-1 0 0,0 0 0,0 0 0,0 0-1,0 0 1,0 0 0,0-1 0,-1 1 0,2-5 0,0-6-19,0-1 0,0 1-1,-1-16 1,-1 20 20,1-16-4,0 5 16,0 0 1,-2 0-1,-3-23 1,4 41-3,-1-1-1,0 1 1,1 0-1,-1-1 1,0 1 0,0 0-1,-1 0 1,1 0-1,0 0 1,-1 0 0,0 0-1,1 0 1,-1 0-1,0 1 1,0-1 0,0 1-1,0-1 1,0 1-1,0 0 1,0 0 0,0 0-1,-1 0 1,1 0-1,0 0 1,-1 0 0,1 1-1,-4-1 1,0 0 21,-1 1 0,1 0 0,-1 0 1,1 0-1,-1 1 0,1 0 0,0 0 0,-1 0 1,1 1-1,-7 2 0,2 2 14,0 0 0,1 0 0,-1 1 0,1 0 0,1 1 0,0 0 0,0 1 0,-8 9 0,1 0 95,2 1 0,0 0 1,-16 30-1,24-35-68,0 0 0,1 1 0,0 0 0,1-1 1,1 2-1,0-1 0,1 0 0,1 1 0,0 21 0,1-32-68,0 1 0,0-1 0,1 1-1,-1-1 1,1 0 0,0 1 0,0-1 0,1 0-1,0 0 1,0 0 0,0 0 0,0 0 0,1 0 0,0 0-1,0-1 1,0 0 0,0 1 0,1-1 0,0 0 0,-1-1-1,2 1 1,-1-1 0,0 1 0,1-1 0,8 4-1,-4-3-3,1 0 0,-1 0 0,1-1-1,0 0 1,0-1 0,18 3 0,63-3-52,-62-2-10,-24 0-22,0 0 0,0 0 1,0-1-1,0 1 1,0-1-1,-1 0 0,1-1 1,0 1-1,-1-1 0,8-3 1,-10 3-145,0 1 1,0-1-1,0 0 1,0 1 0,-1-1-1,1 0 1,0 0-1,-1 0 1,0-1-1,1 1 1,-1 0-1,0 0 1,0-1 0,0 1-1,0-1 1,-1 1-1,1-1 1,-1 1-1,1-1 1,-1 1 0,0-4-1,1-21-4962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2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11509,'0'0'10581,"-3"76"-10005,-3-43-303,6 0-17,0-8-112,0-1-48,0-9-80,0 0-16,0-9-112,0 0-1617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3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3890,'49'-63'0,"-34"63"-3810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3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4018,'0'0'17725,"5"17"-16735,6 22-563,-1 0 0,6 71 0,-16-59-224,0-36-139,0 1 1,1 0 0,4 25-1,-2-37-50,0-10 20,2-12 33,-1-6-65,2-1-1,0 1 1,2 0 0,0 1-1,2-1 1,0 2 0,18-28-1,-27 49 1,-1 1 1,1-1-1,-1 0 0,1 1 0,0-1 0,-1 0 0,1 1 1,0-1-1,-1 1 0,1-1 0,0 1 0,0 0 0,-1-1 0,1 1 1,0 0-1,0 0 0,0-1 0,0 1 0,-1 0 0,1 0 1,0 0-1,0 0 0,0 0 0,0 0 0,0 0 0,-1 0 1,1 0-1,0 1 0,0-1 0,0 0 0,0 1 0,-1-1 0,1 0 1,0 1-1,0-1 0,-1 1 0,1-1 0,0 1 0,0 0 1,5 4 35,-1-1 0,1 2 1,7 10-1,-3-6 10,-6-5-55,1 0 1,0-1-1,1 0 0,-1 0 0,1 0 0,-1-1 0,1 0 0,0 0 0,0 0 0,1-1 0,-1 0 0,0 0 1,1 0-1,-1-1 0,1 0 0,0 0 0,-1-1 0,1 0 0,0 0 0,-1 0 0,8-2 0,-11 1-8,-1 0 0,0 0 1,0 0-1,0 0 0,0 0 0,0 0 0,0 0 0,-1-1 0,1 1 0,0-1 0,-1 1 0,1-1 0,-1 0 0,1 0 0,-1 0 0,0 1 0,0-1 1,0 0-1,0 0 0,0-1 0,0 1 0,-1 0 0,1 0 0,0 0 0,-1-1 0,0-1 0,2-11-33,0 1-1,-2-29 0,0 29 49,0-5 53,0 31 137,0 28 15,-1-26-192,1-7 15,0 1-1,0-1 1,0 0-1,3 12 1,-3-18-40,1 0 0,-1 0 0,1 1 1,-1-1-1,0 0 0,1 0 0,0 0 0,-1 0 1,1 0-1,0 0 0,0 0 0,-1 0 0,1 0 1,0 0-1,0 0 0,0 0 0,0 0 0,0-1 1,0 1-1,0 0 0,1-1 0,-1 1 0,0-1 1,0 1-1,0-1 0,1 0 0,-1 1 0,0-1 1,0 0-1,1 0 0,1 0 0,-19-2-4084,0 2 2379,-41-14-4414,-23-3-4159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12198,'0'0'7603,"169"0"-6819,-66 0-688,6-16-96,-12-8-1072,-18-6-2097,-28-12-4547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3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11429,'0'0'11445,"212"224"-10324,-158-128-753,-30 7-368,-24 12-32,-75 3-400,-55 7-1569,-49-4-3778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4:4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84 7059,'0'0'12443,"-4"-15"-11461,-13-43-216,17 58-757,0-1 1,0 1-1,0-1 1,0 1 0,-1-1-1,1 1 1,0-1-1,0 1 1,0-1-1,-1 1 1,1 0-1,0-1 1,-1 1 0,1-1-1,0 1 1,-1 0-1,1-1 1,0 1-1,-1 0 1,1-1 0,-1 1-1,1 0 1,-1-1-1,1 1 1,-1 0-1,1 0 1,-1 0 0,1 0-1,-1-1 1,1 1-1,-1 0 1,1 0-1,-1 0 1,1 0-1,-1 0 1,1 0 0,-1 0-1,1 0 1,-1 0-1,1 1 1,-1-1-1,1 0 1,-1 0 0,1 0-1,-1 1 1,1-1-1,-1 0 1,1 0-1,-1 1 1,1-1 0,0 0-1,-1 1 1,-10 9 178,1-1 0,0 1 0,-13 17 1,1-1 138,-289 365 3622,277-340-3541,2 1 1,3 2 0,2 0-1,-27 82 1,42-99-281,2-1 1,1 1-1,2 1 0,2-1 1,1 1-1,2 0 1,2 0-1,5 48 0,-2-69-93,0 0 0,1 0 0,1 0-1,1 0 1,0-1 0,1 0-1,1 0 1,0-1 0,17 23 0,-11-19-16,2-1 1,0 0 0,1-1 0,1-1 0,1-1 0,28 19 0,-13-14-17,0-2 0,2-1-1,0-1 1,0-3 0,1 0 0,1-3 0,0-1 0,57 6 0,-31-9-104,0-3 1,81-6 0,-108-1-329,-1-1 0,0-2 1,-1-1-1,0-1 0,52-23 0,-24 3-3987,110-69-1,-55 16-6017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08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7668,'0'0'5378,"112"6"-5394,-79-6 0,9-6-1057,10-27-2032,14 0-3026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08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5763,'0'0'3041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1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1659 79 4498,'0'0'5517,"13"-11"-4103,8-4-881,-8 6 72,0-1 0,-1 0 0,12-13 1,-29 24 3741,-11-2-3362,-4 0-603,-46 2 841,-1 3-1,-68 12 0,96-8-931,0 1-1,0 2 1,1 2-1,-65 31 1,30-2 103,-111 84 1,84-54-154,-23 15 235,4 5 1,-151 152 0,225-197-254,1 2 1,-51 76 0,78-98-134,1 1 1,1 0-1,2 1 1,0 0-1,2 1 1,-14 62-1,14-11 238,3 0-1,3 116 0,6-186-296,0-1 1,0 0-1,1 0 0,1 0 1,0 0-1,0-1 0,1 1 0,0-1 1,1 0-1,0 0 0,7 10 1,10 12 151,42 44 0,-31-43-52,67 48 0,-91-73-118,2 1 0,0 0 0,1-1 1,1 0-1,-1-1 0,1-1 1,0 0-1,0 0 0,0-1 1,1-1-1,0 0 0,-1-1 1,1-1-1,24 0 0,-6 0 25,1-2-1,-1-1 0,-1-1 1,58-14-1,0-15 29,-1-3 0,88-50 0,-99 47-51,-7 3 114,-2-3-1,113-82 0,-122 72-126,-2-3 0,69-80 0,-89 87-15,-2-3 0,-1 0 0,44-88 0,-67 111 32,-1-1-1,-1 0 1,-1 0-1,-2-1 1,0 0-1,2-35 1,-4 8 16,-3-1 0,-6-59 0,1 83-14,-1 0 0,-1 0 0,-1 0 0,-2 1 0,-1 1 0,-24-49 0,15 41 2,-2 0-1,-1 2 0,-2 0 1,-42-44-1,58 69-24,-1 2-1,0-1 1,0 1 0,0 0 0,-1 1 0,0 0-1,-1 1 1,1 0 0,-1 0 0,0 1 0,-13-2-1,-4-1-49,-1 2-1,-1 2 0,-37-1 0,36 4-287,0 1-1,1 2 0,-1 1 1,-45 11-1,16 3-1601,-72 32 1,-25 12-5012,-10-4-7451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52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1026 35 6291,'0'0'2337,"2"-3"-2198,20-12 10506,-22 14-10553,-1 0 0,0 1 1,1-1-1,-1 0 1,0 1-1,0-1 1,1 1-1,-1-1 1,0 1-1,0-1 1,0 1-1,0 0 0,0-1 1,0 1-1,1 0 1,-1 0-1,0 0 1,0-1-1,-2 1 1,-25-3 31,26 3 0,-57-4 1084,-104 5 1,72 14-728,2 0-199,-48 7 203,40-5-431,55-9-42,26-4-6,-1-2-1,-25 2 1,37-3-4,0-1 0,0 1 1,0 0-1,0 1 0,-8 2 0,-12 3 4,18-5-3,0 0 1,1 0-1,0 0 1,-1 1-1,1 0 1,0 1-1,0-1 1,-8 7-1,-17 10 11,-11 7 10,38-27 8,3 0-37,-20 10-9,0 16 12,20-26-28,1 20-1877,0-17 1186,1 0 1,-1 1 0,0-1-1,1 0 1,0 0 0,0 0-1,0 1 1,0-1 0,2 3-1,6 12-7891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55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6067,'0'0'3161,"-2"0"-2543,-6 0 8481,6 0-9844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58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2641,'0'0'5806,"-19"0"-3979,15-1-1728,-1 1 0,1 0 0,0 0 0,0 1 0,0-1 0,0 1 0,0 0 0,0 0 0,0 0 0,0 0 0,0 1 0,0 0 0,1 0 0,-1 0 0,1 0 0,-5 4 1639,11-6-1693,1 0 0,0 0 1,-1-1-1,1 1 0,0-1 0,-1 0 1,1 0-1,3-1 0,19-4 116,-25 6 338,-12 0-327,8 0 13,8 0-59,1-2-14,-30 1-12233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02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40 7652,'0'0'5944,"-2"-2"-5856,-3-5-37,8 4 671,16 3 1151,-7 0-1515,14 0 234,1-2 0,35-6 0,-61 8-582,1-1 0,-1 1 0,1-1-1,-1 0 1,1 1 0,-1-1 0,1 0-1,-1 0 1,0 0 0,2-1 0,-2 1-47,0 0 1,0 0 0,0 1 0,0-1 0,0 0-1,0 1 1,0-1 0,0 1 0,0-1-1,0 1 1,0 0 0,1-1 0,-1 1 0,0 0-1,2 0 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0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0 5587,'0'0'3761,"-22"61"-3248,13-31 95,0-6 496,-3 0-559,3-5-353,-3-1-112,0-9-64,0-3-16,0-6-721,-7 0-1808,7 0-2385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03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6147,'-34'82'816,"49"-61"-720,1-6 64,2-3-160,3-6-1969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03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7011,'0'0'5392,"0"15"-5101,0-1-241,0-3 0,0-1-1,1 0 1,0 1-1,0-1 1,1 0 0,6 19-1,5-16 134,-13-13-153,1 0 1,-1 0-1,0 1 0,1-1 1,-1 0-1,1 0 1,-1 0-1,0 1 0,1-1 1,-1 0-1,1 0 1,-1 0-1,0 0 1,1 0-1,-1 0 0,1 0 1,-1 0-1,1 0 1,-1 0-1,0 0 0,1 0 1,-1 0-1,1 0 1,-1 0-1,1 0 1,-1-1-1,0 1 0,1 0 1,-1 0-1,0 0 1,1-1-1,-1 1 0,0 0 1,1-1-1,-1 1 1,0 0-1,1-1 1,-1 1-1,0 0 0,0-1 1,1 1-1,-1 0 1,0-1-1,6-18 279,0 0 0,-2 0 0,0 0 0,1-24 0,0-84-2609,-5 114-1905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4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80 5811,'0'0'3305,"-9"-15"3066,13-9-3450,-2 22-2884,-1 0 0,1-1 0,-1 1 1,1 0-1,0 0 0,0 0 0,0 1 1,0-1-1,0 0 0,0 1 0,1-1 1,-1 1-1,0 0 0,1 0 0,-1 0 1,1 0-1,4-1 0,6-1 81,1 0 1,-1 1-1,1 0 1,-1 1-1,24 2 1,-15-1 26,-19 0-131,1 0 0,-1 1 0,0-1 0,1 0 0,-1 1 0,0 0 0,0 0 0,1 0 0,-1 0 0,0 1 0,0-1 0,0 1 0,0 0 0,-1 0 0,1 0 0,0 0 0,-1 0 0,0 0 0,1 1 0,-1-1 0,0 1 0,0 0 0,0 0 0,-1-1 0,1 1 0,-1 0 0,1 1 0,-1-1-1,0 0 1,0 0 0,0 0 0,-1 1 0,1 4 0,-1 3 4,1-8-4,-1 1 1,1-1-1,-1 0 1,0 0-1,-1 1 0,1-1 1,0 0-1,-1 0 0,0 1 1,0-1-1,0 0 1,0 0-1,0 0 0,0 0 1,-1 0-1,0 0 0,1-1 1,-4 5-1,-8 2-2,1 0 0,-1-1 0,-20 10 0,-22 12-47,55-30 31,0 0 0,-1 1 0,1-1-1,0 0 1,-1 0 0,1 1-1,0-1 1,-1 0 0,1 1 0,0-1-1,0 0 1,-1 1 0,1-1-1,0 0 1,0 1 0,-1-1 0,1 0-1,0 1 1,0-1 0,0 1 0,0-1-1,0 0 1,0 1 0,0-1-1,0 1 1,0-1 0,0 0 0,0 1-1,0-1 1,0 1 0,0-1-1,0 0 1,0 1 0,0-1 0,0 1-1,1-1 1,-1 0 0,0 1-1,0-1 1,0 0 0,1 1 0,-1-1-1,0 0 1,1 1 0,-1-1-1,0 0 1,0 1 0,1-1 0,-1 0-1,1 0 1,-1 0 0,0 1-1,1-1 1,-1 0 0,1 0 0,22 10 89,-17-9-68,0 1 0,1 0 0,-2 0 1,1 0-1,0 1 0,0 0 0,-1 0 0,1 0 1,-1 1-1,0 0 0,0 0 0,-1 0 0,1 1 1,-1-1-1,0 1 0,0 0 0,0 0 0,-1 1 1,0-1-1,0 1 0,0-1 0,-1 1 0,1 0 1,-2 0-1,1 0 0,-1 0 0,1 1 0,-1 8 1,-1-13-1,1-1 1,-1 0-1,0 1 1,0-1-1,-1 1 1,1-1-1,0 1 1,0-1-1,-1 1 1,1-1-1,-1 1 1,1-1-1,-1 0 1,1 1-1,-1-1 1,0 0-1,0 0 1,-1 2 0,0-2-8,0 0 0,0 0 0,0 0 0,0 0 0,-1 0 0,1-1 0,0 1 0,0-1 0,-5 1 0,-5 0 8,-36 5-185,-87 0 0,134-6 67,0 0 0,0-1-1,0 1 1,0 0 0,0-1 0,1 1 0,-1-1-1,0 1 1,0-1 0,0 1 0,0-1 0,1 0-1,-1 1 1,0-1 0,1 0 0,-1 0-1,0 0 1,1 1 0,-1-1 0,1 0 0,-1 0-1,1 0 1,0 0 0,-1 0 0,1 0 0,0 0-1,0 0 1,0 0 0,-1 0 0,1 0 0,0 0-1,0 0 1,0 0 0,1-1 0,-1-3-667,0 1 1,0-1 0,1 1-1,0-1 1,-1 1-1,2 0 1,-1-1 0,2-3-1,15-21-5105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43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5 4706,'0'0'4840,"3"-1"-3549,-2 0-1236,-1 1 0,0 0 0,1 0 0,-1-1 0,0 1 0,1 0 0,-1 0 0,1 0 0,-1-1-1,0 1 1,1 0 0,-1 0 0,1 0 0,-1 0 0,0 0 0,1 0 0,-1 0 0,1 0 0,-1 0 0,1 0 0,-1 0 0,0 0 0,1 0 0,-1 0 0,1 0 0,-1 0 0,1 0 0,-1 0 0,0 1 0,1-1 0,-1 0-1,0 0 1,1 1 0,-1-1 0,0 0 0,1 0 0,-1 1 0,0-1 0,1 1 0,2 25 1861,-3 160 1299,0-184-3200,-1 1-1,1 0 1,0 0 0,-1 0 0,1-1 0,-1 1 0,0 0 0,0-1 0,0 1-1,0-1 1,-1 1 0,1-1 0,-1 1 0,-2 2 0,-2 3-25,6-7-121,-1-1 0,1 0 0,-1 1 0,1-1 0,-1 0 1,0 0-1,1 1 0,-1-1 0,1 0 0,-1 0 0,0 0 0,1 0 0,-1 0 0,0 0 0,1 0 0,-1 0 0,0 0 1,1 0-1,-1 0 0,0 0 0,1 0 0,-1 0 0,1-1 0,-1 1 0,-1-1 0,-15-7-5149,-3-14-829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43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4642,'-106'106'3298,"116"-106"-2514,2 0 1537,9 9-656,-3 6-1137,3-2 192,-3-7-544,-3-3-160,1-3-16,-4 0-912,-3 0-1297,0 0-1297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44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8228,'0'0'4034,"0"55"-2946,0-43-560,0 3-191,0 6-81,0-12-208,0 0-48,0 6-48,0-12-657,0 4-1952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44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6803,'124'28'2452,"-100"-22"-1524,-24 4 417,0 63-651,2-72-677,0-1 0,0 0 0,0 0 0,0 0 0,0 0 0,0 0 0,0 0 1,-1 0-1,1-1 0,0 1 0,2-1 0,-1-2 3,0 0 0,0 0 0,0-1 0,-1 1 1,0-1-1,1 1 0,-1-1 0,0 0 0,-1 0 0,1 0 0,-1 0 0,0 0 0,2-6 0,-2 4 73,0-1 0,0 0-1,0 1 1,-1-1-1,0 0 1,0 0-1,-3-13 1,3 20-77,0-1 1,0 1-1,-1 0 1,1-1-1,0 1 1,-1 0-1,1-1 1,0 1-1,-1 0 0,1 0 1,0-1-1,-1 1 1,1 0-1,-1 0 1,1-1-1,-1 1 1,1 0-1,0 0 1,-1 0-1,1 0 1,-1 0-1,1 0 0,-1 0 1,1 0-1,-1 0 1,1 0-1,-1 0 1,1 0-1,0 0 1,-1 0-1,1 0 1,-1 1-1,-8-1 231,8 0-277,16 0-3769,-4 0 1979,0 0 0,-1-1 0,17-3-1,-10 0-1308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6:44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2673,'0'0'9180,"0"-1"-9148,0-1 27,0 2 63,1 0-1,-1 0 1,1 0 0,-1 0-1,1 0 1,-1 0 0,1-1-1,-1 1 1,1 0 0,-1 0-1,0-1 1,1 1 0,-1 0-1,1-1 1,-1 1 0,0 0-1,1-1 1,-1 1 0,0 0-1,0-1 1,1 1 0,-1-1-1,0 1 1,0-1 0,17-19-1894,-10 14-2318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5827,'0'0'2057,"0"0"-1961,0 0 1,0-1 0,1 1-1,-1 0 1,0-1-1,0 1 1,0 0 0,0-1-1,0 1 1,0 0 0,0-1-1,0 1 1,0 0 0,-1-1-1,1 1 1,0 0-1,0-1 1,0 1 0,0 0-1,0-1 1,0 1 0,-1 0-1,1-1 1,0 1 0,0 0-1,-1-1 1,-1 1-76,1 0 0,-1 1 0,0-1 1,0 0-1,0 1 0,1-1 0,-1 1 0,0-1 0,1 1 1,-1 0-1,1 0 0,-1 0 0,0 0 0,1 0 1,0 0-1,-3 2 0,-1 0 430,11-11-219,7 0-70,-10 6-79,-1 1 0,0 0 0,0-1 0,0 1 0,0-1 1,0 0-1,0 0 0,2-2 0,-4 3 1069,-8 1-962,4 0-190,-1 1 0,1-1 0,0 1 1,-1 0-1,1 0 0,0 0 0,0 1 0,0 0 1,0-1-1,0 2 0,-5 2 0,9-5-29,6-9-1121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1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5683,'0'0'4466,"4"-8"-3983,12-25 79,-11 8 3932,-6 21-1325,1 14-2540,-3 522 4544,3-564-5039,0 31-84,0-1-274,0-3 189,-21 3-21155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12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9828,'0'0'3362,"109"3"-2898,-90 12 145,-1-12-161,0 4 160,3-1-272,-3 0-240,0-6-96,1 12-64,-7-12-816,-9 0-1025,3 0-2737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12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6659,'0'0'8852,"-3"179"-8612,0-152-80,3-12-160,0-12-432,0-33-13078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13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44 4146,'0'0'4522,"0"-5"-3647,0-14-55,0 4 3186,-21 12-3109,11 2-802,0 0 0,0 1 0,0 0 1,0 1-1,-15 2 0,21-2-50,0 1 0,0-1 0,-1 1 0,1-1 0,0 1 0,0 1 0,1-1 0,-1 0 0,0 1 0,1 0 0,-1 0 0,1 0 0,0 0 0,-5 6 0,-3 7 218,0 1 0,0 0 0,-11 26 0,18-32-152,0 1 1,1-1-1,0 0 1,0 1 0,2 0-1,-1-1 1,1 16-1,0 22 133,0-20 16,4 45-1,-3-73-253,0 0-1,0 1 0,1-1 1,-1 0-1,0 0 0,1 0 0,-1 0 1,1 0-1,-1 0 0,1 0 1,0 0-1,-1 0 0,1 0 0,0 0 1,0 0-1,0 0 0,0-1 0,0 1 1,0 0-1,0-1 0,0 1 1,0 0-1,0-1 0,0 1 0,0-1 1,0 0-1,0 1 0,0-1 1,2 0-1,4 1 8,-1 0 0,1-1 0,0 0 0,8-2 0,2 1 57,5 2-4,-14-1-55,-1 1 1,1-1-1,-1-1 0,14-2 0,-18 2-10,0 0-1,-1 1 1,1-2-1,-1 1 1,1 0-1,-1-1 1,0 1-1,0-1 1,1 1-1,-1-1 1,0 0-1,-1 0 0,1 0 1,0 0-1,0 0 1,-1-1-1,2-3 1,3-6 26,-1 0 0,0-1 0,-2 0-1,1 0 1,-1 0 0,-1 0 0,-1-1 0,0 1 0,-1-24 0,0-60 1080,0 96-1098,0-1 0,-1 1 0,1 0-1,0-1 1,-1 1 0,1-1 0,-1 1-1,0 0 1,1 0 0,-1-1 0,0 1-1,0 0 1,0 0 0,0 0 0,0 0-1,0 0 1,0 0 0,0 0 0,-1 0 0,-1-1-1,-31-14-1317,25 12-36,6 3 707,-9-5-1875,4 1-2591,1-3-4103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15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346 283 2673,'0'0'6075,"10"-16"-5061,29-49 210,-36 60-880,0 0 0,0 0 0,-1-1 0,0 0 0,0 1 0,0-1 0,0 0 0,0-9 0,3-7 1344,-3 10-757,0-1 1,0 1-1,-1-1 1,-1-17-1,0 24-815,0 5-76,0-1 0,0 1 0,0 0 0,0 0 0,-1-1 0,1 1 1,0 0-1,-1 0 0,1-1 0,-1 1 0,1 0 0,-1 0 0,1 0 0,-1 0 0,0 0 1,0 0-1,0 0 0,1 0 0,-1 0 0,0 0 0,0 0 0,0 1 0,0-1 0,0 0 1,0 1-1,-1-1 0,1 0 0,0 1 0,0 0 0,-2-1 0,-4-1 37,0 1 0,0 0 0,0 1 0,-12 0-1,9 0-1,-1 0-28,1 1 0,0 0 1,-1 0-1,1 1 0,0 0 1,0 1-1,0 0 0,-14 7 0,10-2 48,0 0-1,1 1 0,0 0 0,-22 21 0,17-13 28,1 1 0,1 0 0,1 1 0,-22 34 0,30-40-88,0 0 1,1 0-1,0 1 1,1 0 0,1 0-1,0 0 1,1 1-1,-3 25 1,5-29-22,1-1 1,-1 1-1,2-1 1,0 1-1,4 19 1,-4-27-8,-1 0 0,2 0 0,-1-1 0,0 1 1,0 0-1,1-1 0,0 1 0,-1-1 1,1 0-1,0 0 0,0 1 0,0-1 0,0 0 1,1-1-1,-1 1 0,0 0 0,1-1 1,-1 1-1,1-1 0,0 0 0,-1 0 1,1 0-1,0 0 0,0 0 0,5 0 0,1 1 6,0-1 0,0 0 0,0 0-1,0-1 1,0 0 0,0-1-1,0 0 1,0 0 0,-1-1-1,1 0 1,0-1 0,-1 0-1,1 0 1,-1-1 0,0 0-1,0 0 1,0-1 0,-1 0 0,0 0-1,7-7 1,0 0-1,-2-1-1,0-1 1,16-21-1,-24 29-5,0 0-1,-1 0 0,1-1 0,-1 0 1,-1 1-1,1-1 0,-1 0 0,0 0 1,-1 0-1,1-1 0,-1-9 0,8 373 1696,-9-354-1719,0 0 0,-1-1 1,1 1-1,-1 0 0,1 0 1,-1-1-1,1 1 0,-1-1 1,0 1-1,0-1 0,0 1 1,0-1-1,0 1 0,0-1 1,-1 0-1,1 1 0,0-1 1,-1 0-1,1 0 0,-3 1 1,0 0-91,1 0 1,0 0-1,0-1 1,0 0-1,-1 0 1,1 0 0,-1 0-1,1 0 1,-1-1-1,-4 1 1,8-1-13,-1 0-1,0 0 1,0 0-1,1 0 1,-1 0 0,0 0-1,1-1 1,-1 1-1,0 0 1,1 0 0,-1-1-1,1 1 1,-1 0-1,0-1 1,1 1 0,-1 0-1,1-1 1,-1 1-1,1-1 1,-1 1 0,1-1-1,0 1 1,-1-1-1,1 0 1,0 1 0,-1-2-1,-4-19-2466,5 17 1782,-1-40-6443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15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 9460,'0'0'6307,"0"9"-5397,0 4-528,-1 1 0,0 0 0,-1 0 0,-1-1-1,0 1 1,-9 22 0,2-12 130,-2 0 0,0-1 0,-30 40-1,37-56-516,-1-1-1,1 1 0,-2-1 0,1 0 1,-1 0-1,1-1 0,-1 0 1,-1 0-1,1-1 0,-1 1 0,0-2 1,0 1-1,0-1 0,0 0 0,-15 2 1,15-4-210,-52 4-2444,57-5 2345,-1 0 0,0 0 0,1-1 0,-1 1 0,1-1 1,-1 0-1,0 0 0,1 0 0,0 0 0,-1-1 0,1 0 0,0 1 0,0-1 0,-4-3 1,2-1-286,0 1 0,0-1 0,0 0 0,1-1 0,0 1-1,0-1 1,1 1 0,-4-11 0,5 12 597,1-1-1,-1 1 1,1 0-1,0-1 1,0 1-1,0-1 1,1 1-1,0-1 1,0 0-1,1 1 1,-1-1-1,1 1 1,2-6-1,-2 8 175,0 1-1,1 0 0,-1 0 1,1 0-1,-1-1 0,1 2 1,0-1-1,-1 0 1,1 0-1,0 0 0,0 1 1,1-1-1,-1 1 1,0 0-1,0 0 0,1 0 1,-1 0-1,0 0 1,1 0-1,-1 0 0,1 1 1,3-1-1,9-1 690,0 0 0,26 2 1,-30 0-545,17 0 304,-7-1-393,0 0-1,0 2 1,0 1-1,0 0 1,0 2-1,0 0 1,21 8-1,-33-9-211,0 0-1,0 0 0,0-1 0,1 0 0,15 0 0,7-1-6986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15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13094,'0'0'5202,"31"128"-4353,-31-68 47,0 1-159,0-1-241,0 7-384,-9-7-112,-3 4-464,-13-22-2834,7-2-10884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2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52 5314,'0'0'4058,"0"-9"-2705,0-25-411,0 25 2008,-8 12-2235,-11 14-191,-47 37 783,58-47-952,9-2 288,18-3 127,24-3 236,75-12 0,-103 12-955,-15 1-50,0 0 0,1 0 0,-1 0 0,0 0 0,0 0 0,0 0 0,1 0 1,-1 0-1,0 0 0,0 0 0,0 0 0,1 0 0,-1 0 0,0 0 0,0 0 0,0 0 1,0 0-1,1 0 0,-1 1 0,0-1 0,0 0 0,0 0 0,0 0 0,0 0 0,1 0 1,-1 0-1,0 1 0,0-1 0,0 0 0,0 0 0,0 0 0,0 0 0,0 1 1,0-1-1,0 0 0,0 0 0,0 0 0,0 1 0,1-1 0,-1 0 0,0 0 0,0 0 1,0 1-1,-1-1 0,1 0 0,0 0 0,0 0 0,0 1 0,0-1 0,0 0 0,0 0 1,0 0-1,0 0 0,0 1 0,0-1 0,-1 0 0,-5 10 29,6-10-25,-11 12 63,0-1-1,-1 0 0,-25 17 1,2-1-31,-6 4 19,-79 49 0,113-77-34,22-5 47,75-43 344,-67 31-286,1 2 1,0 1-1,48-16 1,-70 27 125,-7 0-218,-1 1 0,1 0 0,-1 0 0,1 0 0,0 1 0,0 0 0,-8 4-1,-21 6-80,29-11-193,-5 1 525,3-1-4154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23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2513,'0'0'2225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28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630 125 5475,'0'0'4370,"4"-8"-3509,10-25 276,-11 25 3617,-18 3-3844,-29-9 615,-4-2-62,7 1-111,28 11-1093,0 0-1,0 0 1,0 2-1,-18-3 1,13 3-140,-5-1 114,1 2 0,-43 2 0,16 1 57,30-3-175,12 1-58,0-1 0,0 1 0,0 0 1,0 1-1,0 0 0,0 0 1,0 1-1,-11 3 0,1 0 20,16-4-64,-1-1 0,0 0-1,1 1 1,-1-1 0,1 1 0,-1 0 0,1-1 0,-1 1 0,1 0 0,-3 2 0,-7 9 88,1 0-1,1 1 1,0 0 0,0 0 0,2 1 0,-1 0-1,-4 16 1,4-9 33,1 1 1,1 0-1,1 0 0,-4 35 1,6 79 223,3-118-319,1-8-18,0 0 0,1 0-1,0-1 1,1 0 0,0 1 0,1-1-1,-1 0 1,8 10 0,11 32 78,-20-43-83,2-1 0,-1 1 1,1-1-1,0 0 0,1 0 0,0 0 0,0-1 1,0 0-1,1 0 0,0 0 0,8 6 1,-10-9 11,0-1 1,0 1 0,1-1 0,-1 0 0,1 0-1,0 0 1,0-1 0,0 0 0,9 2 0,48-2 359,-37-1-267,-20-1-107,0 0 0,-1 0 0,1 0 0,-1 0-1,1-1 1,-1 1 0,0-1 0,0 0 0,0-1 0,0 1 0,0-1-1,0 0 1,4-4 0,6-5 48,23-29 0,2 2 44,-31 32-60,0-1 0,0 1 0,-1-2 1,0 1-1,0-1 0,-1 0 0,0 0 1,0-1-1,6-16 0,-10 15 6,-1 9-44,-1 1 0,0-1 0,0 1 0,1-1 0,-1 1 0,1-1 0,0 1 0,-1-1-1,1 1 1,0 0 0,0-1 0,0 1 0,0 0 0,1-2 0,-1 1 3,0 0 1,0 0-1,-1 0 1,1 0-1,-1 0 1,1 0-1,-1-1 1,0 1-1,0 0 1,0 0-1,0 0 1,0-1-1,-1-3 1,0 0 19,1 0 0,0 0 1,0 0-1,3-11 0,-3 12-31,0 4-37,0 8-6553,0 7-464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29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78 3906,'0'0'6678,"0"-10"-6100,1-5-76,1-8-143,-2-4 5210,-9 26-3821,-5 1-1351,8-1-279,0 1 0,0 0 0,1 0 0,-1 0 1,0 1-1,0 0 0,1 0 0,-1 0 0,0 1 0,1-1 0,0 2 0,-1-1 0,1 0 0,-8 6 1,6-3-14,-1 1 0,2 0 0,-1 0 1,1 1-1,0-1 0,0 1 0,0 1 0,1-1 1,0 1-1,1 0 0,0 0 0,0 0 1,1 0-1,0 1 0,0 0 0,1-1 1,0 1-1,1 0 0,-1 18 0,1-16-29,0 28 30,0-38-100,1 0-1,1 1 1,-1-1-1,0 1 0,0-1 1,0 0-1,1 1 1,-1-1-1,1 0 1,-1 1-1,1-1 1,-1 0-1,1 0 0,0 0 1,-1 1-1,1-1 1,0 0-1,0 0 1,0 0-1,0 0 1,2 1-1,5 0 8,0 0 1,0-1-1,0 0 0,0 0 1,0-1-1,0 0 0,0-1 1,1 1-1,-1-1 0,0-1 1,15-4-1,-10-3-3,0 0 0,0 0 1,-1-2-1,0 1 0,-1-2 0,0 1 0,15-23 1,-21 28-10,1-1 6,0-1-1,0 1 1,-1-2 0,0 1 0,0 0 0,6-17 0,-11 105 3088,1-25-2655,-2 29 13,2 97 187,1-142-452,2 0 0,13 60-1,-10-81 230,-7-19-449,-1-1 0,1 0 0,0 0 0,-1 0 1,1 1-1,-1-1 0,1 0 0,-1 1 0,0-1 1,0 0-1,0 1 0,0-1 0,0 1 1,0 0-1,0-1 0,-1 1 0,1 0 0,0 0 1,-1-1-1,1 1 0,-1 0 0,1 0 0,-1 1 1,0-1-1,-1-1 0,-4 0-738,1-1 0,-1 1-1,0 0 1,0 1 0,-13-2 0,-16 2-4979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30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55 5875,'0'0'6915,"3"-9"-5330,7-27 63,-8 27 988,-3 17-2407,0 1 0,-1 0-1,0 0 1,-1-1 0,0 1 0,-1-1-1,1 0 1,-8 11 0,-4 12 119,-9 28 114,14-33-536,-1 0 0,-26 46 0,29-63-1340,1-8-2465,1-1-1665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30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1056,'0'0'13975,"55"42"-13975,-43-33 0,-3-9-1009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38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173 151 5667,'0'0'8155,"11"-24"-7226,34-76-108,-32 73 1847,-13 30-2078,0 5-468,-1 0 1,0 0-1,-1-1 0,0 1 1,0 0-1,-1 0 0,-3 7 1,-30 55 668,23-46-589,-40 76 273,-45 80-147,94-174-336,1-1 0,0 1 0,0 0 1,1 0-1,-1 0 0,1 0 1,0 1-1,-1 9 0,3-15-16,7-1-91,12-2 163,-1-1-1,0-1 1,1 0-1,-2-1 0,1-1 1,22-11-1,22-7 54,16-7-51,-72 30 598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38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10261,'0'0'5922,"72"118"-5633,-60-85-177,-6-3 32,0 1 16,-6-4-96,0-6-48,0 0-16,0-9-128,0-6-1281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38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15 8708,'0'0'3092,"-1"-3"-2521,1 2-505,0 1 0,-1-1-1,1 0 1,0 1 0,0-1 0,0 1-1,-1-1 1,1 1 0,0-1 0,-1 1 0,1-1-1,-1 1 1,1-1 0,0 1 0,-1 0 0,1-1-1,-1 1 1,1 0 0,-1-1 0,1 1-1,-1 0 1,1-1 0,-1 1 0,0 0 0,1 0-1,-1 0 1,1 0 0,-1-1 0,0 1 0,0 1 24,0-1 1,0 1 0,0 0 0,0-1 0,0 1 0,1 0 0,-1 0 0,0-1 0,1 1 0,-1 0 0,0 0 0,1 0 0,-1 0 0,1 0 0,-1 2 0,-4 11 730,-7 29-1,7-25-517,-1 2-18,-1 2-127,0 0 0,-2-1 1,-13 28-1,20-46-218,0 0 1,0-1-1,-1 1 1,1 0 0,0-1-1,-1 1 1,0-1-1,1 0 1,-1 0-1,0 0 1,0 0-1,0-1 1,-1 1-1,1-1 1,-6 2-1,3-1-822,-1-1-1,1 0 0,0 0 0,-12 0 1,-8-1-3787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3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7988,'0'0'6275,"191"27"-5427,-131-3-224,4 3-160,-13 0-207,-5 1-257,-13 2-16,-21-3-769,-12-9-4145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5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225 222 1329,'0'0'4244,"8"-8"-3921,27-25 21,-14 13 530,-19 5-191,-2 7-530,2-62 2083,-1 4 3412,-29 65-4165,11 1-1167,3 0 0,1 0 1,-20 3-1,28-2-224,0 0-1,0 1 0,0 0 0,0-1 0,0 2 0,0-1 1,0 0-1,1 1 0,-7 5 0,-2 4 68,1 0 0,0 1 0,1 1 0,0 0 0,1 0 0,1 1 0,0 0 0,1 0 0,1 1 0,0 0-1,2 1 1,-1-1 0,-3 28 0,6-24-74,2 1-1,2 40 1,1-11 29,-4 26 26,0-24-26,7 68 1,-4-115-113,0 0 1,1 0-1,0 0 1,0 0-1,0 0 1,1 0 0,-1 0-1,1-1 1,0 1-1,5 4 1,4 5 17,25 22 1,-30-30-11,0-1 0,1 0-1,-1 0 1,1-1 0,0 0 0,1-1 0,-1 1-1,1-2 1,-1 1 0,18 2 0,-6-3 15,-1 0 0,1-1 0,39-4 0,-56 2-23,-1 1 0,0-1 1,0 0-1,0 0 0,0 0 0,0-1 0,0 1 1,0 0-1,0-1 0,0 1 0,0-1 0,0 0 1,-1 1-1,1-1 0,-1 0 0,0 0 0,1 0 1,0-3-1,20-42 17,-20 43-16,7-22 101,0-1 0,-3 1 0,0-1 0,-1-1 0,1-38 0,-7-139 463,1 188-555,-1 6-1,0 1-1,0-1 1,-1 0-1,-1 1 0,0-1 1,0 1-1,-1 0 1,0 0-1,-7-11 0,11 20-50,0 1-1,-1-1 1,1 1-1,0 0 1,-1-1-1,1 1 1,-1 0-1,1-1 1,0 1-1,-1 0 0,1 0 1,-1-1-1,1 1 1,-1 0-1,1 0 1,-1 0-1,1 0 1,-1 0-1,1-1 1,-1 1-1,1 0 0,-1 0 1,1 0-1,-1 1 1,1-1-1,-1 0 1,1 0-1,-1 0 1,1 0-1,-1 0 1,1 1-1,-1-1 1,1 0-1,-1 0 0,1 1 1,-1-1-1,1 0 1,-1 1-1,-16 14-2879,15-13 2416,-22 23-6093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08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618 55 3810,'0'0'3895,"6"-8"-3532,20-22 224,-19 23 5381,-29 6-3850,-300-8 4109,258 9-5603,56 1-576,-1 1-1,1-1 1,0 2 0,0-1-1,-1 1 1,1 0 0,1 0-1,-1 1 1,0 0 0,1 1-1,0 0 1,0 0 0,1 0-1,-11 11 1,-47 65 571,56-69-570,1 0 0,0 0 0,1 0 1,0 1-1,1 0 0,0 0 0,1 0 0,1 1 0,0 0 0,1-1 1,-1 21-1,3 114 412,1-140-446,0 1 0,1-1 0,0 0-1,0 0 1,1-1 0,0 1 0,1 0-1,-1-1 1,1 0 0,6 9 0,-2-5 10,0-1 0,1 0 1,0 0-1,0-1 1,18 14-1,-19-18-13,0 0 0,0-1 0,0 0 0,1 0 0,0-1 0,0 0 0,0 0-1,0-1 1,1 0 0,8 0 0,2-1-1,0 0 1,0-1-1,35-6 0,-37 3 1,0-1 0,0-2 0,0 1 0,-1-2 0,32-17 0,-22 9 5,0-2 0,40-34 0,-59 44-11,-1 1 0,0-1 0,0-1 0,0 1 0,-1-1 0,-1 0 0,9-15 0,-12 17-3,1 0 0,-1 0 0,0 0 0,-1 0 0,1 0 0,-1 0 0,0-1 0,-1 1 1,0 0-1,0 0 0,0-1 0,-3-11 0,3 14-3,-1 1 0,-1-1 1,1 1-1,0-1 0,-1 1 0,0 0 1,0 0-1,0 0 0,0 0 0,0 0 1,0 0-1,-1 0 0,0 1 0,1 0 1,-1-1-1,0 1 0,0 0 0,-5-3 1,-6-1-4,1 0 0,-1 1 1,-19-5-1,19 6 1,-34-8-492,0 1 0,-1 3 0,0 2 0,-65 1-1,113 5 299,0-1 0,0 2-1,1-1 1,-1 0-1,0 0 1,1 0 0,-1 0-1,0 0 1,1 1 0,-1-1-1,0 0 1,1 0-1,-1 1 1,0-1 0,1 1-1,-1-1 1,1 0-1,-1 1 1,1-1 0,-1 1-1,1-1 1,-1 1 0,1 0-1,-1-1 1,1 1-1,0-1 1,-1 1 0,1 0-1,0-1 1,0 1-1,-1 0 1,1 0 0,0-1-1,0 1 1,0 0-1,0-1 1,0 1 0,0 0-1,0 0 1,0-1 0,0 1-1,1 1 1,-2 7-1930,-4 12-4861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12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2097,'0'0'8441,"0"-14"-7614,0-40 211,0 40 2654,0 18-3174,-1 39 611,4 81 405,-2-110-1474,1-1-1,1 0 0,-1 0 0,2 0 1,0 0-1,1-1 0,6 14 0,-10-24-66,0-1 0,0 1 0,0-1 0,-1 1 0,2-1 0,-1 0-1,0 0 1,0 1 0,0-1 0,1 0 0,-1 0 0,0 0 0,1 0 0,-1 0-1,1-1 1,-1 1 0,1 0 0,-1-1 0,1 1 0,0-1 0,-1 1 0,4-1-1,-4 0-15,1 0 0,-1 0-1,1 0 1,-1-1 0,0 1-1,1-1 1,-1 1 0,0-1-1,1 0 1,-1 1 0,0-1-1,1 0 1,-1 0 0,0 0-1,0 0 1,0 0-1,0 0 1,0 0 0,0 0-1,0 0 1,0 0 0,-1-1-1,1 1 1,0 0 0,0-2-1,3-10-213,0 1 0,4-24 0,-5 24 76,-1 0 0,2 0 0,8-22 0,-12 34 163,1 0-1,0 0 1,0 0 0,-1-1-1,1 1 1,0 0-1,0 0 1,0 0 0,-1 0-1,1 0 1,0 0 0,0 0-1,0 0 1,-1 1-1,1-1 1,0 0 0,0 0-1,-1 1 1,1-1 0,0 0-1,0 1 1,0 0-1,23 24 266,-20-20-242,-1-1-1,0-1 1,1 1 0,0 0 0,0-1 0,0 0-1,0 1 1,0-2 0,1 1 0,-1 0 0,1-1-1,0 0 1,8 3 0,2-2 5,1-1-1,-1 0 1,1-1 0,-1 0 0,1-1-1,25-4 1,-40 3-28,1 1-1,0-1 1,-1 1 0,1-1-1,-1 0 1,0 0-1,1 1 1,-1-1 0,1 0-1,-1 0 1,0-1-1,0 1 1,0 0 0,1 0-1,-1 0 1,-1-1 0,1 1-1,0-1 1,0 1-1,0-1 1,-1 1 0,1-1-1,0 1 1,-1-1-1,0 1 1,1-1 0,-1-2-1,1-4 12,-1 1 0,1-1 0,-1 0 0,-2-9 0,2 16-16,-1-1 1,1 0 0,-1 1 0,0-1 0,1 1 0,-1-1 0,0 1 0,0-1 0,0 1 0,0-1 0,0 1 0,0 0 0,0-1 0,-1 1 0,1 0 0,0 0 0,-1 0 0,1 0 0,-1 0 0,1 0 0,-1 1-1,1-1 1,-1 0 0,0 1 0,1-1 0,-4 1 0,-8-6-25,13 6 11,-1-1 0,1 1 0,-1-1-1,1 1 1,0-1 0,-1 0 0,1 1 0,0-1 0,-1 0 0,1 1 0,0-1 0,0 0 0,0 1 0,-1-1 0,1 0-1,0 1 1,0-1 0,0 0 0,0 1 0,0-1 0,0 0 0,1 1 0,-1-1 0,0 0 0,0 1 0,0-1-1,1 0 1,-1 1 0,0-1 0,1 1 0,-1-1 0,1-1 0,3-2-128,0 0 0,0-1 1,0 1-1,1 1 0,0-1 0,5-3 0,5-3-210,8-9-498,-13 10 327,2 0 0,-1 1 1,1 0-1,23-11 0,-30 18 530,-4 1 35,-1 3 120,0 96 1217,16-98-1292,-9-1-87,0 0-1,-1-1 1,1 0-1,0 0 1,-1 0-1,1-1 1,6-3-1,-10 4-27,-1 0 0,1 0 0,-1 0 0,0-1 0,1 1 0,-1-1 0,0 0 0,0 0 0,0 0-1,0 0 1,0 0 0,-1 0 0,1 0 0,0-1 0,-1 1 0,0 0 0,0-1 0,1 1 0,-1-4 0,2 1 48,0 0 1,-1 1-1,1-1 0,1 1 1,-1 0-1,1 0 1,-1 0-1,1 1 0,0-1 1,0 1-1,9-5 0,0-2 7,-2 1 4,-6 6-32,0-1-1,0 0 1,0 0-1,0 0 1,-1-1-1,0 0 1,0 1-1,7-11 1,-11 14 44,0 0 0,1 0 0,-1 0 0,0 0 1,1 0-1,-1 0 0,0 0 0,0 0 0,0 0 1,0 0-1,0 0 0,0 0 0,0 0 0,0 0 1,0 0-1,-1 0 0,1 0 0,0 0 0,-1 0 1,1 0-1,0 0 0,-1 0 0,1 0 0,-1 0 1,0 0-1,0-1 0,-23 0-3317,-17 7-5165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14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46 4338,'0'0'10386,"2"-9"-9460,-1 4-888,5-23 920,-4 24-246,-1 21-19,-2 0-220,-1 0 1,-1 0-1,-1-1 1,0 1-1,-1-1 1,-10 22-1,0 1-105,15-38-366,-13 34 241,-18 38 0,27-64-256,-1-1-1,0 1 1,-1-1 0,0 0-1,0 0 1,0-1-1,-1 0 1,0 0 0,-14 11-1,19-17-185,-1 0 0,1 1 0,0-1-1,-1 0 1,1 0 0,-1 0 0,1-1-1,-1 1 1,0-1 0,1 1-1,-1-1 1,1 0 0,-1 0 0,0 0-1,1 0 1,-1 0 0,0-1 0,1 1-1,-1-1 1,1 0 0,-1 0-1,1 0 1,-1 0 0,1 0 0,-1 0-1,1-1 1,0 1 0,0-1 0,0 0-1,0 1 1,0-1 0,0 0-1,0 0 1,1 0 0,-1 0 0,1-1-1,-1 1 1,0-3 0,-2-6 103,0 0 1,1 0 0,0 0-1,1-1 1,1 1-1,-1-1 1,2 1-1,0-14 1,0 25 143,0-1 1,0 0-1,0 1 1,0-1-1,0 0 0,0 1 1,0-1-1,0 0 1,0 1-1,0-1 0,1 0 1,-1 1-1,0-1 1,0 0-1,1 1 1,-1-1-1,0 1 0,1-1 1,-1 1-1,1-1 1,-1 1-1,1-1 1,-1 1-1,1-1 0,0 0 1,18 0 1500,-12 1-1382,1 0 63,-1 0 1,1 1 0,-1 1 0,0-1 0,1 1 0,-1 0 0,0 1-1,0-1 1,7 5 0,5 5 307,31 22 0,-39-25-681,-1-1 1,1-1-1,0 0 1,1 0 0,0-1-1,0 0 1,1-1-1,19 5 1,-10-8-4754,-8-2-6181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16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249 128 4290,'0'0'6662,"15"-19"-5254,46-57-132,-46 52-268,-15 16 4619,-69 97-4272,-17 21-597,33-52-562,-65 56 0,117-113-201,0 0 0,0 0 0,0 0 1,0 0-1,0 0 0,0 0 0,0 0 0,1 0 1,-1 0-1,0 0 0,1 1 0,-1-1 0,1 0 1,-1 0-1,1 1 0,0-1 0,-1 0 0,1 1 1,0 1-1,0-3-62,20-1 2,0-1 83,0-1 0,-1 0 0,1-2 0,-1 0 0,27-12 0,7-1-8,73-29 18,-87 31-13,-33 15 828,-4 1-3686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16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1 1 11269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16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11269,'94'100'3154,"-82"-88"-1506,15 48-575,6 28 656,1 27-1729,-31-21-785,-3 3-4225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3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11077,'0'0'11958,"18"-6"-10849,-8 3-942,-5 1-85,0 0-1,-1 0 1,1 1 0,0 0 0,0 0-1,0 0 1,0 0 0,0 1 0,6 0 0,-9 1-50,-1-1 1,1 0 0,-1 1 0,0-1 0,1 1 0,-1 0 0,0-1 0,1 1 0,-1 0 0,0 0-1,0 0 1,0 0 0,0 0 0,0 0 0,0 0 0,1 2 0,0 0 43,0 0 0,-1 0 0,1 0 0,-1 0 1,0 1-1,0-1 0,-1 1 0,1-1 0,0 7 0,5 356 2991,-8-215-2444,2 876 850,24-645-1397,26-2-41,-10-76-224,-39-294 51,-1-8 59,0 0 0,0 0 0,0 0 0,1 1 0,-1-1 0,0 0 0,1 0-1,0 0 1,-1 0 0,1 0 0,0 0 0,0-1 0,0 1 0,0 0 0,3 3 0,-4-5 51,0 0-1,0 0 0,0 0 1,0 0-1,0 1 1,0-1-1,0 0 1,1 0-1,-1 0 0,0 0 1,0 0-1,0 0 1,0 0-1,0 0 1,1 0-1,-1 0 1,0 0-1,0 0 0,0 0 1,0 0-1,0 0 1,1 0-1,-1 0 1,0 0-1,0 0 0,0 0 1,0 0-1,0 0 1,1 0-1,-1 0 1,0 0-1,0 0 0,0 0 1,0 0-1,0-1 1,1 1-1,-1 0 1,0 0-1,0 0 1,0 0-1,0 0 0,0 0 1,0 0-1,0-1 1,0 1-1,0 0 1,0 0-1,0 0 0,1 0 1,-1 0-1,0-1 1,0 1-1,0 0 1,0 0-1,0 0 0,0 0 1,0-1-1,4-31-2807,3-51-4380,-6-39-11030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4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0 578 12246,'0'0'3999,"30"-14"-2972,-22 11-961,31-15 218,1 2-1,0 2 0,1 2 1,47-9-1,398-87 3452,177-70-1945,6 3-1621,-652 170-162,-7 2 6,1 0-1,-1 0 0,1 1 0,-1 1 0,1 0 1,16 0-1,-27 1-9,0 0 1,1 1-1,-1-1 0,1 0 1,-1 0-1,1 0 1,-1 0-1,1 0 0,-1 0 1,0 1-1,1-1 1,-1 0-1,1 0 0,-1 1 1,0-1-1,1 0 1,-1 0-1,0 1 0,1-1 1,-1 0-1,0 1 1,0-1-1,1 1 0,-1-1 1,0 0-1,0 1 1,1-1-1,-1 1 0,0-1 1,0 1-1,0-1 1,0 1-1,3 14 79,-1-1 1,0 1 0,-2 0-1,0 19 1,0-13 72,-1 194 1272,3 274 468,5-388-1492,28 151 1,43 98 92,-44-207-447,-34-140-47,121 541 144,-23 5-155,-85-429 37,-4 143 0,-9-253-26,0-1 0,0 1 0,-2 0 0,1 0 0,-4 11-1,3-16 0,0 0 0,0 0-1,0-1 1,-1 1 0,0-1-1,0 1 1,0-1-1,0 0 1,-1 0 0,0 0-1,-5 4 1,-23 17 24,-1-2 1,-1-1 0,-56 26 0,-118 40 183,130-57-132,-75 27 95,-3-6 0,-225 44-1,267-80-123,1-4 0,-201-5 0,281-8-50,0-1 0,1-1 0,-1-2 0,1-1 0,-48-16 0,67 17-27,-1 0 0,1-2 0,0 1 0,0-2 0,0 1 0,1-2 1,1 1-1,-1-2 0,1 0 0,1 0 0,0-1 0,0 0 0,1 0 1,-11-20-1,13 17-146,0-1 1,1 1 0,0-1-1,2 0 1,0 0 0,-3-21-1,2-1-1856,2-59 0,3 3-4222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5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0 12518,'0'0'1259,"-26"11"184,13-6-1219,-2 0 13,0 1-1,1 0 0,0 1 0,1 0 0,-1 1 0,1 1 0,1 0 0,0 0 0,0 2 0,1-1 1,-20 25-1,-1 9 896,-45 84 0,69-113-936,1 0-1,1 1 0,0 0 1,1 1-1,1-1 0,0 1 1,1 0-1,1 0 0,0 31 1,2-44-186,1 0-1,-1-1 1,1 1 0,0-1 0,0 1 0,0-1 0,0 0 0,0 1 0,1-1 0,0 0 0,-1 0 0,1 0 0,0 0-1,1 0 1,-1-1 0,0 1 0,1 0 0,0-1 0,-1 0 0,1 0 0,0 0 0,0 0 0,0 0 0,0 0 0,1-1-1,-1 1 1,0-1 0,1 0 0,3 0 0,8 3 9,1-2 0,-1 0 0,1-1 0,0-1 0,23-2-1,-30 1-18,1 0 0,-1-1 0,1 0-1,-1 0 1,0-1 0,0 0 0,0-1-1,0 0 1,-1-1 0,1 0-1,-1 0 1,0 0 0,-1-1 0,0 0-1,1-1 1,-2 0 0,1 0-1,7-11 1,-5 5 1,0-2 0,-1 1 0,0-1 0,-1 0 0,-1-1 1,-1 0-1,0 0 0,-1 0 0,4-31 0,-4-2 71,-4-87 0,0 134-74,0 0 0,0 0 1,0 0-1,0 0 0,0 1 1,-1-1-1,1 0 0,-1 0 0,1 1 1,-1-1-1,0 0 0,1 0 0,-1 1 1,0-1-1,0 1 0,0-1 1,-1 1-1,1 0 0,0-1 0,-1 1 1,1 0-1,0 0 0,-1 0 0,1-1 1,-1 2-1,0-1 0,1 0 1,-1 0-1,0 0 0,1 1 0,-1-1 1,0 1-1,0 0 0,0-1 0,1 1 1,-1 0-1,0 0 0,0 0 1,0 0-1,0 0 0,1 1 0,-1-1 1,0 1-1,0-1 0,0 1 0,1-1 1,-1 1-1,0 0 0,1 0 1,-3 1-1,0 1-136,1 0 0,-1 0 0,1 1 0,0-1 0,0 1 1,0-1-1,0 1 0,1 0 0,-1 0 0,1 0 0,0 0 0,-2 7 0,-2 8-2546,-7 30-1,12-43 1945,-11 46-8611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0 10853,'0'0'8481,"-4"0"-7494,-8 1-749,0 0-1,0 1 0,0 0 0,0 1 0,0 1 1,0-1-1,1 2 0,0 0 0,0 0 0,0 1 1,-11 8-1,3-1-17,1 1 0,1 0 0,1 1 0,0 1 0,-20 26 1,30-35-165,0 1 1,1 0-1,0 1 1,0-1 0,1 1-1,0 0 1,1 0 0,0 1-1,0-1 1,1 0-1,1 1 1,-1 0 0,1-1-1,1 1 1,0 0-1,0-1 1,2 11 0,-1-16-56,-1-1 1,1 1 0,0-1-1,0 0 1,1 1-1,-1-1 1,1 0 0,0 0-1,-1 0 1,1 0 0,1 0-1,-1 0 1,0-1-1,1 1 1,-1-1 0,4 3-1,-1-1-2,1-1 0,0 0 0,0 0-1,0 0 1,0 0 0,0-1 0,0 0 0,8 1-1,7 0-22,0-1 0,0-1 0,0 0 0,31-5 0,-39 3-42,0-1 1,-1-1 0,1 0-1,-1-1 1,0 0 0,0-1 0,-1 0-1,1-1 1,-1 0 0,-1 0-1,1-2 1,10-8 0,-13 9 41,-1 0-1,1-1 1,-1 0 0,-1 0-1,0 0 1,0-1 0,0 0-1,-1 0 1,0-1-1,-1 0 1,0 1 0,-1-1-1,0-1 1,3-17 0,-4 2 52,-2-47 0,0 70-23,0 0 0,0 0 0,0 0 1,-1 0-1,1 1 0,-1-1 0,0 0 1,0 0-1,0 1 0,0-1 0,0 1 0,-1-1 1,1 1-1,-1-1 0,1 1 0,-1 0 1,0 0-1,0-1 0,0 1 0,0 1 0,-1-1 1,1 0-1,-5-2 0,1 1-2,-1 1-1,1 0 1,-1 0 0,0 0-1,0 1 1,0 0 0,0 1 0,-12-1-1,18 1-30,0 0 1,-1 0-1,1 0 0,0 0 0,0 1 0,0-1 1,0 0-1,0 0 0,0 0 0,0 1 0,0-1 1,0 1-1,0-1 0,0 1 0,0-1 1,0 1-1,0 0 0,0-1 0,0 1 0,1 0 1,-1 0-1,0-1 0,0 1 0,1 0 0,-1 0 1,1 0-1,-1 0 0,1 0 0,-1 1 0,0 3-626,0 0 0,0 0 0,0 0 0,1 0 0,0 8 0,0-3-839,0 28-5798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80 10613,'0'0'8820,"-11"-15"-7756,6 6-912,2 3-76,-1 1 0,0-1 0,0 1-1,0 0 1,0 0 0,-10-8 0,12 12-43,0 0 0,0-1 0,0 1 0,-1 0 0,1 0 0,0 1 0,-1-1 0,1 0 0,0 1 0,-1-1 0,1 1 0,0 0 0,-1 0 0,1 0 0,-1 0 0,1 0 0,-1 1 0,1-1 0,0 0 0,-1 1 0,1 0 0,0 0 0,0 0 0,-1 0 0,1 0 0,-3 3 0,-17 9 315,1 1-1,1 1 0,0 1 0,-32 35 0,43-42-268,1 1-1,0 0 0,1 1 1,0 0-1,0 0 0,1 0 1,1 1-1,0-1 0,1 2 1,0-1-1,-3 18 0,5-20-62,1-1 0,0 1 0,1 0 0,0 0 0,2 14 0,-2-21-19,1 0 1,0 0-1,0 0 1,0-1 0,0 1-1,0-1 1,1 1-1,-1-1 1,1 1 0,-1-1-1,1 0 1,0 0-1,0 0 1,0 0 0,0 0-1,0 0 1,1 0 0,-1-1-1,0 1 1,1-1-1,3 2 1,7 2-140,0-2 0,0 0 0,0 0 0,0-1 1,1-1-1,-1 0 0,0-1 0,1 0 0,-1-1 0,25-6 0,-31 6 93,-1-1 0,1-1-1,-1 0 1,1 0-1,-1 0 1,0 0 0,-1-1-1,1 0 1,0 0-1,-1-1 1,0 0 0,0 0-1,0 0 1,-1 0 0,0-1-1,0 1 1,0-1-1,-1 0 1,0-1 0,0 1-1,0 0 1,3-14 0,0-2 72,-2-1 0,0 0 0,-2 0 0,0 0 0,-2-37 0,0 55 0,-1 0 0,1 1 1,-1-1-1,0 0 1,0 1-1,0-1 1,-1 1-1,1-1 0,-1 1 1,0 0-1,0-1 1,-1 1-1,-2-4 1,2 6 6,1-1 1,-1 1 0,1 0 0,-1-1-1,0 1 1,0 0 0,0 1 0,0-1-1,0 1 1,-1-1 0,1 1 0,0 0-1,-1 0 1,1 0 0,0 1 0,-1-1-1,1 1 1,-8 0 0,11 0-51,-1 0 1,0 1-1,0-1 1,1 0-1,-1 1 0,0-1 1,1 1-1,-1-1 1,0 1-1,1-1 0,-1 1 1,1 0-1,-1-1 1,1 1-1,-1 0 0,1-1 1,-1 1-1,1 0 1,0 0-1,-1-1 0,1 1 1,0 0-1,0 0 1,0 0-1,0-1 1,-1 1-1,1 0 0,0 0 1,0 0-1,1 1 1,-1 36-2139,0-25 502,0 24-4549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7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30 8468,'0'0'10797,"-16"-6"-10656,11 4-133,0-1 1,0 1 0,0 0 0,0 0-1,0 0 1,-1 1 0,1 0 0,-1 0 0,1 0 0,-1 1 0,0 0-1,1 0 1,-1 0 0,1 0 0,-1 1 0,1 0 0,-1 1 0,1-1 0,0 1-1,-1 0 1,1 0 0,-7 4 0,-10 8 260,0 0 0,1 2 0,0 0 0,2 1 1,0 2-1,0-1 0,-26 38 0,42-52-251,0 0 0,1 1 1,-1-1-1,1 1 0,0-1 0,0 1 1,0 0-1,1 0 0,-1 0 0,1 0 1,0 0-1,1 0 0,-1 0 1,1 0-1,0 0 0,1 0 0,-1 0 1,3 9-1,-3-13-21,0 0 0,1 0 0,-1 0 0,0-1-1,1 1 1,-1 0 0,1 0 0,0 0 0,-1 0 0,1-1 0,0 1 0,-1 0 0,1-1 0,0 1 0,0-1 0,-1 1 0,1 0 0,0-1 0,0 0 0,0 1 0,0-1 0,0 0-1,2 1 1,23 0-74,-17-1 25,2 0-84,0 0-1,1-1 1,-1 0 0,0-1-1,0 0 1,0-1-1,17-6 1,-20 5 103,-1 0-1,0 0 0,0-1 1,0 0-1,0 0 1,-1-1-1,0 0 0,0 0 1,0 0-1,-1-1 1,5-7-1,-4 5 39,-1-1 0,0 1-1,0-1 1,0-1 0,-2 1 0,1 0 0,-1-1 0,1-12-1,0-6 324,-1-55 0,-3 85-326,0-1 0,0 0-1,0 1 1,-1-1 0,1 0 0,0 0-1,0 1 1,0-1 0,-1 0 0,1 0-1,0 1 1,0-1 0,-1 0 0,1 0-1,0 0 1,0 1 0,-1-1 0,1 0-1,0 0 1,-1 0 0,1 0 0,0 0-1,0 0 1,-1 0 0,1 0 0,0 0-1,-1 0 1,1 0 0,0 0 0,-1 0-1,1 0 1,0 0 0,-1 0 0,1 0-1,0 0 1,-1 0 0,1 0 0,0 0-1,0 0 1,-1-1 0,1 1 0,0 0-1,-1 0 1,1 0 0,0-1 0,0 1-1,0 0 1,-1 0 0,1-1 0,0 1-1,0 0 1,0 0 0,-1-1 0,1 1-1,0 0 1,0-1 0,0 1 0,0 0-1,0 0 1,0-1 0,0 1 0,0 0-1,0-1 1,0 1 0,0 0 0,0-1 0,0 1-1,0 0 1,0-1 0,-2 6-355,0 1 0,0 0 0,1 0 0,0 0 0,0 0 0,1 0 0,0 11 0,-1-12-46,1 42-3766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70 6867,'0'0'12006,"-2"-12"-10563,1 6-1222,1 2-99,-1 0 0,0 0-1,0 1 1,0-1 0,0 0 0,0 1-1,-3-6 1,3 7-95,0 1 0,0 0 0,0 0 0,0 0-1,0 0 1,-1 0 0,1 0 0,0 0 0,0 0 0,-1 0 0,1 1 0,0-1-1,-1 0 1,1 1 0,-1-1 0,1 1 0,-1 0 0,1-1 0,-1 1 0,1 0-1,-1 0 1,1 0 0,-1 0 0,0 0 0,1 0 0,-1 1 0,-1-1 0,-8 3 52,1 0 0,-1 1 0,1 0 0,-1 1 0,1 0 0,1 0 0,-1 1 0,1 1 0,0-1 0,0 1 0,-14 16 0,13-12-29,0 0 0,0 1 0,1 0 0,1 1 0,0 0 0,1 0 0,0 1 0,-6 19-1,9-20-39,1 1 0,0 0 0,1 0 0,0 0-1,2 15 1,-1-26-15,1 0 0,0 1 0,1-1 0,-1 0 0,1 0 0,-1 0-1,1 0 1,1 4 0,-1-5-10,0-1 0,0 0 0,0 1 0,0-1 0,0 0 0,0 0 0,1 0 0,-1 0 0,0 0 0,1 0 0,-1 0 0,0 0 0,1-1 0,-1 1 0,1 0 0,-1-1 0,1 1 0,2 0 0,6 1-143,-1 0 1,1 0-1,1-1 0,-1 0 0,0-1 0,0 0 0,0-1 0,0 0 0,0 0 1,0-1-1,0-1 0,-1 0 0,1 0 0,0 0 0,-1-1 0,0-1 0,0 0 1,-1 0-1,1 0 0,-1-1 0,0-1 0,0 1 0,-1-1 0,0 0 0,0-1 0,-1 0 1,6-9-1,-5 3 205,0 0 1,-1-1-1,0 0 1,-1 0-1,-1-1 1,0 1-1,-2-1 1,1 0 0,-2 1-1,-1-30 1,1 44-39,-1 1 0,0-1 0,0 1 1,0-1-1,0 0 0,0 1 0,0-1 1,0 1-1,0-1 0,0 0 0,0 1 1,-1-1-1,1 1 0,0-1 0,0 0 1,0 1-1,-1-1 0,1 1 0,0-1 1,-1 1-1,1-1 0,0 1 0,-1-1 1,1 1-1,-1-1 0,1 1 0,-1 0 1,1-1-1,-1 1 0,1 0 0,-1-1 1,1 1-1,-1 0 0,1 0 0,-1-1 1,0 1-1,1 0 0,-1 0 0,1 0 1,-1 0-1,0 0 0,1 0 0,-1 0 1,0 0-1,1 0 0,-2 0 0,2 1-72,-1-1-1,1 0 1,-1 0-1,0 1 1,1-1-1,-1 0 1,1 1-1,-1-1 0,1 0 1,-1 1-1,1-1 1,0 1-1,-1-1 1,1 1-1,-1-1 1,1 1-1,0-1 1,-1 1-1,1-1 0,0 1 1,0-1-1,0 1 1,-1 0-1,1-1 1,0 1-1,0-1 1,0 1-1,0 0 0,0-1 1,0 1-1,0 0 1,0-1-1,0 1 1,1 0-1,-2 4-692,-2 24-3608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8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0 6019,'0'0'14284,"-6"2"-13532,1-1-699,0 1-1,1 0 1,-1 1 0,0-1 0,1 1-1,-1 0 1,1 0 0,0 0 0,-7 7-1,-34 42 287,31-35-175,0 1-48,0 1 1,1 1 0,1 0-1,-11 27 1,17-34-107,1 1 0,0 1 0,1-1 1,1 1-1,0-1 0,1 1 0,-1 21 0,3-34-17,0 0-1,0 0 1,0 1-1,0-1 1,0 0-1,0 0 1,1 0-1,-1 1 1,1-1 0,0 0-1,-1 0 1,1 0-1,0 0 1,0 0-1,0 0 1,0 0-1,3 2 1,-2-3-36,0 1 1,1-1 0,-1 0-1,1 0 1,-1 0-1,1-1 1,-1 1-1,1-1 1,0 1 0,-1-1-1,1 0 1,-1 0-1,6 0 1,0 0-47,0 0-1,-1-1 1,1 0 0,0 0 0,0-1 0,-1 0 0,1 0-1,-1-1 1,0 0 0,1 0 0,-1-1 0,-1 1 0,1-2-1,0 1 1,-1-1 0,0 0 0,0 0 0,6-7 0,-5 4 86,0 1 0,-1-1 1,0 0-1,0-1 0,0 1 1,-1-1-1,-1 0 0,1-1 1,-2 1-1,1-1 0,-1 1 1,-1-1-1,1 0 0,-2 0 1,2-21-1,-3 31-51,0 0 0,0 0-1,0 0 1,-1 0 0,1 0 0,0 0 0,0 1-1,0-1 1,0 0 0,0 0 0,0 0 0,0 0-1,0 0 1,0 0 0,0 0 0,0 0 0,0 0-1,0 0 1,0 0 0,0-1 0,-1 1 0,-1 15-1605,-3 21-2816,5 6-3345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7:5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47 5859,'0'0'11237,"3"-8"-9503,-2 5-1614,0 1-27,0 0 0,0 0 0,0 0 0,-1 0 0,1-1 0,-1 1 0,1 0 0,-1 0 0,0 0 0,0-3 0,0 4-77,-1 1 0,1-1 0,0 1 0,0-1 0,0 1-1,-1-1 1,1 1 0,0-1 0,0 1 0,-1 0 0,1-1 0,-1 1 0,1 0 0,0-1 0,-1 1 0,1 0 0,-1-1 0,1 1 0,0 0 0,-1 0 0,0-1 0,-21 0 219,12 4-169,0 0 0,0 0 1,0 1-1,0 1 0,1-1 1,-1 1-1,1 1 1,1 0-1,-1 0 0,1 1 1,-13 13-1,9-8-36,0 1 0,1 0 0,0 1 0,1 0 0,1 0 0,-11 24 0,16-26-37,0 1 0,1-1 0,0 0 0,1 1 0,0 0 0,1-1 0,1 22 0,0-33-16,0 0 0,0 0 0,1 0 0,-1 1 0,0-1 0,0 0 0,1 0 0,-1 0 0,1 0 0,-1 0 0,1 0 0,-1 0 0,1 0 0,-1 0 0,1-1 0,0 1 0,0 0 0,-1 0 0,1 0 0,0-1 0,0 1 0,0 0 0,0-1 0,0 1 0,1 0 0,1 0-82,1 1 0,0-1 0,0 0 1,-1 0-1,1-1 0,0 1 0,7-1 0,-1 0-138,1-1 1,-1 0-1,1 0 1,-1-1-1,16-5 1,-13 1 167,0-1 0,0 0 0,0 0 1,-1-1-1,0-1 0,-1 0 1,0-1-1,0 0 0,-1-1 1,0 0-1,14-22 0,-23 31 178,1-1 0,-2 1 0,1-1 1,0 0-1,0 1 0,-1-1 0,1 0 0,-1 1 0,0-1 0,0-5 0,0 5 252,-7 4-123,5 1-449,0-1 0,0 1 0,1-1 0,-1 1 0,1 0 0,-1 0 0,1 0 0,0-1 0,0 1 0,0 0 0,0 1 0,0-1 0,0 0 0,0 0 0,1 0 1,-1 3-1,0 0-588,-7 23-5947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11685,'0'0'3418,"13"31"-1596,16 35-1053,107 275 2032,-51 1-1260,-27 9-598,-15-82-375,-9-88-210,8-3 1,75 205-1,-56-228-224,7-3-1,6-2 1,7-5 0,6-2 0,6-5 0,162 185-1,-230-296-205,48 42 0,-51-53-453,-21-16 492,-1 0 1,0 0 0,0 0-1,0 1 1,1-1 0,-1 0-1,0 0 1,0 0-1,1 0 1,-1 0 0,0 1-1,0-1 1,1 0 0,-1 0-1,0 0 1,1 0 0,-1 0-1,0 0 1,0 0-1,1 0 1,-1 0 0,0 0-1,0 0 1,1 0 0,-1 0-1,0 0 1,1-1-1,-1 1 1,0 0 0,0 0-1,1 0 1,-1 0 0,0 0-1,0 0 1,0-1 0,1 1-1,-1 0 1,0 0-1,2-16-1241,-2 9 889,-5-60-3782,-15-29-4973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2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4 839 7491,'0'0'9277,"0"-16"-8664,-1 7-528,0 5-61,1-1-1,-1 1 0,1 0 0,0 0 1,0 0-1,0 0 0,1 0 1,-1 0-1,1 0 0,0 0 0,0 0 1,1 0-1,-1 0 0,1 0 0,0 1 1,0-1-1,0 0 0,0 1 1,1 0-1,-1 0 0,1-1 0,0 2 1,0-1-1,4-3 0,245-134 1215,-206 117-1086,522-240 1587,-393 186-1378,310-112-86,-463 182-236,0 2 0,1 0 0,0 1 0,-1 2 0,32 0 0,-50 2-24,-1 0 1,0 1-1,0-1 0,1 1 0,-1 0 0,0 0 0,0 0 0,0 1 0,0-1 0,0 1 0,0-1 0,0 1 0,-1 0 0,1 0 0,-1 1 0,1-1 0,-1 0 0,0 1 0,0-1 0,0 1 0,0 0 0,0 0 0,-1-1 0,1 1 0,1 5 0,3 7 86,-1 1-1,0 0 0,5 31 1,29 345 1630,-9-58-645,-5-191-661,81 265 1,100 121-172,208 317 31,-77-153-120,-312-626-163,29 134 0,-7 74-38,-35-176 42,-2 143-1,-10-238-1,0 0 0,0-1 0,-1 1 0,1 0-1,-1-1 1,1 1 0,-1-1 0,0 1 0,-1-1 0,1 1 0,0-1-1,-1 0 1,0 1 0,-3 3 0,2-4 14,-1 1-1,0-1 1,0 0-1,0 0 1,0 0-1,-1-1 1,1 1-1,-1-1 1,0 0-1,-6 2 1,-9 2 95,0-1 1,0-1-1,-1 0 1,-30 0 0,-90-4 5,62-1-110,-139-3-92,-185 5-2283,363 3 1247,0 1 0,-63 17 0,67-12-1518,-41 19 0,-37 25-8979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4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10389,'0'0'8870,"40"0"-7384,14 1-997,33 0 442,88-9 0,291-60 1739,-282 37-1971,856-154 1615,-1031 183-2324,1-1 41,-20 8-415,-27 14-1340,0 2 0,2 1 0,-42 34 0,12-9-2660,-16 8-3244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5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1571 8692,'0'0'7102,"21"-33"-6046,0-1-687,1-3 313,2 0 1,2 2-1,50-53 0,63-66 2430,111-112-611,124-69-766,25-24-826,-393 354-905,28-27 73,-2-2 0,-1-1 0,35-51 0,-110 157-6736,-9-2 880,-9 8-3593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5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1813 9012,'0'0'7780,"18"-34"-7252,-13 25-468,159-261 2252,42-35 1069,62-87-1445,-193 293-1347,159-161 1,-99 138 162,258-180 1,-389 299-785,0 0 1,0 1-1,0-1 1,1 1 0,-1 0-1,8-2 1,-11 4-47,0 0-1,0 0 1,0 0 0,0-1 0,0 1 0,0 0 0,-1 0-1,1 1 1,0-1 0,0 0 0,0 0 0,0 0 0,0 1-1,0-1 1,0 0 0,0 1 0,-1-1 0,1 0 0,0 1-1,0 0 1,-1-1 0,1 1 0,0-1 0,-1 1 0,1 0-1,0-1 1,-1 1 0,1 0 0,-1 0 0,1-1 0,-1 1-1,1 0 1,-1 0 0,0 0 0,1 0 0,-1 0 0,0 0-1,0-1 1,0 1 0,0 0 0,0 1 0,2 50-3927,-2 23-1293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6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2035 1921,'0'0'12840,"6"-19"-10913,67-165 2014,-12 34-1877,78-230 404,35-93-1385,164-268-464,-305 679-611,-31 59-4,0 1 1,-1-1 0,1 1-1,0-1 1,0 1-1,1 0 1,-1 0-1,4-3 1,-6 5-37,1 0 1,-1 0-1,1-1 1,-1 1 0,1 0-1,-1 0 1,1 0 0,-1 0-1,1 0 1,-1 0-1,0-1 1,1 1 0,-1 0-1,1 0 1,-1 1-1,1-1 1,-1 0 0,1 0-1,-1 0 1,1 0 0,-1 0-1,1 0 1,0 1-1,-1 0-144,1-1 1,0 1-1,0 0 0,-1 0 0,1 0 0,0 0 0,-1-1 0,1 1 0,-1 0 0,1 0 0,-1 0 1,0 0-1,1 0 0,-1 0 0,0 2 0,7 49-5058,-5 21-2375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6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1889 10725,'0'0'7571,"0"-227"-6178,48 130-32,13-36-353,9-31-111,20-23-305,4 5-144,6 13-240,3 20-80,-9 34-128,-15-3-32,-19 9-800,-30 0-2930,-21-21-9140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7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85 684 6307,'0'0'1390,"-3"-33"397,-10-106 105,-5-1 1128,18 138-2927,0 0 0,-1 1 0,1-1 0,0 1 0,-1-1 0,1 0 0,-1 1 0,1-1 0,-1 1 0,0 0-1,0-1 1,0 1 0,0 0 0,0-1 0,0 1 0,-1-1 0,2 2-66,0 0-1,-1 0 1,1 0-1,0-1 1,-1 1 0,1 0-1,0 0 1,0 0-1,-1 1 1,1-1-1,0 0 1,0 0-1,-1 0 1,1 0-1,0 0 1,-1 0-1,1 0 1,0 0 0,0 0-1,0 1 1,-1-1-1,1 0 1,0 0-1,0 0 1,0 1-1,-1-1 1,1 0-1,0 0 1,0 0 0,0 1-1,-1-1 1,-6 20 168,-3 37 638,2 0-1,3 0 0,5 113 1,0-162-781,1 1 1,0 0-1,1 0 1,-1-1-1,2 1 0,5 14 1,-7-20-45,1 1-1,0-1 1,0 1-1,0-1 1,1 0 0,-1 0-1,1 0 1,0 0-1,0 0 1,0-1 0,0 1-1,0-1 1,0 0-1,1 0 1,-1 0 0,1 0-1,4 1 1,-3-1-5,1-1 1,-1 1-1,1-1 1,0 0-1,-1 0 1,1 0-1,0-1 1,0 0-1,-1 0 1,1-1-1,0 0 1,0 1-1,-1-2 1,1 1-1,0-1 1,6-3-1,-6 2-1,1-1 0,0-1 0,-1 1 1,0-1-1,0 0 0,0-1 0,0 1 0,-1-1 0,0 0 0,7-12 1,-1-3 1,0 0 1,-1 0-1,-1-1 1,-2-1-1,0 1 1,8-47 0,-7-6 64,-2-135 1,-6 161 113,0 63-174,0 0-1,2 0 1,-1-1-1,2 1 1,0 0-1,0-1 1,12 26 0,-13-34-9,0 0 0,1 0 1,0 0-1,1 0 1,-1 0-1,1-1 1,-1 0-1,1 0 1,1 0-1,-1 0 1,0-1-1,1 1 1,0-1-1,0 0 1,0-1-1,0 1 1,0-1-1,1 0 1,-1 0-1,0 0 1,1-1-1,0 0 1,5 0-1,2 1 4,-1-2 0,1 1 0,-1-2 0,1 1 0,18-5 0,-25 4-2,0-1-1,-1 0 1,1-1-1,-1 1 1,1-1-1,-1 0 1,0 0 0,0-1-1,0 0 1,-1 1-1,1-2 1,-1 1-1,4-5 1,1-3 5,0 0 0,-1 0 0,-1-1 1,0 0-1,0-1 0,-1 1 0,-1-1 0,-1 0 1,4-19-1,-2 0 18,-2-1 0,0-63 0,-4 93-24,1-2 10,-1 0 0,-1 0 1,1-1-1,-1 1 0,0 0 0,-3-9 1,4 13-13,-1 1 1,0-1 0,0 0 0,0 1 0,0 0-1,-1-1 1,1 1 0,0 0 0,-1-1 0,1 1-1,-1 0 1,1 0 0,-1 0 0,1 0 0,-1 0-1,0 1 1,1-1 0,-1 0 0,0 1-1,0-1 1,0 1 0,1 0 0,-1-1 0,0 1-1,-2 0 1,-23 1-295,27-1 166,-1 1-1,0-1 1,1 0-1,-1 1 1,0-1-1,1 0 1,-1 1-1,1-1 1,-1 1-1,1-1 1,-1 1 0,1-1-1,-1 1 1,1-1-1,-1 1 1,1-1-1,-1 1 1,1 0-1,0-1 1,0 1-1,-1 0 1,1-1-1,0 1 1,0 0-1,0-1 1,-1 1-1,1 0 1,0-1 0,0 1-1,1 1 1,0 3-4730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8:07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 9909,'0'0'7315,"85"64"-7107,-37-64-16,1-3-160,-4-34 16,-9-11-16,-17-1 32,-16 4-64,-3 3 0,-3 18 0,-43 24-832,-23 0-1889,-13 12-6051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23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9877,'0'0'4442,"3"-15"-3933,9-44-301,-6 43 625,-6 16-817,0 0 0,0 0 0,0 0 0,0 0 0,0 0 0,0 0-1,0 0 1,0 0 0,0 0 0,0 0 0,0 0 0,0 0 0,1 0-1,-1 0 1,0 0 0,0 0 0,0 0 0,0 0 0,0 0 0,0 0 0,0 0-1,0 0 1,0 0 0,0 0 0,0 0 0,0 0 0,1 0 0,-1 0-1,0 0 1,0 0 0,0 0 0,0 0 0,0 0 0,0 0 0,0 0-1,0 0 1,0 1 0,0-1 0,0 0 0,0 0 0,0 0 0,0 0 0,0 0-1,0 0 1,0 0 0,0 0 0,0 0 0,0 0 0,1 0 0,-1 0-1,0 1 1,0-1 0,0 0 0,0 0 0,0 0 0,0 0 0,0 0 0,-1 0-1,1 0 1,0 0 0,0 0 0,0 0 0,0 0 0,0 0 0,0 1-1,0-1 1,0 0 0,1 18 1086,-1-18-1149,11 233 4698,-5-182-4409,2 0 1,23 78-1,-25-109-219,1 0-1,1 0 1,1 0-1,0-1 1,2 0-1,22 30 1,-32-47-97,1 0-1,0-1 1,0 1 0,0-1 0,0 1 0,0-1 0,0 1 0,0-1-1,3 1 1,12 1-3589,-17-3 3569,1 0-1,-1 0 0,0 0 1,0 0-1,0 0 1,0 0-1,1 0 1,-1 0-1,0 0 0,0 0 1,0 0-1,1 0 1,-1 0-1,0 0 1,0 0-1,0 0 0,1 0 1,-1 0-1,0-1 1,0 1-1,0 0 1,0 0-1,0 0 0,1 0 1,-1 0-1,0-1 1,0 1-1,0 0 1,0 0-1,0 0 0,0 0 1,0-1-1,0 1 1,1 0-1,-1 0 1,0 0-1,0-1 0,1-19-5584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59:23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86 6691,'0'0'6206,"-4"-6"-5940,-10-20-26,14 25-227,0 1-1,0 0 1,0 0-1,-1 0 1,1 0-1,0 0 0,0-1 1,0 1-1,0 0 1,0 0-1,0 0 0,0 0 1,0 0-1,0-1 1,0 1-1,0 0 1,0 0-1,0 0 0,0 0 1,0-1-1,0 1 1,0 0-1,0 0 0,0 0 1,0 0-1,0-1 1,0 1-1,0 0 0,0 0 1,0 0-1,1 0 1,-1-1-1,0 1 1,0 0-1,0 0 0,0 0 1,0 0-1,0 0 1,0 0-1,1 0 0,-1-1 1,0 1-1,0 0 1,0 0-1,0 0 0,1 0 1,-1 0-1,0 0 1,0 0-1,0 0 1,1 0-1,8 0 270,-7 0-126,15 0 391,185-5 2334,-166 2-2780,0-2-1,0-1 1,54-17 0,-88 22-12,-1 0 1,0 1-1,1-1 1,-1 1 0,1-1-1,-1 1 1,1 0-1,-1 0 1,1 0 0,-1 0-1,3 0 1,-3 0-27,-1 1 0,1 0 0,-1 0 0,0-1 0,0 1 1,1 0-1,-1-1 0,0 1 0,0 0 0,0 0 0,0 0 1,0-1-1,0 1 0,0 0 0,0 0 0,0-1 0,0 1 0,0 1 1,0 9-413,-1 137 1079,2 181 824,1-284-1293,17 87 0,22 43-168,-11-50-255,-30-125-117,2 6 410,-4-4-1103,-5-6-2441,-33-29-3126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04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 17960,'0'0'6785,"-4"24"-6487,-2 23 88,2 1 0,2 65 0,5 389 2130,-3-491-2495,-1-1-1,0 0 0,-1 0 1,0 0-1,-1-1 0,0 1 1,0 0-1,-1-1 1,-6 11-1,6-14-222,1-1 0,-1 0 0,0 0 0,0 0 0,0 0 0,-10 7 0,10-9-310,-1 0-1,1-1 1,-1 1-1,1-1 0,-1 0 1,0 0-1,0 0 0,0-1 1,-6 2-1,-26-1-6456,0-2-5145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04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1 209 9012,'0'0'12982,"215"-82"-12854,-121 61-112,-7-3 16,-8 3-64,-24 5-96,-25 4-1088,-21 0-561,-9 9-656,0-9-1953,-42 6-3298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0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1 385 9380,'0'0'11846,"30"-176"-11190,46 137-304,12-1-240,2 4-112,-14 3-832,-12-1-3010,-28 7-9588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19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1 400,'0'0'0,"-91"175"-256,70-99 256,3 21 80,-3 18 176,5 9-64,1 0-112,12-6-80,3-15-144,0-18-304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40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1133 383 912,'0'0'1772,"28"-25"-961,91-81 59,-112 100-664,1 0 1,-1-1-1,0 0 0,-1-1 1,0 1-1,8-14 1,-8 11 103,-3 2-33,1 0-1,-1 0 1,-1 0-1,0 0 0,0-1 1,-1 1-1,1-1 1,-2 0-1,1 1 1,-2-15-1,1 12 98,-1 9-305,0 0-1,0 0 1,0 1-1,1-1 1,-2 0-1,1 0 1,0 1-1,0-1 1,0 1-1,-1-1 1,1 1-1,-1 0 1,1-1-1,-1 1 1,0 0-1,1 0 1,-1 0-1,0 0 1,0 0-1,-3-1 1,-42-15 765,16 11-624,0 2 0,0 1-1,0 1 1,-44 3 0,23 0-24,-27-2 202,-129 5 490,172-1-680,0 1 0,0 2-1,-60 19 1,39-6 75,1 3-1,-99 53 1,132-61-213,1 0 1,1 1-1,0 1 1,1 1-1,1 1 0,1 1 1,0 1-1,1 0 1,-15 26-1,24-33-48,0 1 0,2 1 0,0-1-1,0 1 1,1 0 0,-4 26 0,4-5 24,-1 66 0,6-82-25,0 0 0,2 0 1,0 0-1,1 0 0,6 22 1,-5-30-11,0-1 0,1 0-1,0 0 1,1 0 0,0 0 0,1-1 0,0 0 0,0-1 0,16 16 0,-5-9-11,0 0 1,1-2-1,1 0 0,0-2 0,1 0 0,0-1 0,0-1 0,1-1 0,44 12 1,-19-11 45,0-1 0,0-3 0,93 0 0,-109-5-18,0-2 0,0-1 1,0-1-1,0-2 0,-1-1 0,40-13 1,-46 10-5,0-2 0,-1-1 0,0 0-1,-1-2 1,-1 0 0,0-1 0,-1-2 0,36-36 0,-42 36-2,-1 0-1,0 0 1,-1-1-1,-1-1 1,0 0-1,-2 0 1,0-1 0,-2 0-1,0-1 1,-1 0-1,4-23 1,-5 2 21,-2 0 0,-3-63 0,0 91-22,-2 1 1,0 0-1,0 0 0,-1 0 1,-1 0-1,0 0 1,-1 0-1,0 1 1,-1 0-1,0 0 1,-1 1-1,0 0 1,-1 0-1,0 0 1,-1 1-1,0 0 1,-1 1-1,0 0 1,-15-10-1,19 14-10,1 1 0,-2 1-1,1-1 1,0 1 0,-1 0 0,0 0 0,0 1 0,1 0-1,-1 0 1,-1 1 0,-8-1 0,12 1-17,0 1 0,1 1 0,-1-1 0,0 1 1,0-1-1,1 1 0,-1 0 0,1 0 0,-1 1 0,1-1 0,-1 1 1,1-1-1,0 1 0,0 0 0,0 1 0,0-1 0,0 0 0,0 1 1,1 0-1,-1-1 0,1 1 0,0 0 0,-4 6 0,0 3-145,0 0-1,0 0 1,1 1 0,1 0-1,-3 15 1,-11 75-1269,4 47-1676,9 21-2296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41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1744 694 3378,'0'0'144,"0"-27"125,2-88 161,-1 102-192,0 0 1,1 0 0,0 0 0,1 0 0,1 0-1,0 1 1,7-13 0,3-13 300,-2 6-208,-9 23-8,1 0-1,-1-1 1,0 1 0,-1-1 0,0 1-1,0-17 1,-2 24-264,0 1-1,0 0 1,0 0-1,-1-1 1,1 1-1,-1 0 1,1 0-1,-1 0 1,0 0 0,1-1-1,-1 1 1,0 0-1,0 0 1,1 0-1,-1 0 1,0 1-1,0-1 1,0 0-1,0 0 1,-1 0-1,1 1 1,0-1-1,0 1 1,-2-2-1,-38-10 392,23 7-199,-127-46 1638,-16-6-659,-214-37 425,288 79-1362,0 3 0,-123 0 0,191 12-240,-1 0 0,0 2 0,0 0 1,1 1-1,0 1 0,-1 1 0,1 1 0,1 0 0,-28 14 0,20-6 12,0 2 0,1 0 0,1 2-1,1 0 1,0 2 0,-34 38 0,32-29-1,2 2 0,1 1 1,1 0-1,-28 63 0,28-43-31,1 2-1,3 1 1,2 0-1,3 0 1,2 2-1,3-1 1,-1 67-1,8-85-23,1 0 1,2-1-1,12 66 0,-9-82-10,0 1 0,1-1 0,1-1 0,1 0 0,1 0 0,1 0 1,22 29-1,-15-27 4,0-1-1,2 0 1,1-2 0,0 0 0,1-1 0,1-2 0,1 0 0,0-1 0,1-2 0,0 0 0,1-2 0,1-1 0,-1-1 0,2-1 0,-1-1 0,1-2 0,42 3 0,3-3 49,0-4 0,145-16 0,-176 8-37,0-1 1,-1-3 0,0-1 0,0-2 0,-1-1 0,54-31 0,-77 37-16,-1-1 0,-1-1 0,0 0 0,-1-2 0,23-22 0,-29 25 3,0 0 1,-1 0 0,0 0 0,-1-1-1,0 0 1,-1 0 0,0-1 0,-1 1-1,5-18 1,-5 8 8,0 1-1,-2-1 0,0 0 1,-1 0-1,-1 0 1,-5-33-1,3 41-13,-1-1-1,0 1 1,-1 0 0,0 0-1,-1 0 1,0 1-1,-2-1 1,1 1-1,-1 1 1,-17-22-1,9 16-96,-1 2-1,-1-1 0,0 2 0,-1 1 1,0 0-1,-1 1 0,0 1 0,-1 0 1,0 2-1,-1 0 0,0 2 0,0 0 1,-1 1-1,0 1 0,0 2 0,0 0 1,-43 0-1,62 3-178,0 0 1,0 0-1,1 1 1,-1-1-1,0 1 0,0 0 1,1-1-1,-1 1 1,1 1-1,-1-1 1,1 0-1,-1 0 0,1 1 1,-1 0-1,1-1 1,0 1-1,0 0 1,0 0-1,0 0 0,0 0 1,1 1-1,-1-1 1,-1 4-1,-16 22-5610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49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4098,'0'0'192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0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11573,'0'0'5723,"0"5"-5190,0 24 804,0 39 1166,-9 77-1,-51 496 1220,58-576-3521,0 0 34,7 82 1,8-92-134,-5-23-44,-7-23-4,-1-8 26,-1-1-128,-5-1-285,1-1 1,0 0 0,0 0 0,0 0 0,0-1 0,0 1-1,0-1 1,1 0 0,-5-5 0,-5-1-1311,-19-15-4053,5-6-4194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2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2314 150 7844,'0'0'7406,"-2"-7"-6382,-7-23-95,8 28-726,-1 1 0,1-1 0,-1 0 0,1 1 0,-1-1 1,0 1-1,0-1 0,0 1 0,1 0 0,-1-1 1,-1 1-1,1 0 0,0 1 0,0-1 0,0 0 0,0 0 1,-1 1-1,-2-1 0,-23-2 516,0 0 0,0 2 0,-35 3 0,4-1-255,-191 0 646,-297-2-147,108-41-536,292 21-116,-168-1 0,222 22-200,-104 1-20,197-1-91,-7 0 13,1 0-1,-1 1 0,1 0 1,-12 3-1,17-3 5,0-1 1,-1 1-1,1-1 0,0 1 0,-1 0 1,1-1-1,0 1 0,0 0 1,0 0-1,0 0 0,0 0 0,0 0 1,0 0-1,0 1 0,0-1 1,0 0-1,0 0 0,1 1 0,-1-1 1,0 0-1,1 1 0,0-1 0,-1 0 1,1 1-1,0-1 0,-1 3 1,-1 176 1149,4-97-763,4 55-52,35 196 1,-27-241-236,47 380 432,-35 2-325,-25-413-224,-2 66 48,0-125-45,0 1-1,0-1 1,0 0-1,0 1 0,-1-1 1,1 0-1,-1 0 1,0 0-1,0 0 0,0 0 1,0-1-1,0 1 1,-1 0-1,1-1 0,-1 0 1,0 0-1,0 0 1,0 0-1,-5 3 0,5-3 1,6 1 8,0-3-11,1 0 1,0 0-1,0 0 1,0-1-1,-1 0 0,1 1 1,0-2-1,-1 1 1,1 0-1,-1 0 1,4-3-1,7-2 5,46-14 19,2 2 0,0 2 1,108-12-1,194 4 76,-348 23-91,12 0-4,209-16 62,-195 12-53,-1-2 0,-1-2 0,66-24 0,-26 4 6,-36 14-21,80-39 1,-99 40-11,1-1-1,28-23 1,-44 29 11,0 0-1,-1 0 1,0-1-1,0 0 1,-1 0-1,-1-1 1,10-18-1,-2-4 23,-1 0-1,-2-2 1,-1 1 0,-2-1-1,-2-1 1,-1 1 0,-1-1-1,-2 0 1,-3-40-1,0-495 438,1 544-433,-2 0-1,-1 0 0,-8-39 0,7 57-85,1 0-1,-1 0 0,-1 0 0,1 0 0,-2 0 1,1 1-1,-1 0 0,0 0 0,-1 0 1,0 0-1,0 1 0,-1 0 0,-9-7 1,-39-23-2362,12 10-1922,-14-16-6042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8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33 6099,'0'0'14361,"0"-7"-13238,0-14-627,0 16-212,0 18 227,-1 462 2963,1-449-3451,-2-1 0,0 0 1,-2 0-1,0 0 0,-2-1 0,-1 0 1,-1 0-1,-1 0 0,-22 41 0,29-61-17,-1 0-1,1-1 1,-1 1-1,-1-1 1,1 1-1,0-1 1,-1 0-1,1 0 1,-1 0 0,0-1-1,0 0 1,-6 3-1,3-3 1,6-2 18,2 0-11,11-1-7,-1-1 1,1 1 0,-1-2-1,0 0 1,0 0-1,19-9 1,9-3 24,161-55 57,-196 69-135,5-2 4,0 0 0,0-1 0,0 0 0,9-6 0,-15 9-247,-1 0 1,0-1-1,-1 0 0,1 1 0,0-1 0,0 0 1,-1 0-1,1 1 0,-1-2 0,1 1 0,-1 0 1,0 0-1,0 0 0,0 0 0,0-1 0,0 1 1,-1 0-1,1-1 0,-1 1 0,1-1 0,-1-3 1,0-20-5503,0-1-3693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9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27 12726,'0'0'7766,"-12"-7"-7408,7 5-337,1-1-5,1 1-1,-1 0 1,0 0-1,-1 0 1,1 0-1,0 1 1,-1 0-1,-4-1 1,6 2-6,1 0-1,-1 0 1,1 0-1,-1 0 1,1 1 0,-1 0-1,1-1 1,-1 1-1,1 0 1,-1 0 0,1 0-1,0 1 1,0-1-1,0 0 1,-1 1-1,1 0 1,1-1 0,-1 1-1,0 0 1,-3 4-1,-9 10 186,1 1-1,1 0 1,0 1-1,1 0 0,1 1 1,0 0-1,2 0 1,0 1-1,2 0 0,0 1 1,1-1-1,1 1 1,1 0-1,-1 39 0,3-57-186,1 0 0,0 0-1,1 0 1,-1 0 0,0 0 0,1 0-1,0 0 1,0 0 0,0 0-1,0 0 1,0 0 0,0-1-1,1 1 1,-1 0 0,1-1 0,0 1-1,0-1 1,3 3 0,-2-2-8,1-1 1,0 1 0,0-1 0,0 0 0,0-1 0,1 1 0,-1-1-1,0 0 1,1 0 0,-1 0 0,0 0 0,6-1 0,7 2 0,0-1-1,-1-1 1,1 0 0,26-5 0,-37 4-2,0 0 0,0-1 0,0 0 0,-1 0 0,1 0-1,-1-1 1,1 0 0,-1 0 0,0 0 0,0-1 0,0 1 0,-1-1 0,1-1 0,-1 1 0,8-10-1,-7 5 8,1 0 0,-1 0 0,-1-1 0,0 0 0,0 0-1,-1 0 1,0-1 0,-1 1 0,1-12 0,0-14 52,-2-49 0,-2 44-6,2 39-77,-1-1 0,-1 1 0,1-1 0,0 1-1,-1 0 1,1-1 0,-1 1 0,1 0 0,-1-1-1,0 1 1,0 0 0,0 0 0,-1 0 0,0-2 0,-1-1-214,2 2-691,1 0 0,-1 1 0,1-1 0,-1 0 1,1 0-1,0 0 0,1 0 0,-1 0 0,0 0 0,2-4 0,5-14-7714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9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1 258 8596,'0'0'11920,"14"15"-11069,81 95-133,-88-102-585,0 0 0,15 12 0,-20-18-120,-1-1 0,1 0 0,-1 0 1,1 0-1,-1 1 0,1-1 0,0-1 0,0 1 0,-1 0 0,1 0 1,0-1-1,0 1 0,0-1 0,0 1 0,0-1 0,0 0 1,0 0-1,0 0 0,0 0 0,0 0 0,0 0 0,3-1 0,-5 0 2,1 1 0,-1-1 0,1 1-1,-1-1 1,1 1 0,-1-1 0,1 1-1,-1-1 1,0 0 0,1 1 0,-1-1-1,0 0 1,1 1 0,-1-1 0,0 0-1,0 1 1,0-1 0,1-1 0,3-23 226,-2-1 0,0 1 0,-3-50 1,0 19-100,1-91-113,-1 145-74,1 0 0,0-1 0,1 1 0,-1 0 0,0-1 0,1 1 0,-1 0 1,1-1-1,0 1 0,0 0 0,-1 0 0,2-1 0,-1 1 0,0 0 0,0 0 0,1 0 0,2-3 0,-1 3-161,0 0 1,0 0-1,0 0 1,1 1-1,-1-1 0,0 1 1,1 0-1,-1 0 1,1 0-1,6-1 0,11-1-2162,-1 2 0,24 0-1,-30 1 878,41 0-5699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00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184 161 6723,'0'0'12403,"8"19"-11643,0-1-576,0 0-1,14 23 0,-20-39-158,-1-1-1,1 1 1,-1 0 0,1-1-1,-1 0 1,1 1-1,0-1 1,0 0 0,0 0-1,0 0 1,0 0 0,0 0-1,0 0 1,0 0-1,0-1 1,0 1 0,1-1-1,-1 0 1,0 0 0,0 1-1,5-2 1,-1 1 21,0-1-1,1-1 1,-1 1 0,12-6 0,-15 6-35,4-2 5,0 0 1,0-1-1,0 0 1,0-1 0,-1 1-1,1-1 1,-1-1-1,0 1 1,-1-1 0,1 0-1,-1 0 1,-1-1-1,1 1 1,5-11 0,-5 7 52,0-1 0,-1 0 0,0 0 0,0-1 0,-1 1 0,-1-1 0,0 1 0,0-1 0,-1-14 0,-1 24-39,0 0 0,0 1 0,0-1 0,0 0 0,0 0 0,-1 0 0,1 0 1,0 1-1,-1-1 0,0 0 0,1 0 0,-1 1 0,0-1 0,0 1 0,0-1 0,0 1 0,0-1 0,-1 1 0,1-1 1,0 1-1,0 0 0,-1 0 0,1 0 0,-1 0 0,0 0 0,1 0 0,-1 0 0,1 0 0,-4 0 0,-3-1 61,-1 0 0,1 1-1,0 0 1,-1 0 0,-11 2-1,10-1-37,-8 0 59,0 0 0,0 2 0,0 0 0,-25 7 0,32-5-66,0 0 1,1 0 0,-1 1-1,1 0 1,0 1-1,0 0 1,0 0 0,-9 10-1,7-6-17,1 1-1,0 0 1,0 0 0,1 2-1,1-1 1,0 1-1,1 0 1,0 1 0,1 0-1,0 0 1,1 1-1,1 0 1,-6 26-1,9-28-8,0 0 0,1-1 0,1 1 0,0 0 0,0 0 0,4 18 0,-3-26-17,1 1 0,-1-1 0,1 0 0,0 0 0,1 1 0,-1-2 0,1 1 1,0 0-1,0 0 0,1-1 0,-1 0 0,1 0 0,0 0 0,0 0 0,0 0 0,1-1 0,4 3 0,3 1 0,0-1 1,1 0-1,0-1 0,0 0 0,1-1 1,-1-1-1,27 4 0,100-1-54,-128-6 34,13 0-87,11 1-239,45-7 0,-71 5 93,0 0-1,0-2 1,-1 1-1,1-1 1,-1 0-1,1-1 0,-1 0 1,0-1-1,10-7 1,-16 10-119,-1 0 1,1 0 0,-1 0-1,1 0 1,-1-1-1,0 1 1,0-1 0,0 1-1,0-1 1,-1 0-1,3-5 1,-2 4-873,-1-1 1,0 1-1,-1-1 1,1 0-1,-1 1 1,0-7-1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0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64 675 592,'0'0'12619,"-11"-10"-12266,6 5-329,1 0-20,-1 0 0,0 0 0,-11-7 0,16 12-3,-1 0 0,1-1 0,-1 1 0,1 0 0,0 0 0,-1-1 1,1 1-1,-1 0 0,1 0 0,-1 0 0,1 0 0,-1 0 0,1 0 0,-1-1 0,1 1 0,-1 1 0,0-1 0,1 0 0,-1 0 0,1 0 0,-1 0 0,1 0 0,-1 0 0,0 1 0,1 0 4,-1-1-1,1 1 0,-1 0 1,1 0-1,-1 0 0,1 0 1,0 0-1,-1 0 0,1 0 1,0 0-1,0 0 1,0 0-1,-1 0 0,1 0 1,0 0-1,1 0 0,-1 0 1,0 1-1,14 576 3434,8 103-951,67 11-1353,-68-551-1022,5 223 0,-26-363 134,-22-3 405,21 1-607,-1 0-1,1 0 1,0-1 0,-1 1 0,1-1 0,0 1 0,0-1 0,0 1-1,0-1 1,-1-3 0,1 4-24,1 1 0,0-1 0,0 0 0,0 0 0,-1 0 0,1 0 1,0 1-1,0-1 0,0 0 0,0 0 0,1 0 0,-1 0 0,0 1 0,0-1 0,0 0 0,1 0 0,-1 0 0,0 1 0,1-1 0,-1 0 0,0 0 0,1 1 0,-1-1 1,1 0-1,-1 1 0,1-1 0,0 1 0,-1-1 0,1 1 0,0-1 0,-1 1 0,1-1 0,0 1 0,1-1 0,16-8 19,1 2-1,0 0 0,34-8 1,71-8 113,-113 21-135,1997-264 1987,-1571 227-1883,322-41-21,-165-12-104,170-24-19,-743 114 27,0-2-1,1 0 0,-1-2 0,-1 0 1,1-1-1,-1-1 0,-1-1 0,20-11 1,23-21 29,-1-2 0,-3-2 1,95-96-1,-134 119-22,-1 0-1,0-1 0,-2 0 1,23-47-1,-21 32 16,-1-2-1,17-69 0,-11 13 32,19-195 0,-27-105 171,-15 356-203,-2 0 1,-2 1 0,-1-1 0,-2 1 0,-1 0-1,-3 1 1,-1 0 0,-30-64 0,27 71-14,-3 1 0,0 1 0,-2 1 0,0 0 0,-3 2 0,0 0 0,-1 2 0,-1 0 0,-2 2 0,0 1 0,-1 1 0,-1 1 0,-1 2 0,0 1 0,-41-15 0,9 8-38,-1 3-1,0 2 1,-116-16 0,-208 5-275,32 20-2513,-406 44-1,377 6-2886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30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18456,'0'0'5824,"9"37"-5655,33 123 73,-38-145-213,34 140 173,-33-124-179,-1-1 0,0 47-1,-20-101 229,7 0-183,0-1-1,2 0 1,0 0 0,2-1 0,-3-41 0,2-137 460,6 175-351,0 26-142,0 1-1,0-1 1,0 0-1,1 1 1,-1-1-1,1 0 1,-1 1-1,1-1 1,0 1-1,0-1 1,0 1-1,0 0 1,1-1-1,2-3 1,-3 5-30,0 0 0,0 1 0,1-1 0,-1 0 0,0 1 0,0-1 1,0 1-1,1-1 0,-1 1 0,0-1 0,0 1 0,1 0 0,-1 0 0,0 0 0,1 0 0,-1 0 0,0 0 0,1 0 1,-1 0-1,0 0 0,1 0 0,-1 1 0,0-1 0,0 1 0,1-1 0,-1 1 0,0-1 0,0 1 0,0 0 1,0-1-1,2 2 0,5 5-20,0 1 0,0-1 0,0 1 0,-1 0 0,-1 1 0,8 11 0,-1-3 13,7 10-9,168 208-98,-187-233 63,0 0 0,1 0 0,0-1 0,-1 1 0,1-1 0,0 1 0,0-1 0,0 1 0,0-1 0,0 0 0,0 0 0,5 2 0,-7-3 47,0-1-1,1 1 1,-1 0-1,0 0 1,1 0-1,-1 0 1,0 0-1,0 0 1,1-1-1,-1 1 0,0 0 1,0 0-1,1 0 1,-1-1-1,0 1 1,0 0-1,0 0 1,1-1-1,-1 1 1,0 0-1,0 0 1,0-1-1,0 1 0,0 0 1,1-1-1,-1 1 1,0 0-1,0-1 1,0 1-1,0 0 1,0-1-1,0 1 1,0 0-1,0-1 1,0 1-1,0 0 1,-1 0-1,1-1 0,0 1 1,0 0-1,0-1 1,0 1-1,0-1 1,-1-4 16,1-10 12,1-11-19,-2 0-1,-1 0 0,-6-32 0,-2 15-22,2 11-88,2 0-1,-5-56 1,10 66-119,1 8-148,-1 0 0,3-22 1,-1 32 173,-1 1 1,1-1 0,0 1 0,0-1-1,0 1 1,1 0 0,-1-1 0,1 1-1,-1 0 1,1 0 0,0 0 0,0 0-1,1 0 1,-1 1 0,4-4 0,3 0-1065,0 1 1,0 0 0,1 1 0,-1 0 0,1 0 0,0 1-1,1 0 1,18-3 0,37-2-8817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30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4706,'0'0'9823,"0"33"-7571,3 112-833,-3-86-906,6 68 511,-6-119-983,1-1-1,1 1 1,-1-1-1,1 1 1,1-1 0,5 13-1,-7-17-26,1-1 0,-1 0 0,0 0-1,1 0 1,0 0 0,-1 0 0,1 0 0,0 0 0,0-1-1,0 1 1,0-1 0,0 1 0,1-1 0,-1 0-1,0 0 1,1 0 0,-1 0 0,0 0 0,1 0 0,-1-1-1,1 1 1,-1-1 0,1 0 0,2 1 0,7-1 38,0-1 0,0 0 1,0 0-1,0-2 1,0 1-1,0-1 0,-1-1 1,0 0-1,1 0 1,14-10-1,14-6-86,27-16-1694,-27 7-3164,-8-4-4339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30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373 238 16888,'0'0'2822,"-3"35"-2032,-7 116-358,7-6-222,4-99-292,-13-63-72,3-3 197,0 0 0,1-1 0,1 0 0,1 0 0,0 0 0,-3-36 0,6 16 300,1 1 1,6-75-1,-3 105-293,0 0 1,1 0-1,0 0 1,1 0-1,0 0 1,1 0-1,0 1 1,0-1-1,1 1 1,0 0-1,1 1 1,0-1 0,0 1-1,1 0 1,0 1-1,0-1 1,1 1-1,0 1 1,0 0-1,1 0 1,0 0-1,-1 1 1,2 1-1,-1-1 1,1 1-1,-1 1 1,1 0-1,0 0 1,15-1-1,-15 2-48,1 1 0,-1 1 0,1 0 0,-1 0-1,1 1 1,17 4 0,-24-4-4,-1 0-1,1 0 1,-1 1-1,0-1 1,1 1 0,-1 0-1,0 0 1,0 0-1,0 0 1,0 1 0,-1-1-1,1 1 1,-1 0-1,1-1 1,-1 1-1,0 0 1,0 1 0,0-1-1,-1 0 1,1 0-1,-1 1 1,2 4 0,-1-1-3,0 1 1,0-1 0,-1 1 0,0 0 0,0-1 0,-1 1 0,0 0 0,0-1 0,-1 1-1,0 0 1,0-1 0,-1 1 0,0-1 0,-4 11 0,1-8 1,1-2 0,-2 1 0,1-1 0,-1 1 0,0-1 1,-1-1-1,0 1 0,0-1 0,-1-1 0,-15 12 0,-15 6-377,-1-2-1,0-2 1,-2-1-1,0-2 1,-1-2-1,-1-1 1,-55 9-1,-81 2-5016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2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11685,'0'0'11168,"2"10"-10282,4 58 48,-4 113 1,-2-100-472,0 410 593,4-493-2942,7-6 312,0-1 0,-1-1 0,14-15 0,-10 10-313,42-42-6143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29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19 165 11061,'0'0'9458,"-1"26"-8394,-1-3-870,-11 123 706,12-140-804,-1 27 293,2-32-383,0 0 0,1 0 1,-1 0-1,0 0 0,0 0 1,1 0-1,-1 0 0,1 0 1,-1 0-1,1 0 0,-1 0 1,1-1-1,0 1 0,-1 0 1,1 0-1,0-1 0,0 1 1,-1 0-1,1-1 1,0 1-1,0-1 0,0 1 1,0-1-1,0 1 0,0-1 1,0 0-1,0 1 0,0-1 1,1 0-1,7 1 6,-1 0 0,1-1 0,-1 0 0,0 0 0,1-1 0,-1 0 0,1 0 0,-1-1 0,0 0 0,0-1 0,0 0 0,0 0 0,0-1 0,11-6 0,-11 4-7,0 0-1,0-1 1,0 0-1,-1 0 0,0 0 1,-1-1-1,1 0 0,-1 0 1,-1-1-1,0 1 1,0-1-1,5-13 0,-6 6 9,0 0-1,0 0 1,-2-1-1,0 1 1,-1 0-1,0-1 1,-2 1-1,-2-20 1,2 30-17,0 1 0,0-1 1,-1 0-1,0 1 0,0-1 1,0 1-1,-1 0 0,1 0 1,-2 0-1,1 0 1,0 0-1,-1 0 0,0 1 1,0 0-1,0 0 0,0 0 1,-1 0-1,0 1 1,0-1-1,0 1 0,0 1 1,0-1-1,0 1 0,-12-4 1,13 4-1317,9 2-1765,8 1 174,30-1-5236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29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9877,'0'0'11415,"15"34"-11180,52 112 0,-56-122-119,2 0-1,1-1 1,24 31 0,-12-19 35,-21-27-104,-4-5-20,0-1 0,1 1 0,-1-1 0,1 0 1,-1 1-1,1-1 0,0 0 0,0 0 0,0 0 0,0-1 0,0 1 0,0 0 0,1-1 0,3 3 0,-5-10 1176,-3-94 1296,5-137-2060,-2 231-535,0 0 0,0 0 0,1 0 0,0 0 0,0 1 0,0-1 0,1 1 0,-1-1 0,1 1 0,1 0 0,-1 0 0,1 0 0,-1 0 0,2 1 0,-1-1 0,0 1 0,1 0 0,0 1 0,0-1 1,0 1-1,0 0 0,0 0 0,1 0 0,-1 1 0,1 0 0,0 0 0,0 0 0,0 1 0,-1 0 0,11-1 0,92-2-8268,-106 4 8164,46 0-7115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29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40 5122,'0'0'13404,"2"28"-12620,10 87-130,-12-113-631,0 0-1,1 0 1,-1 0 0,1 0 0,-1 0 0,1 0-1,0 0 1,-1 0 0,1 0 0,0 0 0,1-1-1,-1 1 1,0 0 0,0-1 0,1 1 0,-1-1 0,1 1-1,-1-1 1,1 0 0,1 2 0,0-2 5,-1-1 1,0 1 0,0-1-1,0 0 1,1 1 0,-1-1-1,0 0 1,0 0 0,1 0-1,-1-1 1,3 1 0,5-1 103,-1 1-70,-1 0 0,0-1 0,1 0 0,-1 0-1,0 0 1,0-1 0,0-1 0,0 1 0,13-7 0,-16 6-38,0 0 0,0-1 1,-1 0-1,1 0 0,-1 0 0,0 0 0,0-1 0,-1 0 1,1 1-1,-1-2 0,0 1 0,0 0 0,-1 0 1,4-9-1,-3 6 104,0 1 1,-1-1 0,0 0 0,0 0-1,-1-1 1,0 1 0,0 0 0,-1 0-1,0-1 1,-1 1 0,-2-14-1,3 21-100,-1 0-1,1 0 1,-1 0-1,1 0 1,-1 0 0,1 1-1,-1-1 1,0 0-1,1 0 1,-1 1-1,0-1 1,0 0-1,0 1 1,0-1-1,0 1 1,1-1-1,-1 1 1,0-1-1,0 1 1,0 0-1,0 0 1,-2-1-1,-25 0 218,19 2-157,1-2-69,-1 2 0,1-1 0,-1 1-1,1 1 1,0 0 0,-1 0 0,1 0 0,0 1 0,0 0-1,0 1 1,1-1 0,-1 2 0,1-1 0,0 1-1,0 0 1,1 0 0,-1 1 0,-8 10 0,6-7-14,0 1 0,0 0 0,1 1 0,0 0 1,1 0-1,0 0 0,1 1 0,0 0 0,1 1 0,1-1 1,0 1-1,0 0 0,1 0 0,1 0 0,-2 24 0,4-34-4,0-1-1,0 1 1,1 0-1,-1-1 1,1 1-1,-1 0 1,1-1-1,0 1 0,0-1 1,0 1-1,0-1 1,0 0-1,1 1 1,-1-1-1,1 0 1,-1 0-1,1 0 1,0 0-1,0 0 0,0 0 1,0-1-1,0 1 1,0-1-1,1 1 1,-1-1-1,0 0 1,5 2-1,5 1 4,1-1 1,-1 0-1,0-1 1,24 1-1,124-1-243,-136-3 83,-7 1-366,0 0 0,0-2 0,0 0 0,0-1 0,0-1 0,0 0 0,-1-1 0,20-9 0,33-24-5217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32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2245 28 14935,'0'0'6736,"1"-5"-6568,5-13-85,-4 13 2,-651 43 4426,629-36-4425,-209 21 330,-416 96 1,416-45-365,-2 0 112,184-63-93,25-7 5,0 1-1,0 2 1,-40 16-1,57-20-57,0 1-1,1-1 0,-1 1 1,1 0-1,-1 0 1,1 1-1,1-1 1,-1 1-1,1 0 1,-1 0-1,1 0 0,1 0 1,-1 1-1,1-1 1,0 1-1,0-1 1,-1 11-1,-1 5 27,0 1 1,2 0-1,1 30 0,1-17 83,-1 12 102,2 0 0,15 91 0,75 235 344,-12-57-231,-69-268-307,28 129 101,-26-110-87,-1-10-9,-2 0-1,0 72 1,-8-103-27,-1-11 1,1 1 0,-2-1 0,-5 29 0,6-43-13,1 0 0,-1 0-1,0 0 1,0-1 0,0 1-1,0 0 1,0 0 0,0 0-1,0-1 1,0 1 0,0 0-1,-1 0 1,1-1 0,0 1 0,0 0-1,-1 0 1,1-1 0,0 1-1,-1 0 1,1-1 0,-1 1-1,1 0 1,-1-1 0,1 1-1,-1-1 1,0 2 0,0-2 60,5 0-21,27-2-23,0-1 1,60-14-1,-19 2-13,549-59 1,6 49 164,-58 18-31,-542 7-126,32 1-14,110-14 0,-165 13 5,1-1-1,0 0 1,0 0-1,0 0 1,-1 0-1,1-1 1,-1 0-1,1 0 1,-1 0-1,0-1 1,1 1-1,-1-1 0,0 0 1,-1 0-1,1-1 1,-1 1-1,1-1 1,-1 0-1,0 1 1,0-1-1,-1-1 1,1 1-1,-1 0 1,0-1-1,0 1 1,0-1-1,1-7 1,1-18 34,0-1 0,-3 1 0,-2-50 0,-1 17-15,2 7 39,-4 1 0,-2 1-1,-17-77 1,-43-134 199,-32-139 134,79 309-324,-31-132 31,49 222-134,-5-20 44,-2 1 0,-13-31 0,19 50-90,0 0 0,-1 0 0,1 1 0,-1-1 0,0 0 0,0 1 0,-1 0 0,0 0 0,1 0 0,-1 0 0,-1 1 0,1-1 0,0 1 0,-1 0 0,0 0 0,1 1 0,-8-3 0,-1 2-890,-1 2 0,0-1 0,0 2 0,1 0 0,-26 3 0,37-2 814,-71 9-6039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36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33 6387,'0'0'5795,"-4"0"-4040,1 0-1400,-4 0 211,0-1 1,0 1 0,1 1-1,-1-1 1,0 1 0,0 0-1,0 1 1,1-1 0,-1 1-1,1 1 1,-1-1 0,1 1-1,0 0 1,-7 5 0,13-8-550,0 0-1,0 0 1,0 0 0,0 0 0,-1 0 0,1 0 0,0 1-1,0-1 1,0 0 0,0 0 0,-1 0 0,1 0-1,0 0 1,0 0 0,0 0 0,0 1 0,0-1 0,0 0-1,-1 0 1,1 0 0,0 0 0,0 1 0,0-1-1,0 0 1,0 0 0,0 0 0,0 0 0,0 1 0,0-1-1,0 0 1,0 0 0,0 0 0,0 1 0,0-1-1,0 0 1,0 0 0,0 0 0,0 0 0,0 1 0,0-1-1,0 0 1,0 0 0,0 0 0,0 0 0,1 1-1,-1-1 1,0 0 0,0 0 0,0 0 0,0 0 0,0 0-1,0 1 1,1-1 0,-1 0 0,17 3 309,62-2 699,0 0-241,99-10 0,92-39-29,-232 42-564,-22 3 273,1 0 0,24 0-1,-43 3-446,-1 1 1,1-1-1,0 0 0,0 1 0,0 0 0,-1-1 0,1 1 0,0 0 0,0 0 0,-2 2 1,-8 3 12,-84 40 144,-46 19-1,-156 35-50,282-96-116,14-4 4,12-2 29,158-53 321,-11 3-69,-128 44-206,1 2 0,0 1 1,44-3-1,-13 8 101,-61 0-186,0 0 0,0 0 0,1 0 0,-1 0 1,0 0-1,0 0 0,1 0 0,-1 0 0,0 0 1,0 0-1,1 0 0,-1 0 0,0 0 0,0 0 0,0 1 1,1-1-1,-1 0 0,0 0 0,0 0 0,0 0 0,1 0 1,-1 1-1,0-1 0,0 0 0,0 0 0,0 0 0,1 1 1,-1-1-1,0 0 0,0 0 0,0 1 0,0-1 0,0 0 1,0 0-1,0 1 0,0-1 0,0 0 0,0 0 0,0 1 1,0-1-1,0 0 0,0 0 0,0 1 0,0-1 0,0 0 1,0 0-1,0 1 0,0-1 0,0 0 0,0 0 0,0 0 1,-1 1-1,1-1 0,0 0 0,0 0 0,0 0 0,0 1 1,-1-1-1,1 0 0,0 0 0,0 0 0,0 0 1,-1 1-1,1-1 0,0 0 0,0 0-1,-4 4 12,0 0 1,0 0-1,0 0 0,0 0 0,-1-1 0,1 0 1,-1 0-1,0 0 0,0 0 0,0-1 0,0 0 0,-7 2 1,4-1 2,-259 89 235,129-49-2037,112-36-970,12-6-3093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22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35 17496,'0'0'7905,"-2"-8"-7219,2 6-572,-6-18 172,3 15 12,2 12 367,19 384 2267,3 126-2397,-21-473-550,1-42-38,-1 1-1,0 0 1,0-1 0,0 1 0,-1-1-1,1 1 1,-1 0 0,1-1-1,-1 1 1,0-1 0,0 1-1,0-1 1,0 1 0,-3 3-1,2-5-90,0 0 0,0 1 0,0-1 0,0 0 0,0 0 0,0 0 0,-1 0-1,1 0 1,0-1 0,-1 1 0,1-1 0,0 0 0,-1 1 0,1-1 0,-1 0 0,-3-1 0,-12 1-1080,1-1 0,-1-1 1,1 0-1,0-1 0,-24-8 1,-39-21-6298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22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7539,'0'0'12838,"163"45"-11157,-54-45-496,15-18-529,16-16-352,-7-5-224,-21 9-80,-34 0 0,-32 8-208,-31 10-704,-15 3-945,0-3-1857,-45 3-2817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22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1 412 16279,'0'0'3922,"72"-157"-2209,1 106-688,18-7-401,2 7-352,-2 8-272,-18 10-16,-16 15-624,-8 18-2066,-10 0-3536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3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1431 318 4098,'0'0'5899,"4"-28"-4622,10-88-17,-10 63 695,-4 42-1202,-1 7-576,1 1 1,0-1-1,-1 1 0,0 0 1,1-1-1,-1 1 1,-1 0-1,1 0 1,0 0-1,-1-1 1,1 2-1,-1-1 1,0 0-1,0 0 1,-1 0-1,1 1 0,0-1 1,-1 1-1,1 0 1,-1 0-1,0 0 1,0 0-1,0 0 1,0 1-1,0-1 1,0 1-1,-4-2 1,-10-2 332,0 0 0,0 1 0,0 1 0,-19-1 0,24 2-314,-317-9 2376,265 11-2220,32 1-120,1 2-1,0 1 1,0 1 0,-50 16-1,-115 51 524,151-54-471,1 2-1,-56 34 1,88-45-221,0 1-1,0 0 1,1 0-1,0 1 1,1 1-1,1 0 1,-16 24-1,5-2 96,-27 67 0,21-31 48,4 1-1,2 1 1,3 1-1,-11 117 0,14 300 609,16-468-769,0 1-1,2 0 1,0-1-1,2 0 1,0 0-1,2 0 1,0-1-1,15 27 0,-5-15 9,2-1-1,1-1 0,1-1 1,34 35-1,-25-33-8,2-1 0,1-2 0,2-2 0,0-1 0,2-1 0,55 26 0,-58-35-16,0-1 0,1-2-1,1-1 1,0-3 0,1 0 0,0-3 0,67 4 0,77-11 20,-147-2-27,0-1 1,-1-1-1,40-12 0,-22 2 5,0-2 0,51-25 0,-87 34-21,-1 0 1,-1-1-1,1 0 1,-1-1 0,-1-1-1,0 0 1,-1-1-1,0 0 1,0-1-1,17-26 1,-10 6-6,-2-1 0,-1-1 0,-2 0 0,-1-2 0,-2 1 0,-1-1 0,8-70 0,-7-14 0,-6-133 0,-5 208 0,-2 0 0,-2 0 0,-2 0 0,-3 1 0,-1 0 0,-2 1 0,-33-79 0,31 90 0,-1 2 0,-1 0 0,-22-29 0,29 47 0,0 1 0,-1 0 0,0 1 0,-1 0 0,0 1 0,-1 0 0,0 0 0,-1 1 0,-16-8 0,18 13-7,-1 0 0,0 1 0,0 0 0,0 1 0,0 0 0,-1 1 0,1 0 0,-1 1 0,-13 2-1,-6-2-113,20 1-127,0 0 0,0 0 0,0 1 0,0 1 0,1 0 0,-1 0 1,1 1-1,0 1 0,-13 7 0,-8 6-2729,-48 38 0,45-30-313,-12 6-3924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41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6435,'0'0'4842,"20"-13"-4471,61-37 53,-61 37 2466,-23 12-3025,0 1 0,0-1 0,0 1 1,0 0-1,0 0 0,0 0 0,0 0 1,0 1-1,0-1 0,0 1 1,0 0-1,1 0 0,-1 0 0,0 0 1,0 0-1,1 0 0,-4 3 0,-33 28-6633,15-16 1096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41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173 163 1521,'0'0'9567,"7"-25"-7654,31-110 533,-38 133-352,-3 7-1347,-12 22-258,-5-7 16,-1 0 1,0-1-1,-2-1 1,0-1-1,-39 21 1,57-35-481,3-2-15,0 0-1,1 0 0,-1 0 1,0 0-1,1 0 0,-1 0 1,1 0-1,-1 1 0,1-1 1,-2 3-1,-2 0 7,4-4 331,6-2 250,57-35 707,49-25-265,-90 52-939,0 1 1,0 1 0,37-9 0,-48 15-78,11-2 12,-21 4-64,-5 15-3,-11 5-42,-3 7-406,14-5-7535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42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280 115 8772,'0'0'9922,"13"-18"-9223,41-55-91,-52 71-557,-1 0 0,0 1 1,1-1-1,-1 0 0,1 1 0,-1-1 0,1 1 0,0 0 0,-1-1 0,1 1 1,0 0-1,0 0 0,0 0 0,0 1 0,0-1 0,0 0 0,0 1 1,1-1-1,-1 1 0,0 0 0,4-1 0,-5 1-18,-3 9 212,-3-1-130,0 0-1,-1-1 1,0 1-1,0-1 1,-1-1-1,0 1 1,0-1-1,-16 10 1,-3 1 214,-41 19 0,39-22-169,-1-2 0,-1-1 0,0-1 1,0-2-1,-47 8 0,77-17-147,0 1 1,0 0-1,0 0 1,0 0-1,0 0 0,0 0 1,0 0-1,0 0 1,0 0-1,0 0 1,0 0-1,0 0 1,0-1-1,0 1 1,0 0-1,0 0 1,0 0-1,0 0 1,0 0-1,0 0 0,0 0 1,0 0-1,0-1 1,0 1-1,0 0 1,0 0-1,0 0 1,0 0-1,0 0 1,0 0-1,0 0 1,0 0-1,0 0 0,0 0 1,0 0-1,0-1 1,0 1-1,0 0 1,0 0-1,-1 0 1,17-9 120,-12 7-71,89-43 335,188-63 0,-255 99-287,-19 6-72,-3 2-5,0-1 0,0 1 0,0 0 0,0 0 1,0 0-1,8 0 0,-10 1 182,-7 0-85,-10 2-49,0 1 1,0 0 0,0 0 0,1 2 0,-24 10-1,16-7 22,-33 9 0,43-16-79,11-1-23,0 0 0,0 0 0,0 0 0,0 0 0,-1 0-1,1 1 1,0-1 0,0 0 0,0 0 0,0 1 0,0-1 0,0 1 0,0-1 0,0 1-1,0-1 1,0 1 0,0 0 0,0 0 0,0-1 0,0 1 0,-1 1 0,3-2-12,-1 1 0,0-1 0,0 1 0,0-1 0,1 0 0,-1 1 0,0-1 0,0 0 0,1 1 0,-1-1 0,0 0 0,0 1 0,1-1 0,-1 0 0,1 0 0,-1 1 0,0-1 0,1 0 0,-1 0 0,0 0 0,1 0 0,-1 1 0,1-1 0,-1 0 0,0 0 0,1 0 0,-1 0 0,1 0 0,-1 0 0,1 0 0,-1 0 0,0 0 0,2 0 0,0 0-66,115 19-4214,-34-15-1238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16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4290,'0'0'5157,"23"-27"-4197,73-81-229,-88 99-641,13-13 419,-16 20 25,-1 3-215,-2 0-307,-1-1 1,1 1-1,0-1 1,-1 1-1,1 0 1,-1 0-1,1-1 1,-1 1-1,0 0 1,1 0-1,-1 1 1,0-1-1,0 0 1,1 0-1,-1 0 1,0 1-1,0-1 1,0 1-1,-1-1 1,1 1-1,0-1 1,-1 1-1,1-1 1,-1 1-1,1 0 1,0 1-1,2 5 32,9 26 116,0 1 0,10 61-1,-13-54 9,20 61-1,-14-65-96,1 0-1,1-2 1,41 60 0,-58-95-9,2 2-276,-1-1 0,1 1-1,0-1 1,0 1 0,0-1 0,0 0 0,1 0 0,-1 0 0,4 3-1,-5-5 74,-1 0 0,1 0 0,-1 0 0,1 0-1,-1 1 1,1-1 0,0 0 0,-1 0 0,1 0 0,-1 0-1,1 0 1,-1-1 0,1 1 0,0 0 0,-1 0-1,1 0 1,-1 0 0,1-1 0,-1 1 0,1 0-1,0-1 1,1 0-130,0-1 0,-1 0 0,1 1 0,-1-1 0,1 0 0,-1 0 0,0 1 0,2-5 0,15-35-4267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16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2801,'0'0'5859,"36"-70"-5827,-20 112-16,-4 13-16,6 8 0,-6 4 16,0 3-16,0-13-16,-12 1-384,0-13-817,-3-12-1248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17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4594,'0'0'4114,"133"54"-3794,-70-39-256,4-3-32,-3 0-32,-1-12-784,-18 0-2242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17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5523,'0'0'1408,"-55"206"-1408,19-145-320,-7-10-5443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17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4434,'0'0'4362,"14"-3"-4183,-5 0-163,-4 2-10,-1-1-1,1 1 1,0 1 0,0-1 0,0 0 0,6 1 0,-9 1-3,0-1 0,0 0 0,-1 1 0,1-1 0,0 1 0,0-1 0,0 1-1,-1 0 1,1 0 0,0 0 0,-1 0 0,1 0 0,-1 0 0,1 0 0,-1 1 0,0-1 0,1 0 0,-1 1 0,0-1 0,0 1 0,0-1 0,0 1 0,1 2 0,9 18 23,0 0 0,2-1 0,28 35 0,-41-55-23,0-1 0,1 1 0,-1 0 0,1-1 0,-1 1 0,1-1 0,0 1 1,-1-1-1,1 1 0,-1-1 0,1 1 0,0-1 0,0 1 0,-1-1 0,1 0 0,0 1 0,0-1 0,-1 0 0,1 0 1,0 0-1,0 0 0,-1 1 0,3-1 0,-3-1-1,1 1 1,0-1-1,0 1 1,-1-1-1,1 1 1,0-1-1,-1 1 1,1-1-1,-1 1 1,1-1-1,-1 0 1,1 1-1,-1-1 1,1 0 0,-1 0-1,0 1 1,0-1-1,1-1 1,1-6 4,0-1 0,0 1 0,0-12 0,-2 14-10,1-12 27,-1 15 0,0-1 0,0 1-1,0 0 1,0 0 0,1-1-1,-1 1 1,1 0 0,0 0-1,2-6 1,-2 8-7,0 1 0,0 0 0,0-1-1,0 1 1,0 0 0,0-1 0,0 1 0,1 0 0,-1 0-1,0 0 1,0 0 0,0 0 0,0 0 0,0 0 0,0 1-1,0-1 1,0 0 0,0 1 0,0-1 0,0 1 0,0-1-1,0 1 1,0-1 0,0 1 0,0-1 0,0 1 0,0 0-1,1 1 1,17 24-7,-14-17-6,1-1 0,1 1 0,0-1 0,15 14 0,-16-17-4,0-1 0,0 0 0,0 0 0,1-1 0,0 0 0,-1 0 0,1-1 0,0 1 0,0-1 0,1-1 0,-1 0 0,0 0 0,0 0 0,1-1 0,-1 0 0,13-1 0,-15 0 1,-1 0 1,0 0 0,1 0 0,-1-1 0,0 0-1,1 0 1,-1 0 0,0 0 0,-1-1 0,1 1-1,0-1 1,-1 0 0,1 0 0,3-5 0,6-7 23,23-33 0,-19 24-9,-2 2 41,-8 12 250,1-1-1,0 1 1,0 1-1,16-15 1,-23 23-274,0 0 1,1 0-1,-1 0 0,0 0 0,0 1 1,1-1-1,-1 0 0,0 1 1,1-1-1,-1 1 0,1-1 0,-1 1 1,1-1-1,-1 1 0,1 0 1,-1 0-1,1 0 0,-1 0 0,1 0 1,-1 0-1,1 0 0,-1 1 1,1-1-1,-1 0 0,1 1 0,-1-1 1,0 1-1,1 0 0,-1-1 1,0 1-1,1 0 0,-1 0 0,0 0 1,0 0-1,0 0 0,0 0 1,0 0-1,0 0 0,0 1 0,1 1 1,4 5-118,-1 1-1,0 0 1,-1 0 0,6 17 0,-8-21 66,11 37-1812,-4-12-2439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42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 12358,'0'0'11408,"0"-3"-10379,0 142 1949,2-108-2836,1 1 1,1-1 0,2 0 0,11 32 0,-10-37-142,-4-10-461,0 0 1,-1 1-1,-1-1 1,-1 21-1,0-36 362,0 0-115,0 0-1,0 0 1,0 1 0,0-1-1,0 0 1,0 0 0,0 0 0,0 0-1,-1 1 1,1-1 0,-1 0-1,1 0 1,-1 0 0,1 0-1,-1 0 1,1 0 0,-1 0 0,0 0-1,-1 1 1,0-1-299,1 0 0,-1 0 1,0 0-1,0-1 0,0 1 0,0 0 1,0-1-1,0 0 0,0 1 0,-2-1 1,-31 2-9923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43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206 787 4114,'0'0'17603,"36"-1"-16971,121-6-381,-135 5-233,0-1 0,-1-1 0,1-1 1,-1-1-1,38-16 0,-51 19-21,-4 1-11,4-1-39,1 0 1,-1-1-1,1 0 1,10-9-1,-17 12-80,0-1 0,0 0 1,0 1-1,-1-1 0,1 0 0,0 0 0,-1 0 0,0-1 0,0 1 0,1 0 1,-1-1-1,0 1 0,-1 0 0,1-1 0,0 1 0,-1-1 0,1 1 0,-1-1 1,0-4-1,0 4-79,0 1 1,0-1-1,-1 1 1,1 0-1,-1-1 1,1 1-1,-1 0 1,0-1-1,0 1 1,0 0-1,0 0 1,0 0-1,-1 0 1,1 0-1,0 0 1,-1 0-1,0 0 1,1 1 0,-1-1-1,0 1 1,0-1-1,-4-1 1,-3-2-673,-1 0 1,1 1 0,-1 1 0,-12-3 0,9 2 54,-132-32-4157,-58-19 4391,189 49 791,-14-3 1023,1-2-1,0-1 0,-29-17 0,51 25-834,1 1 1,0 0 0,0-1-1,0 0 1,0 0 0,1 0-1,0-1 1,0 1 0,0-1-1,-4-7 1,6 9-179,-1-1 0,1 1 0,0 0 1,1 0-1,-1 0 0,0-1 0,1 1 0,0 0 0,0 0 0,0-1 0,0 1 1,0 0-1,1-1 0,-1 1 0,1 0 0,0 0 0,0-1 0,2-3 1,1 1 4,0 0 0,0 0 0,0 1 0,1-1 0,0 1 0,0 0 0,0 1-1,8-6 1,53-32 953,8 3-717,0 3-1,3 4 0,133-37 0,-156 51-2404,-27 2-3407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55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1457,'0'0'5133,"0"-11"-4848,2-37 3,-1 46-251,0 0 0,-1 0 0,1 1 0,0-1 0,0 0 0,0 1 0,0-1 0,0 1 0,0-1 0,1 1 0,-1-1 0,1 1 0,-1 0-1,0 0 1,1 0 0,0 0 0,-1 0 0,1 0 0,0 0 0,-1 0 0,1 1 0,0-1 0,3 0 0,7-4 199,23-12 391,1 2-1,0 1 1,72-17-1,117-9 356,-191 34-929,-28 5-50,1 1 2,0-1 0,0 0 0,0-1 0,0 0 0,0 0 0,0-1 0,11-5-1,-15 7-4,-3 1-338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56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1665,'0'0'8019,"184"-45"-7666,-123 32-289,8 4-64,-2 6 0,3-3-160,2-3-1329,10-12-2369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44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16856,'0'0'5021,"3"27"-4282,24 193 979,4 188-210,-23-251-1354,-5-135-539,0-29-1573,1-40-2145,-1-19-3554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44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657 101 10229,'0'0'8654,"6"-12"-8464,-3 3-136,-3 7-38,1-1 0,0 0 0,-1 0 0,1 0 1,1 1-1,-1-1 0,0 1 0,1-1 0,-1 1 0,1-1 0,0 1 0,0 0 0,0 0 0,0 0 0,0 0 0,0 0 0,0 0 0,1 0 0,-1 1 0,1-1 1,-1 1-1,1 0 0,0 0 0,-1 0 0,1 0 0,4-1 0,326-22 3277,3 24-1801,-157 1 241,-169 11-1405,7 26-71,24 76 0,1 48 285,-31-119-427,6 29 44,-4 0 1,-3 2-1,2 121 1,-11-148-136,0-19 15,-5 56-1,2-74-20,0-1 0,0 0 1,-1 1-1,0-1 0,0 0 0,-1 0 0,0-1 0,-1 1 0,-9 13 0,1-7 96,0-1-1,-1-1 1,-1 0-1,0 0 0,0-2 1,-2 0-1,1 0 0,-1-2 1,-1 0-1,0-1 1,-24 8-1,-21 3 91,0-3 1,-71 10 0,-476 41-364,204-50-3935,199-16-1909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5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99 992,'0'0'3015,"8"-15"-2481,25-45-1,-32 58-341,0 0-1,0 0 0,0 0 1,1 0-1,-1 0 0,1 0 1,-1 0-1,1 0 0,2-2 1,-3 4-162,-1 0-1,0 0 1,0-1 0,1 1 0,-1 0 0,0 0-1,1 0 1,-1 0 0,0 0 0,1 0 0,-1 0-1,0 0 1,1 0 0,-1 0 0,0 0 0,1 0 0,-1 0-1,0 0 1,1 0 0,-1 0 0,0 0 0,1 0-1,-1 0 1,0 0 0,1 1 0,-1-1 0,0 0 0,0 0-1,1 0 1,-1 1 0,0-1 0,0 0 0,1 0-1,-1 1 1,0-1 0,2 3 41,-1 0 0,1 0 0,-1 1 0,0-1 0,0 0 0,0 0 0,0 6 0,0-5-80,15 87 537,6 28 125,-17-99-559,0-1 0,2-1 1,17 36-1,-24-53-93,13 19 132,-12-20-91,-1 0 1,0 1 0,0-1 0,1 0 0,-1 0 0,0 1 0,1-1 0,-1 0 0,0 0 0,1 1 0,-1-1 0,1 0 0,-1 0 0,0 0 0,1 0 0,-1 0 0,1 1 0,-1-1 0,0 0 0,1 0 0,-1 0 0,1 0 0,-1 0-1,1 0 1,-1 0 0,0-1 0,1 1 0,-1 0 0,1 0 0,-1 0 0,0 0 0,1 0 0,-1-1 0,1 1 0,-1 0 0,0 0 0,1-1 0,-1 1 0,0 0 0,0-1 0,1 1 0,-1 0 0,0-1 0,1 1 0,-1 0-1,0-1 1,0 1 0,0-1 0,7-10 119,9-14 36,21-27-1,-30 44-200,0 0 0,0 1 0,1 0-1,0 0 1,0 1 0,1 0 0,10-6-1,16-4 5,-27 13 0,1-1 1,-1 1-1,0-1 1,-1-1-1,1 0 1,-1 0-1,0 0 1,0-1-1,0 0 1,-1 0-1,7-8 1,-12 11-5,0 0-1,1 0 1,-2-1 0,1 1 0,0 0-1,0 0 1,-1-1 0,0 1 0,0 0-1,0-1 1,0-4 0,-1-2-6,1 9 7,0 1-1,0 0 1,0 0-1,0 0 1,0-1-1,0 1 1,0 0 0,0 0-1,-1 0 1,1-1-1,0 1 1,0 0 0,0 0-1,0 0 1,0 0-1,-1-1 1,1 1 0,0 0-1,0 0 1,0 0-1,-1 0 1,1 0 0,0 0-1,0 0 1,0 0-1,-1 0 1,1 0-1,0 0 1,0-1 0,-1 1-1,1 0 1,0 0-1,0 1 1,0-1 0,-1 0-1,1 0 1,0 0-1,0 0 1,0 0 0,-1 0-1,1 0 1,0 0-1,0 0 1,0 0 0,-1 0-1,1 1 1,0-1-1,0 0 1,0 0-1,0 0 1,-1 0 0,1 1-1,-12 9-352,9-3 336,1 0-1,0 0 1,0 0-1,1 1 1,-1-1 0,2 1-1,-1-1 1,1 1-1,1 11 1,-1-5 8,11 22-280,-29-34-1241,18-2 1532,-16 0-1198,0-1-1,-28-5 0,-76-30-5164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59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355 113 3137,'0'0'4653,"1"-19"-4162,1-55-147,-5 57-192,-3 15-21,-8 2-66,0 0 0,0 1 0,1 1 1,-1 0-1,1 1 0,0 0 0,-1 1 0,2 1 0,-1 0 0,0 1 1,-16 9-1,14-5 90,0 1 0,1 0 0,0 1 1,1 0-1,0 1 0,1 0 0,-11 16 1,16-20-108,1 1 1,0 0 0,0 0 0,1 0 0,1 1 0,0-1 0,0 1 0,1 0 0,0 0 0,1 1 0,0-1 0,0 14 0,3-24-43,-1 0 1,0 1-1,1-1 1,-1 0-1,1 0 1,-1 0-1,1 1 1,-1-1-1,1 0 1,0 0-1,0 0 1,-1 0-1,1 0 1,0 0-1,0 0 1,0-1-1,0 1 1,0 0-1,0 0 1,0-1-1,1 1 1,-1 0-1,0-1 1,0 0-1,0 1 1,1-1-1,-1 0 0,0 1 1,1-1-1,-1 0 1,0 0-1,2 0 1,10 1 55,-1 0 0,20-2 0,-15 0 24,-7 1-38,0 0 0,0 0 1,-1-1-1,1-1 1,0 0-1,-1 0 0,0-1 1,12-4-1,-17 5-15,-1 0 1,1 0-1,-1-1 0,0 1 1,1-1-1,-1 0 0,-1 1 0,1-2 1,0 1-1,-1 0 0,1 0 0,-1-1 1,0 1-1,0-1 0,0 0 0,-1 0 1,1 0-1,-1 0 0,0 0 0,0 0 1,0 0-1,0-5 0,0-39-12,-1 42-2005,0 7 1817,0 0 0,0 0 0,0 0 1,0 0-1,0 0 0,0-1 1,0 1-1,1 0 0,-1 0 0,0 0 1,1 0-1,-1 0 0,1 0 1,-1 0-1,1 0 0,0 0 0,1 1-93,-1-1 1,1 0-1,0 0 0,0 0 0,-1 0 0,1 0 0,0 0 0,0-1 0,0 1 0,2 0 0,35 8-4521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2:59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1 0 5122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1 190 5122,'141'50'1449,"-113"-39"-531,-23 7-846,-4-17-67,0 0 0,0 1 0,0-1 1,0 0-1,0 0 0,1 0 0,-1 0 0,0 0 1,1 0-1,-1 0 0,1 0 0,-1 0 1,1-1-1,-1 1 0,1-1 0,0 1 0,1-1 1,31 2 197,-24-2-97,-8 0-55,1-1 0,-1 1 0,0-1 0,0 0 0,0 0 1,0 0-1,0 0 0,0 0 0,-1 0 0,1 0 0,0 0 1,0-1-1,-1 1 0,1-1 0,-1 1 0,1-1 0,-1 0 1,0 0-1,0 1 0,1-1 0,-1 0 0,0 0 0,0-3 1,5-9 375,-1 0 0,5-19 0,-7 22-132,8-35 588,-9 33-702,1-1-1,1 1 0,0 0 1,1 0-1,9-18 1,-12 28-184,0 0 0,1 0 0,-1 1 0,1-1 1,0 1-1,0-1 0,0 1 0,0 0 0,0 0 0,1 1 1,-1-1-1,1 1 0,-1-1 0,1 1 0,-1 0 0,1 1 1,0-1-1,3 0 0,10 0-516,1 0 0,26 2 0,-25 0-306,-13-1 626,1 1-1,-1 0 1,0 0-1,1 0 1,-1 1 0,0 0-1,0 0 1,0 1 0,0-1-1,0 1 1,0 1-1,-1-1 1,7 6 0,-8-5 149,0-1 1,-1 1 0,1 0 0,-1 0 0,0 0 0,-1 0 0,1 0 0,-1 1 0,1-1 0,-1 1-1,-1 0 1,1-1 0,-1 1 0,1 0 0,-1 0 0,-1 0 0,1 0 0,-1 6 0,0 66 1711,0-76-1643,1 0 0,-1 0 0,0-1 0,1 1 0,-1 0 0,0 0 0,1-1 0,-1 1 0,1 0 0,-1 0 0,1-1 0,0 1 0,-1-1 0,1 1 0,0-1 0,-1 1 0,1-1 0,0 1 0,-1-1 0,1 1 0,0-1 0,0 0 0,0 1 0,-1-1 0,1 0 0,0 0 0,0 0 0,0 0 0,0 0 0,-1 0 0,2 0 0,35 2 587,-29-3-401,6 1 0,-1 0 0,1-1 1,0-1-1,-1-1 0,1 1 0,-1-2 0,18-7 1,-25 9-99,-1-1 1,1 0-1,-1 0 1,1 0-1,-1-1 1,0 0-1,-1 0 1,1 0-1,-1-1 1,1 0-1,-1 1 1,-1-1-1,1-1 1,-1 1-1,0 0 1,0-1-1,0 0 1,3-11-1,-6 17-86,1-1 1,-1 0-1,0 0 0,1 0 0,-1 0 0,0 1 0,0-1 0,0 0 0,1 0 0,-1 0 0,0 0 0,0 0 0,0 0 0,0 0 0,-1 0 0,1 1 0,0-1 0,0 0 1,0 0-1,-1 0 0,1 0 0,0 1 0,-1-1 0,1 0 0,-1 0 0,1 0 0,-1 1 0,1-1 0,-1 0 0,0 1 0,1-1 0,-1 1 0,-1-2 0,-1 1-13,-1 0-1,1 1 1,-1-1-1,1 1 0,-1-1 1,1 1-1,-6 1 1,-2-1 14,-14 1-110,0 2-1,0 0 1,0 2 0,1 1-1,0 0 1,0 2-1,1 1 1,0 1-1,0 1 1,1 1 0,-27 19-1,-25 22-1728,-119 112 0,124-102 579,-32 23-931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3:01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19 1265,'0'0'2257,"-34"-18"-2257,13 18-96,-9 0-16,-6 0-241,-10 0-799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3:0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2796 170 2689,'0'0'5013,"-23"-16"-4610,-78-49-152,92 60-176,0-1 1,-1 2-1,1-1 1,-1 1-1,-1 1 1,1 0-1,-18-3 0,7 2 77,-76-14 969,-144-7 1,-105 20 1058,277 8-1895,0 3 0,-81 18-1,-134 49 330,214-49-464,0 2 1,2 3-1,1 4 1,2 2-1,1 3 1,-105 83-1,-74 92 229,135-110-220,23-24 3,-76 93 0,147-154-75,0 1 0,1 1 1,1 0-1,1 0 0,1 1 0,-12 36 0,13-27 35,2 0-1,1 0 0,1 1 0,0 43 1,6 88 472,1-142-523,1 0 1,0 0-1,2 0 0,0 0 0,16 36 0,-8-29-29,1-1-1,1-1 0,1 0 1,2-1-1,0-1 1,2-1-1,0 0 0,1-2 1,2 0-1,0-2 0,0 0 1,2-2-1,0 0 0,1-2 1,41 17-1,18 0 28,0-4 0,156 29 0,183 1 131,-355-49-177,108 6 34,283-11 0,-388-9-65,136-28 0,67-38-8,-151 35-3,-1-6-1,143-72 0,-199 80 22,-1-2 0,-1-4 0,-3-2 0,-1-3-1,63-63 1,-94 79 3,-2-1-1,-2-1 1,-1-1-1,-1-1 1,28-56-1,-37 59 4,-2 0 0,-1 0 0,-2-1 0,-1 0 0,-1-1 0,-2 0 0,3-42 0,-7 42-7,-2-1 1,-1 0-1,-2 1 1,-1 0-1,-1 0 1,-2 0-1,-1 0 1,-2 1-1,-1 0 1,-25-49-1,16 44 1,-1 1 0,-2 1 0,-1 1 1,-2 1-1,-2 1 0,0 1 0,-2 2 0,-45-34 0,51 45-2,-1 2 0,-1 0 0,-1 1 0,0 2 0,-1 1 0,0 1 0,-1 1 0,0 2 0,-1 1 0,1 1 0,-1 1 0,-34 0 0,34 5-219,1 1 0,-1 1 0,1 1 0,0 2 0,0 1 0,0 2 0,1 0 0,0 2 0,1 1 0,0 1 0,-34 21 0,-81 56-3193,0 6-2519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3:0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31 7139,'0'0'4050,"-15"-31"-4050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89 3346,'0'0'13931,"13"-15"-11754,37-44-93,-37 45-518,-13 16-576,-3 45-72,-1-1 1,-15 65 0,-3 17-66,-12 385 601,34-513-1453,0 16 12,-1 0-1,-1-1 1,0 1 0,-8 29-1,10-45-13,0 0-1,0 0 1,0 0-1,-1 0 1,1 1-1,0-1 1,0 0-1,-1 0 0,1 0 1,0 0-1,0 0 1,-1 0-1,1 0 1,0 0-1,0 0 1,-1 0-1,1 0 1,0 0-1,0 0 0,-1 0 1,1 0-1,0 0 1,0 0-1,-1 0 1,1 0-1,0 0 1,0 0-1,-1 0 1,1-1-1,0 1 0,0 0 1,-1 0-1,1 0 1,0 0-1,0-1 1,0 1-1,0 0 1,-1 0-1,1 0 1,0-1-1,0 1 0,0 0 1,0 0-1,0-1 1,0 1-1,-1 0 1,1 0-1,0-1 1,0 1-1,0 0 1,0 0-1,0-1 0,0 1 1,0 0-1,0 0 1,0-1-1,-3-11-319,0 0-1,0-1 1,2 1-1,-2-21 1,4-61-3435,0 43 273,0-4-2325,7 8-1452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5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0 270 10725,'0'0'10223,"7"-1"-9580,-3 1-573,-1 0 0,1 0 0,-1 0-1,0 1 1,1-1 0,-1 1 0,1 0-1,-1 0 1,0 0 0,0 1 0,0-1-1,1 1 1,-1-1 0,-1 1 0,1 0-1,0 0 1,0 1 0,-1-1 0,4 4 0,26 27 512,-7-6-360,2-1 0,0-1 0,61 41 0,-83-63-195,0 0 0,1-1 1,-1 0-1,1 0 0,-1 0 1,1 0-1,0-1 0,0 0 1,-1 0-1,1-1 0,6 1 1,-8-6 76,1-15-80,-1-1 0,-1 0-1,-1 0 1,-1-30 0,3-29 46,1 52-90,1 1-1,1 0 1,1 0 0,1 0-1,1 1 1,2 1 0,20-35-1,-31 58-279,1 0 0,-1 0 0,1 0 0,-1 0 0,1 0 0,0 1 0,-1-1 0,1 0 0,0 1 0,4-3 0,-4 3-425,1 0 0,0 0 0,-1 0 0,1 1 0,0-1-1,0 1 1,-1-1 0,1 1 0,3 0 0,18 0-5923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37 7203,'0'0'12638,"5"24"-11755,18 78-320,-18-75-368,-1-1-1,-1 1 1,-1 0 0,-4 42-1,1-15 31,1-47-210,-1 0 0,1-1 0,-2 1 0,1 0 0,-1 0 0,0-1 0,0 1-1,0-1 1,-1 0 0,0 0 0,-1 0 0,1 0 0,-1 0 0,-6 7 0,5-9 1,4-4 53,13 0 289,0-2-330,0-1 0,-1 0 1,0-1-1,0 0 0,16-8 0,19-7-96,-1 5-491,-18 6-1117,31-14 1,-51 19 1211,0 0 0,0-1 0,0 0 0,0-1 0,-1 0 0,0 0 0,0 0 0,10-12 0,10-19-406,-18 23 1201,0 1 0,17-17 0,-25 28-221,1 0 1,0 0 0,0 0-1,0 0 1,0 0 0,0 1 0,0-1-1,0 0 1,0 1 0,0-1-1,0 1 1,0-1 0,0 1-1,0-1 1,1 1 0,-1 0-1,0 0 1,0-1 0,0 1 0,1 0-1,1 0 1,-2 1-46,0-1 0,0 1 0,0-1 0,0 1 1,0 0-1,0-1 0,0 1 0,0 0 0,0 0 0,0 0 0,-1 0 0,1-1 1,0 1-1,0 0 0,-1 0 0,1 1 0,0 1 0,2 5 141,0 1 0,0 1 0,-1-1-1,1 12 1,-2-17-45,6 56 1023,0 82 1,-7-141-1151,-1-24 209,-4-43 103,-1-38-124,6 80-167,3-77 187,-2 90-190,1 0 0,0 1-1,1-1 1,0 0 0,1 1 0,9-20-1,-6 18 23,0 0 0,1 0-1,1 1 1,0 0 0,10-10 0,-14 16-48,0 1 0,1 0 1,-1 0-1,0 0 0,1 0 0,0 1 1,0 0-1,0 1 0,0-1 1,1 1-1,-1 0 0,10-1 1,-8 1-20,0 2 0,0-1 0,1 1 0,-1 0 1,10 2-1,-14-1-7,-1 0 1,1 0-1,-1 0 1,1 1-1,-1-1 1,1 1 0,-1 0-1,0 0 1,0 0-1,0 0 1,0 1-1,0-1 1,4 5-1,-1 2 0,1 0-1,-1 0 1,-1 0-1,1 1 1,-2-1-1,1 1 1,-1 0-1,3 15 0,-6-20-2,0 0-1,0 0 1,-1 1-1,1-1 0,-1 0 1,0 1-1,-1-1 0,-1 10 1,1-12-3,0 0 1,0 0 0,0 0-1,-1 0 1,1 0 0,-1 0-1,0-1 1,0 1 0,0 0 0,0-1-1,0 0 1,0 1 0,-1-1-1,1 0 1,-6 3 0,-2 1-41,0-1 0,0-1 0,-1 0 1,1 0-1,-19 4 0,-66 7-474,8-6-2190,-159-5 1,29-17-4305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1:5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2282 40 12838,'0'0'8132,"-21"-4"-7524,-71-10 235,82 13-658,1 1 1,-1 0-1,1 1 0,-1 0 1,1 0-1,-17 6 1,-10 1 421,-29-2 723,-104-4-1,90-3-813,-1106-5 2293,1138 6-2746,0 2 1,0 2-1,-80 17 0,67-7-24,5-1 32,-73 27 1,126-40-69,0 1 1,0 1 0,0-1 0,0 0-1,0 0 1,1 1 0,-1-1-1,0 1 1,1-1 0,-1 1-1,1 0 1,0 0 0,-1-1-1,1 1 1,0 0 0,0 0-1,0 0 1,0 0 0,0 4 0,-1 4 11,0-1 0,1 0 0,0 15 0,-1-1 29,-1 120 280,3-96-173,4 2-33,1 0 0,2-1 0,21 75 0,-1-12 16,-8-9-87,-3 1 0,3 170 0,-19-209 39,0-64-100,16 0-82,60 0 124,135-18 0,27-20-32,270-48 51,-435 71-51,116-38 0,-168 45 17,0 0-1,0-2 0,-1 0 0,0-1 1,-1-1-1,0-1 0,-1-1 0,-1 0 1,29-31-1,-37 34-4,-1-1 1,0 0-1,0 0 0,-1-1 1,-1 1-1,0-2 1,-1 1-1,5-20 1,-4 7 8,-2 0 0,-1 0 0,0-46 0,-3 54-18,1-7 5,-1-1 1,-1 0-1,-2 1 0,0-1 1,-1 1-1,-14-41 0,7 38-51,-2 0 0,-2 0 0,0 2 1,-2 0-1,0 0 0,-2 2 0,-1 0 0,-37-33 0,29 33-692,0 1 0,-2 1 0,-1 2 0,0 1 0,-2 2 0,0 1 1,-36-12-1,-69-18-5635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3:04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1505,'0'0'3057,"6"0"-2881,3 0 304,0 0-143,0 0-1,-3-3 112,0 3 112,-6-6 96,-39 6-4337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9:03:04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0 560,'0'0'368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0A277-8CD6-48FB-9A65-A6EFE4A8A03D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928FA-5388-4591-B406-16558EE1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1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Lecture-1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608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C0F227-238B-4D73-8B10-D1C7C97E017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117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3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20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6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0" y="7620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11715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361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241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63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708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35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12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185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065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7902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8547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7166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9838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342900" marR="0" indent="-34290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3600" b="1" spc="-113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159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1337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2"/>
            <a:ext cx="5386917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2"/>
            <a:ext cx="5389033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362202"/>
            <a:ext cx="5389033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8609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2690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3"/>
            <a:ext cx="6815667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600203"/>
            <a:ext cx="4011084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74908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24330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9948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7538509" y="2560111"/>
            <a:ext cx="5181600" cy="61383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10582" y="381003"/>
            <a:ext cx="922868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48491" y="3826195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5564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8951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59603"/>
            <a:ext cx="10058400" cy="9071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4" y="1600200"/>
            <a:ext cx="10058401" cy="4572000"/>
          </a:xfrm>
        </p:spPr>
        <p:txBody>
          <a:bodyPr/>
          <a:lstStyle>
            <a:lvl1pPr marL="10584" indent="-10584">
              <a:buNone/>
              <a:tabLst/>
              <a:defRPr sz="3733" baseline="0"/>
            </a:lvl1pPr>
            <a:lvl2pPr marL="539711" indent="-338642">
              <a:tabLst/>
              <a:defRPr sz="3200" baseline="0"/>
            </a:lvl2pPr>
            <a:lvl3pPr marL="687865" indent="-304776">
              <a:tabLst/>
              <a:defRPr sz="2667" baseline="0"/>
            </a:lvl3pPr>
            <a:lvl4pPr marL="920682" indent="-353458">
              <a:tabLst/>
              <a:defRPr sz="2133" baseline="0"/>
            </a:lvl4pPr>
            <a:lvl5pPr marL="1068837" indent="-319593">
              <a:tabLst/>
              <a:defRPr sz="1867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6" y="6459788"/>
            <a:ext cx="2472271" cy="365125"/>
          </a:xfrm>
          <a:prstGeom prst="rect">
            <a:avLst/>
          </a:prstGeom>
        </p:spPr>
        <p:txBody>
          <a:bodyPr/>
          <a:lstStyle/>
          <a:p>
            <a:fld id="{240CDC23-E565-C848-9AF6-12BD09C53D9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7" y="6705605"/>
            <a:ext cx="4822804" cy="119311"/>
          </a:xfr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Slides adapted from Jure </a:t>
            </a:r>
            <a:r>
              <a:rPr lang="en-US" dirty="0" err="1"/>
              <a:t>Leskovec</a:t>
            </a:r>
            <a:endParaRPr lang="en-US" sz="700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64" y="6459788"/>
            <a:ext cx="1312025" cy="365125"/>
          </a:xfrm>
          <a:prstGeom prst="rect">
            <a:avLst/>
          </a:prstGeom>
        </p:spPr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5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47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91" r:id="rId5"/>
    <p:sldLayoutId id="2147483690" r:id="rId6"/>
    <p:sldLayoutId id="2147483689" r:id="rId7"/>
    <p:sldLayoutId id="2147483688" r:id="rId8"/>
    <p:sldLayoutId id="2147483687" r:id="rId9"/>
    <p:sldLayoutId id="2147483686" r:id="rId10"/>
    <p:sldLayoutId id="2147483685" r:id="rId11"/>
    <p:sldLayoutId id="2147483684" r:id="rId12"/>
    <p:sldLayoutId id="2147483683" r:id="rId13"/>
    <p:sldLayoutId id="2147483682" r:id="rId14"/>
    <p:sldLayoutId id="214748368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spc="-113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99" Type="http://schemas.openxmlformats.org/officeDocument/2006/relationships/image" Target="../media/image153.png"/><Relationship Id="rId21" Type="http://schemas.openxmlformats.org/officeDocument/2006/relationships/image" Target="../media/image16.png"/><Relationship Id="rId63" Type="http://schemas.openxmlformats.org/officeDocument/2006/relationships/image" Target="../media/image37.png"/><Relationship Id="rId159" Type="http://schemas.openxmlformats.org/officeDocument/2006/relationships/customXml" Target="../ink/ink80.xml"/><Relationship Id="rId170" Type="http://schemas.openxmlformats.org/officeDocument/2006/relationships/image" Target="../media/image90.png"/><Relationship Id="rId226" Type="http://schemas.openxmlformats.org/officeDocument/2006/relationships/customXml" Target="../ink/ink114.xml"/><Relationship Id="rId268" Type="http://schemas.openxmlformats.org/officeDocument/2006/relationships/customXml" Target="../ink/ink136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image" Target="../media/image69.png"/><Relationship Id="rId5" Type="http://schemas.openxmlformats.org/officeDocument/2006/relationships/image" Target="../media/image8.png"/><Relationship Id="rId181" Type="http://schemas.openxmlformats.org/officeDocument/2006/relationships/customXml" Target="../ink/ink91.xml"/><Relationship Id="rId237" Type="http://schemas.openxmlformats.org/officeDocument/2006/relationships/customXml" Target="../ink/ink120.xml"/><Relationship Id="rId279" Type="http://schemas.openxmlformats.org/officeDocument/2006/relationships/image" Target="../media/image143.png"/><Relationship Id="rId43" Type="http://schemas.openxmlformats.org/officeDocument/2006/relationships/image" Target="../media/image27.png"/><Relationship Id="rId139" Type="http://schemas.openxmlformats.org/officeDocument/2006/relationships/customXml" Target="../ink/ink70.xml"/><Relationship Id="rId290" Type="http://schemas.openxmlformats.org/officeDocument/2006/relationships/customXml" Target="../ink/ink147.xml"/><Relationship Id="rId85" Type="http://schemas.openxmlformats.org/officeDocument/2006/relationships/image" Target="../media/image48.png"/><Relationship Id="rId150" Type="http://schemas.openxmlformats.org/officeDocument/2006/relationships/image" Target="../media/image80.png"/><Relationship Id="rId192" Type="http://schemas.openxmlformats.org/officeDocument/2006/relationships/image" Target="../media/image101.png"/><Relationship Id="rId206" Type="http://schemas.openxmlformats.org/officeDocument/2006/relationships/image" Target="../media/image108.png"/><Relationship Id="rId248" Type="http://schemas.openxmlformats.org/officeDocument/2006/relationships/customXml" Target="../ink/ink126.xml"/><Relationship Id="rId12" Type="http://schemas.openxmlformats.org/officeDocument/2006/relationships/customXml" Target="../ink/ink6.xml"/><Relationship Id="rId108" Type="http://schemas.openxmlformats.org/officeDocument/2006/relationships/image" Target="../media/image59.png"/><Relationship Id="rId54" Type="http://schemas.openxmlformats.org/officeDocument/2006/relationships/customXml" Target="../ink/ink27.xml"/><Relationship Id="rId75" Type="http://schemas.openxmlformats.org/officeDocument/2006/relationships/image" Target="../media/image43.png"/><Relationship Id="rId96" Type="http://schemas.openxmlformats.org/officeDocument/2006/relationships/image" Target="../media/image53.png"/><Relationship Id="rId140" Type="http://schemas.openxmlformats.org/officeDocument/2006/relationships/image" Target="../media/image75.png"/><Relationship Id="rId161" Type="http://schemas.openxmlformats.org/officeDocument/2006/relationships/customXml" Target="../ink/ink81.xml"/><Relationship Id="rId182" Type="http://schemas.openxmlformats.org/officeDocument/2006/relationships/image" Target="../media/image96.png"/><Relationship Id="rId217" Type="http://schemas.openxmlformats.org/officeDocument/2006/relationships/image" Target="../media/image113.png"/><Relationship Id="rId6" Type="http://schemas.openxmlformats.org/officeDocument/2006/relationships/customXml" Target="../ink/ink3.xml"/><Relationship Id="rId238" Type="http://schemas.openxmlformats.org/officeDocument/2006/relationships/image" Target="../media/image123.png"/><Relationship Id="rId259" Type="http://schemas.openxmlformats.org/officeDocument/2006/relationships/image" Target="../media/image133.png"/><Relationship Id="rId23" Type="http://schemas.openxmlformats.org/officeDocument/2006/relationships/image" Target="../media/image17.png"/><Relationship Id="rId119" Type="http://schemas.openxmlformats.org/officeDocument/2006/relationships/customXml" Target="../ink/ink60.xml"/><Relationship Id="rId270" Type="http://schemas.openxmlformats.org/officeDocument/2006/relationships/customXml" Target="../ink/ink137.xml"/><Relationship Id="rId291" Type="http://schemas.openxmlformats.org/officeDocument/2006/relationships/image" Target="../media/image149.png"/><Relationship Id="rId44" Type="http://schemas.openxmlformats.org/officeDocument/2006/relationships/customXml" Target="../ink/ink22.xml"/><Relationship Id="rId65" Type="http://schemas.openxmlformats.org/officeDocument/2006/relationships/image" Target="../media/image38.png"/><Relationship Id="rId86" Type="http://schemas.openxmlformats.org/officeDocument/2006/relationships/customXml" Target="../ink/ink43.xml"/><Relationship Id="rId130" Type="http://schemas.openxmlformats.org/officeDocument/2006/relationships/image" Target="../media/image70.png"/><Relationship Id="rId151" Type="http://schemas.openxmlformats.org/officeDocument/2006/relationships/customXml" Target="../ink/ink76.xml"/><Relationship Id="rId172" Type="http://schemas.openxmlformats.org/officeDocument/2006/relationships/image" Target="../media/image91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28" Type="http://schemas.openxmlformats.org/officeDocument/2006/relationships/image" Target="../media/image118.png"/><Relationship Id="rId249" Type="http://schemas.openxmlformats.org/officeDocument/2006/relationships/image" Target="../media/image128.png"/><Relationship Id="rId13" Type="http://schemas.openxmlformats.org/officeDocument/2006/relationships/image" Target="../media/image12.png"/><Relationship Id="rId109" Type="http://schemas.openxmlformats.org/officeDocument/2006/relationships/customXml" Target="../ink/ink55.xml"/><Relationship Id="rId260" Type="http://schemas.openxmlformats.org/officeDocument/2006/relationships/customXml" Target="../ink/ink132.xml"/><Relationship Id="rId281" Type="http://schemas.openxmlformats.org/officeDocument/2006/relationships/image" Target="../media/image144.png"/><Relationship Id="rId34" Type="http://schemas.openxmlformats.org/officeDocument/2006/relationships/customXml" Target="../ink/ink17.xml"/><Relationship Id="rId55" Type="http://schemas.openxmlformats.org/officeDocument/2006/relationships/image" Target="../media/image33.png"/><Relationship Id="rId76" Type="http://schemas.openxmlformats.org/officeDocument/2006/relationships/customXml" Target="../ink/ink38.xml"/><Relationship Id="rId97" Type="http://schemas.openxmlformats.org/officeDocument/2006/relationships/customXml" Target="../ink/ink49.xml"/><Relationship Id="rId120" Type="http://schemas.openxmlformats.org/officeDocument/2006/relationships/image" Target="../media/image65.png"/><Relationship Id="rId141" Type="http://schemas.openxmlformats.org/officeDocument/2006/relationships/customXml" Target="../ink/ink71.xml"/><Relationship Id="rId7" Type="http://schemas.openxmlformats.org/officeDocument/2006/relationships/image" Target="../media/image9.png"/><Relationship Id="rId162" Type="http://schemas.openxmlformats.org/officeDocument/2006/relationships/image" Target="../media/image86.png"/><Relationship Id="rId183" Type="http://schemas.openxmlformats.org/officeDocument/2006/relationships/customXml" Target="../ink/ink92.xml"/><Relationship Id="rId218" Type="http://schemas.openxmlformats.org/officeDocument/2006/relationships/customXml" Target="../ink/ink110.xml"/><Relationship Id="rId239" Type="http://schemas.openxmlformats.org/officeDocument/2006/relationships/customXml" Target="../ink/ink121.xml"/><Relationship Id="rId250" Type="http://schemas.openxmlformats.org/officeDocument/2006/relationships/customXml" Target="../ink/ink127.xml"/><Relationship Id="rId271" Type="http://schemas.openxmlformats.org/officeDocument/2006/relationships/image" Target="../media/image139.png"/><Relationship Id="rId292" Type="http://schemas.openxmlformats.org/officeDocument/2006/relationships/customXml" Target="../ink/ink148.xml"/><Relationship Id="rId24" Type="http://schemas.openxmlformats.org/officeDocument/2006/relationships/customXml" Target="../ink/ink12.xml"/><Relationship Id="rId45" Type="http://schemas.openxmlformats.org/officeDocument/2006/relationships/image" Target="../media/image28.png"/><Relationship Id="rId66" Type="http://schemas.openxmlformats.org/officeDocument/2006/relationships/customXml" Target="../ink/ink33.xml"/><Relationship Id="rId87" Type="http://schemas.openxmlformats.org/officeDocument/2006/relationships/customXml" Target="../ink/ink44.xml"/><Relationship Id="rId110" Type="http://schemas.openxmlformats.org/officeDocument/2006/relationships/image" Target="../media/image60.png"/><Relationship Id="rId131" Type="http://schemas.openxmlformats.org/officeDocument/2006/relationships/customXml" Target="../ink/ink66.xml"/><Relationship Id="rId152" Type="http://schemas.openxmlformats.org/officeDocument/2006/relationships/image" Target="../media/image81.png"/><Relationship Id="rId173" Type="http://schemas.openxmlformats.org/officeDocument/2006/relationships/customXml" Target="../ink/ink87.xml"/><Relationship Id="rId194" Type="http://schemas.openxmlformats.org/officeDocument/2006/relationships/image" Target="../media/image102.png"/><Relationship Id="rId208" Type="http://schemas.openxmlformats.org/officeDocument/2006/relationships/image" Target="../media/image109.png"/><Relationship Id="rId229" Type="http://schemas.openxmlformats.org/officeDocument/2006/relationships/customXml" Target="../ink/ink116.xml"/><Relationship Id="rId240" Type="http://schemas.openxmlformats.org/officeDocument/2006/relationships/image" Target="../media/image124.png"/><Relationship Id="rId261" Type="http://schemas.openxmlformats.org/officeDocument/2006/relationships/image" Target="../media/image134.png"/><Relationship Id="rId14" Type="http://schemas.openxmlformats.org/officeDocument/2006/relationships/customXml" Target="../ink/ink7.xml"/><Relationship Id="rId35" Type="http://schemas.openxmlformats.org/officeDocument/2006/relationships/image" Target="../media/image23.png"/><Relationship Id="rId56" Type="http://schemas.openxmlformats.org/officeDocument/2006/relationships/customXml" Target="../ink/ink28.xml"/><Relationship Id="rId77" Type="http://schemas.openxmlformats.org/officeDocument/2006/relationships/image" Target="../media/image44.png"/><Relationship Id="rId100" Type="http://schemas.openxmlformats.org/officeDocument/2006/relationships/image" Target="../media/image55.png"/><Relationship Id="rId282" Type="http://schemas.openxmlformats.org/officeDocument/2006/relationships/customXml" Target="../ink/ink143.xml"/><Relationship Id="rId8" Type="http://schemas.openxmlformats.org/officeDocument/2006/relationships/customXml" Target="../ink/ink4.xml"/><Relationship Id="rId98" Type="http://schemas.openxmlformats.org/officeDocument/2006/relationships/image" Target="../media/image54.png"/><Relationship Id="rId121" Type="http://schemas.openxmlformats.org/officeDocument/2006/relationships/customXml" Target="../ink/ink61.xml"/><Relationship Id="rId142" Type="http://schemas.openxmlformats.org/officeDocument/2006/relationships/image" Target="../media/image76.png"/><Relationship Id="rId163" Type="http://schemas.openxmlformats.org/officeDocument/2006/relationships/customXml" Target="../ink/ink82.xml"/><Relationship Id="rId184" Type="http://schemas.openxmlformats.org/officeDocument/2006/relationships/image" Target="../media/image97.png"/><Relationship Id="rId219" Type="http://schemas.openxmlformats.org/officeDocument/2006/relationships/image" Target="../media/image114.png"/><Relationship Id="rId230" Type="http://schemas.openxmlformats.org/officeDocument/2006/relationships/image" Target="../media/image119.png"/><Relationship Id="rId251" Type="http://schemas.openxmlformats.org/officeDocument/2006/relationships/image" Target="../media/image129.png"/><Relationship Id="rId25" Type="http://schemas.openxmlformats.org/officeDocument/2006/relationships/image" Target="../media/image18.png"/><Relationship Id="rId46" Type="http://schemas.openxmlformats.org/officeDocument/2006/relationships/customXml" Target="../ink/ink23.xml"/><Relationship Id="rId67" Type="http://schemas.openxmlformats.org/officeDocument/2006/relationships/image" Target="../media/image39.png"/><Relationship Id="rId272" Type="http://schemas.openxmlformats.org/officeDocument/2006/relationships/customXml" Target="../ink/ink138.xml"/><Relationship Id="rId293" Type="http://schemas.openxmlformats.org/officeDocument/2006/relationships/image" Target="../media/image150.png"/><Relationship Id="rId88" Type="http://schemas.openxmlformats.org/officeDocument/2006/relationships/image" Target="../media/image49.png"/><Relationship Id="rId111" Type="http://schemas.openxmlformats.org/officeDocument/2006/relationships/customXml" Target="../ink/ink56.xml"/><Relationship Id="rId132" Type="http://schemas.openxmlformats.org/officeDocument/2006/relationships/image" Target="../media/image71.png"/><Relationship Id="rId153" Type="http://schemas.openxmlformats.org/officeDocument/2006/relationships/customXml" Target="../ink/ink77.xml"/><Relationship Id="rId174" Type="http://schemas.openxmlformats.org/officeDocument/2006/relationships/image" Target="../media/image92.png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220" Type="http://schemas.openxmlformats.org/officeDocument/2006/relationships/customXml" Target="../ink/ink111.xml"/><Relationship Id="rId241" Type="http://schemas.openxmlformats.org/officeDocument/2006/relationships/customXml" Target="../ink/ink122.xml"/><Relationship Id="rId15" Type="http://schemas.openxmlformats.org/officeDocument/2006/relationships/image" Target="../media/image13.png"/><Relationship Id="rId36" Type="http://schemas.openxmlformats.org/officeDocument/2006/relationships/customXml" Target="../ink/ink18.xml"/><Relationship Id="rId57" Type="http://schemas.openxmlformats.org/officeDocument/2006/relationships/image" Target="../media/image34.png"/><Relationship Id="rId262" Type="http://schemas.openxmlformats.org/officeDocument/2006/relationships/customXml" Target="../ink/ink133.xml"/><Relationship Id="rId283" Type="http://schemas.openxmlformats.org/officeDocument/2006/relationships/image" Target="../media/image145.png"/><Relationship Id="rId78" Type="http://schemas.openxmlformats.org/officeDocument/2006/relationships/customXml" Target="../ink/ink39.xml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6.png"/><Relationship Id="rId143" Type="http://schemas.openxmlformats.org/officeDocument/2006/relationships/customXml" Target="../ink/ink72.xml"/><Relationship Id="rId164" Type="http://schemas.openxmlformats.org/officeDocument/2006/relationships/image" Target="../media/image87.png"/><Relationship Id="rId185" Type="http://schemas.openxmlformats.org/officeDocument/2006/relationships/customXml" Target="../ink/ink93.xml"/><Relationship Id="rId9" Type="http://schemas.openxmlformats.org/officeDocument/2006/relationships/image" Target="../media/image10.png"/><Relationship Id="rId210" Type="http://schemas.openxmlformats.org/officeDocument/2006/relationships/customXml" Target="../ink/ink106.xml"/><Relationship Id="rId26" Type="http://schemas.openxmlformats.org/officeDocument/2006/relationships/customXml" Target="../ink/ink13.xml"/><Relationship Id="rId231" Type="http://schemas.openxmlformats.org/officeDocument/2006/relationships/customXml" Target="../ink/ink117.xml"/><Relationship Id="rId252" Type="http://schemas.openxmlformats.org/officeDocument/2006/relationships/customXml" Target="../ink/ink128.xml"/><Relationship Id="rId273" Type="http://schemas.openxmlformats.org/officeDocument/2006/relationships/image" Target="../media/image140.png"/><Relationship Id="rId294" Type="http://schemas.openxmlformats.org/officeDocument/2006/relationships/customXml" Target="../ink/ink149.xml"/><Relationship Id="rId47" Type="http://schemas.openxmlformats.org/officeDocument/2006/relationships/image" Target="../media/image29.png"/><Relationship Id="rId68" Type="http://schemas.openxmlformats.org/officeDocument/2006/relationships/customXml" Target="../ink/ink34.xml"/><Relationship Id="rId89" Type="http://schemas.openxmlformats.org/officeDocument/2006/relationships/customXml" Target="../ink/ink45.xml"/><Relationship Id="rId112" Type="http://schemas.openxmlformats.org/officeDocument/2006/relationships/image" Target="../media/image61.png"/><Relationship Id="rId133" Type="http://schemas.openxmlformats.org/officeDocument/2006/relationships/customXml" Target="../ink/ink67.xml"/><Relationship Id="rId154" Type="http://schemas.openxmlformats.org/officeDocument/2006/relationships/image" Target="../media/image82.png"/><Relationship Id="rId175" Type="http://schemas.openxmlformats.org/officeDocument/2006/relationships/customXml" Target="../ink/ink88.xml"/><Relationship Id="rId196" Type="http://schemas.openxmlformats.org/officeDocument/2006/relationships/image" Target="../media/image103.png"/><Relationship Id="rId200" Type="http://schemas.openxmlformats.org/officeDocument/2006/relationships/image" Target="../media/image105.png"/><Relationship Id="rId16" Type="http://schemas.openxmlformats.org/officeDocument/2006/relationships/customXml" Target="../ink/ink8.xml"/><Relationship Id="rId221" Type="http://schemas.openxmlformats.org/officeDocument/2006/relationships/image" Target="../media/image115.png"/><Relationship Id="rId242" Type="http://schemas.openxmlformats.org/officeDocument/2006/relationships/image" Target="../media/image125.png"/><Relationship Id="rId263" Type="http://schemas.openxmlformats.org/officeDocument/2006/relationships/image" Target="../media/image135.png"/><Relationship Id="rId284" Type="http://schemas.openxmlformats.org/officeDocument/2006/relationships/customXml" Target="../ink/ink144.xml"/><Relationship Id="rId37" Type="http://schemas.openxmlformats.org/officeDocument/2006/relationships/image" Target="../media/image24.png"/><Relationship Id="rId58" Type="http://schemas.openxmlformats.org/officeDocument/2006/relationships/customXml" Target="../ink/ink29.xml"/><Relationship Id="rId79" Type="http://schemas.openxmlformats.org/officeDocument/2006/relationships/image" Target="../media/image45.png"/><Relationship Id="rId102" Type="http://schemas.openxmlformats.org/officeDocument/2006/relationships/image" Target="../media/image56.png"/><Relationship Id="rId123" Type="http://schemas.openxmlformats.org/officeDocument/2006/relationships/customXml" Target="../ink/ink62.xml"/><Relationship Id="rId144" Type="http://schemas.openxmlformats.org/officeDocument/2006/relationships/image" Target="../media/image77.png"/><Relationship Id="rId90" Type="http://schemas.openxmlformats.org/officeDocument/2006/relationships/image" Target="../media/image50.png"/><Relationship Id="rId165" Type="http://schemas.openxmlformats.org/officeDocument/2006/relationships/customXml" Target="../ink/ink83.xml"/><Relationship Id="rId186" Type="http://schemas.openxmlformats.org/officeDocument/2006/relationships/image" Target="../media/image98.png"/><Relationship Id="rId211" Type="http://schemas.openxmlformats.org/officeDocument/2006/relationships/image" Target="../media/image110.png"/><Relationship Id="rId232" Type="http://schemas.openxmlformats.org/officeDocument/2006/relationships/image" Target="../media/image120.png"/><Relationship Id="rId253" Type="http://schemas.openxmlformats.org/officeDocument/2006/relationships/image" Target="../media/image130.png"/><Relationship Id="rId274" Type="http://schemas.openxmlformats.org/officeDocument/2006/relationships/customXml" Target="../ink/ink139.xml"/><Relationship Id="rId295" Type="http://schemas.openxmlformats.org/officeDocument/2006/relationships/image" Target="../media/image151.png"/><Relationship Id="rId27" Type="http://schemas.openxmlformats.org/officeDocument/2006/relationships/image" Target="../media/image19.png"/><Relationship Id="rId48" Type="http://schemas.openxmlformats.org/officeDocument/2006/relationships/customXml" Target="../ink/ink24.xml"/><Relationship Id="rId69" Type="http://schemas.openxmlformats.org/officeDocument/2006/relationships/image" Target="../media/image40.png"/><Relationship Id="rId113" Type="http://schemas.openxmlformats.org/officeDocument/2006/relationships/customXml" Target="../ink/ink57.xml"/><Relationship Id="rId134" Type="http://schemas.openxmlformats.org/officeDocument/2006/relationships/image" Target="../media/image72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93.png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222" Type="http://schemas.openxmlformats.org/officeDocument/2006/relationships/customXml" Target="../ink/ink112.xml"/><Relationship Id="rId243" Type="http://schemas.openxmlformats.org/officeDocument/2006/relationships/customXml" Target="../ink/ink123.xml"/><Relationship Id="rId264" Type="http://schemas.openxmlformats.org/officeDocument/2006/relationships/customXml" Target="../ink/ink134.xml"/><Relationship Id="rId285" Type="http://schemas.openxmlformats.org/officeDocument/2006/relationships/image" Target="../media/image146.png"/><Relationship Id="rId17" Type="http://schemas.openxmlformats.org/officeDocument/2006/relationships/image" Target="../media/image14.png"/><Relationship Id="rId38" Type="http://schemas.openxmlformats.org/officeDocument/2006/relationships/customXml" Target="../ink/ink19.xml"/><Relationship Id="rId59" Type="http://schemas.openxmlformats.org/officeDocument/2006/relationships/image" Target="../media/image35.png"/><Relationship Id="rId103" Type="http://schemas.openxmlformats.org/officeDocument/2006/relationships/customXml" Target="../ink/ink52.xml"/><Relationship Id="rId124" Type="http://schemas.openxmlformats.org/officeDocument/2006/relationships/image" Target="../media/image67.png"/><Relationship Id="rId70" Type="http://schemas.openxmlformats.org/officeDocument/2006/relationships/customXml" Target="../ink/ink35.xml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66" Type="http://schemas.openxmlformats.org/officeDocument/2006/relationships/image" Target="../media/image88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4.xml"/><Relationship Id="rId212" Type="http://schemas.openxmlformats.org/officeDocument/2006/relationships/customXml" Target="../ink/ink107.xml"/><Relationship Id="rId233" Type="http://schemas.openxmlformats.org/officeDocument/2006/relationships/customXml" Target="../ink/ink118.xml"/><Relationship Id="rId254" Type="http://schemas.openxmlformats.org/officeDocument/2006/relationships/customXml" Target="../ink/ink129.xml"/><Relationship Id="rId28" Type="http://schemas.openxmlformats.org/officeDocument/2006/relationships/customXml" Target="../ink/ink14.xml"/><Relationship Id="rId49" Type="http://schemas.openxmlformats.org/officeDocument/2006/relationships/image" Target="../media/image30.png"/><Relationship Id="rId114" Type="http://schemas.openxmlformats.org/officeDocument/2006/relationships/image" Target="../media/image62.png"/><Relationship Id="rId275" Type="http://schemas.openxmlformats.org/officeDocument/2006/relationships/image" Target="../media/image141.png"/><Relationship Id="rId296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6.png"/><Relationship Id="rId135" Type="http://schemas.openxmlformats.org/officeDocument/2006/relationships/customXml" Target="../ink/ink68.xml"/><Relationship Id="rId156" Type="http://schemas.openxmlformats.org/officeDocument/2006/relationships/image" Target="../media/image83.png"/><Relationship Id="rId177" Type="http://schemas.openxmlformats.org/officeDocument/2006/relationships/customXml" Target="../ink/ink89.xml"/><Relationship Id="rId198" Type="http://schemas.openxmlformats.org/officeDocument/2006/relationships/image" Target="../media/image104.png"/><Relationship Id="rId202" Type="http://schemas.openxmlformats.org/officeDocument/2006/relationships/image" Target="../media/image106.png"/><Relationship Id="rId223" Type="http://schemas.openxmlformats.org/officeDocument/2006/relationships/image" Target="../media/image116.png"/><Relationship Id="rId244" Type="http://schemas.openxmlformats.org/officeDocument/2006/relationships/customXml" Target="../ink/ink124.xml"/><Relationship Id="rId18" Type="http://schemas.openxmlformats.org/officeDocument/2006/relationships/customXml" Target="../ink/ink9.xml"/><Relationship Id="rId39" Type="http://schemas.openxmlformats.org/officeDocument/2006/relationships/image" Target="../media/image25.png"/><Relationship Id="rId265" Type="http://schemas.openxmlformats.org/officeDocument/2006/relationships/image" Target="../media/image136.png"/><Relationship Id="rId286" Type="http://schemas.openxmlformats.org/officeDocument/2006/relationships/customXml" Target="../ink/ink145.xml"/><Relationship Id="rId50" Type="http://schemas.openxmlformats.org/officeDocument/2006/relationships/customXml" Target="../ink/ink25.xml"/><Relationship Id="rId104" Type="http://schemas.openxmlformats.org/officeDocument/2006/relationships/image" Target="../media/image57.png"/><Relationship Id="rId125" Type="http://schemas.openxmlformats.org/officeDocument/2006/relationships/customXml" Target="../ink/ink63.xml"/><Relationship Id="rId146" Type="http://schemas.openxmlformats.org/officeDocument/2006/relationships/image" Target="../media/image78.png"/><Relationship Id="rId167" Type="http://schemas.openxmlformats.org/officeDocument/2006/relationships/customXml" Target="../ink/ink84.xml"/><Relationship Id="rId188" Type="http://schemas.openxmlformats.org/officeDocument/2006/relationships/image" Target="../media/image99.png"/><Relationship Id="rId71" Type="http://schemas.openxmlformats.org/officeDocument/2006/relationships/image" Target="../media/image41.png"/><Relationship Id="rId92" Type="http://schemas.openxmlformats.org/officeDocument/2006/relationships/image" Target="../media/image51.png"/><Relationship Id="rId213" Type="http://schemas.openxmlformats.org/officeDocument/2006/relationships/image" Target="../media/image111.png"/><Relationship Id="rId234" Type="http://schemas.openxmlformats.org/officeDocument/2006/relationships/image" Target="../media/image121.png"/><Relationship Id="rId2" Type="http://schemas.openxmlformats.org/officeDocument/2006/relationships/customXml" Target="../ink/ink1.xml"/><Relationship Id="rId29" Type="http://schemas.openxmlformats.org/officeDocument/2006/relationships/image" Target="../media/image20.png"/><Relationship Id="rId255" Type="http://schemas.openxmlformats.org/officeDocument/2006/relationships/image" Target="../media/image131.png"/><Relationship Id="rId276" Type="http://schemas.openxmlformats.org/officeDocument/2006/relationships/customXml" Target="../ink/ink140.xml"/><Relationship Id="rId297" Type="http://schemas.openxmlformats.org/officeDocument/2006/relationships/image" Target="../media/image152.png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image" Target="../media/image73.png"/><Relationship Id="rId157" Type="http://schemas.openxmlformats.org/officeDocument/2006/relationships/customXml" Target="../ink/ink79.xml"/><Relationship Id="rId178" Type="http://schemas.openxmlformats.org/officeDocument/2006/relationships/image" Target="../media/image94.png"/><Relationship Id="rId61" Type="http://schemas.openxmlformats.org/officeDocument/2006/relationships/image" Target="../media/image36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image" Target="../media/image15.png"/><Relationship Id="rId224" Type="http://schemas.openxmlformats.org/officeDocument/2006/relationships/customXml" Target="../ink/ink113.xml"/><Relationship Id="rId245" Type="http://schemas.openxmlformats.org/officeDocument/2006/relationships/image" Target="../media/image126.png"/><Relationship Id="rId266" Type="http://schemas.openxmlformats.org/officeDocument/2006/relationships/customXml" Target="../ink/ink135.xml"/><Relationship Id="rId287" Type="http://schemas.openxmlformats.org/officeDocument/2006/relationships/image" Target="../media/image147.png"/><Relationship Id="rId30" Type="http://schemas.openxmlformats.org/officeDocument/2006/relationships/customXml" Target="../ink/ink15.xml"/><Relationship Id="rId105" Type="http://schemas.openxmlformats.org/officeDocument/2006/relationships/customXml" Target="../ink/ink53.xml"/><Relationship Id="rId126" Type="http://schemas.openxmlformats.org/officeDocument/2006/relationships/image" Target="../media/image68.png"/><Relationship Id="rId147" Type="http://schemas.openxmlformats.org/officeDocument/2006/relationships/customXml" Target="../ink/ink74.xml"/><Relationship Id="rId168" Type="http://schemas.openxmlformats.org/officeDocument/2006/relationships/image" Target="../media/image89.png"/><Relationship Id="rId51" Type="http://schemas.openxmlformats.org/officeDocument/2006/relationships/image" Target="../media/image31.png"/><Relationship Id="rId72" Type="http://schemas.openxmlformats.org/officeDocument/2006/relationships/customXml" Target="../ink/ink36.xml"/><Relationship Id="rId93" Type="http://schemas.openxmlformats.org/officeDocument/2006/relationships/customXml" Target="../ink/ink47.xml"/><Relationship Id="rId189" Type="http://schemas.openxmlformats.org/officeDocument/2006/relationships/customXml" Target="../ink/ink95.xml"/><Relationship Id="rId3" Type="http://schemas.openxmlformats.org/officeDocument/2006/relationships/image" Target="../media/image7.png"/><Relationship Id="rId214" Type="http://schemas.openxmlformats.org/officeDocument/2006/relationships/customXml" Target="../ink/ink108.xml"/><Relationship Id="rId235" Type="http://schemas.openxmlformats.org/officeDocument/2006/relationships/customXml" Target="../ink/ink119.xml"/><Relationship Id="rId256" Type="http://schemas.openxmlformats.org/officeDocument/2006/relationships/customXml" Target="../ink/ink130.xml"/><Relationship Id="rId277" Type="http://schemas.openxmlformats.org/officeDocument/2006/relationships/image" Target="../media/image142.png"/><Relationship Id="rId298" Type="http://schemas.openxmlformats.org/officeDocument/2006/relationships/customXml" Target="../ink/ink151.xml"/><Relationship Id="rId116" Type="http://schemas.openxmlformats.org/officeDocument/2006/relationships/image" Target="../media/image63.png"/><Relationship Id="rId137" Type="http://schemas.openxmlformats.org/officeDocument/2006/relationships/customXml" Target="../ink/ink69.xml"/><Relationship Id="rId158" Type="http://schemas.openxmlformats.org/officeDocument/2006/relationships/image" Target="../media/image84.png"/><Relationship Id="rId20" Type="http://schemas.openxmlformats.org/officeDocument/2006/relationships/customXml" Target="../ink/ink10.xml"/><Relationship Id="rId41" Type="http://schemas.openxmlformats.org/officeDocument/2006/relationships/image" Target="../media/image26.png"/><Relationship Id="rId62" Type="http://schemas.openxmlformats.org/officeDocument/2006/relationships/customXml" Target="../ink/ink31.xml"/><Relationship Id="rId83" Type="http://schemas.openxmlformats.org/officeDocument/2006/relationships/image" Target="../media/image47.png"/><Relationship Id="rId179" Type="http://schemas.openxmlformats.org/officeDocument/2006/relationships/customXml" Target="../ink/ink90.xml"/><Relationship Id="rId190" Type="http://schemas.openxmlformats.org/officeDocument/2006/relationships/image" Target="../media/image100.png"/><Relationship Id="rId204" Type="http://schemas.openxmlformats.org/officeDocument/2006/relationships/image" Target="../media/image107.png"/><Relationship Id="rId225" Type="http://schemas.openxmlformats.org/officeDocument/2006/relationships/image" Target="../media/image117.png"/><Relationship Id="rId246" Type="http://schemas.openxmlformats.org/officeDocument/2006/relationships/customXml" Target="../ink/ink125.xml"/><Relationship Id="rId267" Type="http://schemas.openxmlformats.org/officeDocument/2006/relationships/image" Target="../media/image137.png"/><Relationship Id="rId288" Type="http://schemas.openxmlformats.org/officeDocument/2006/relationships/customXml" Target="../ink/ink146.xml"/><Relationship Id="rId106" Type="http://schemas.openxmlformats.org/officeDocument/2006/relationships/image" Target="../media/image58.png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21.png"/><Relationship Id="rId52" Type="http://schemas.openxmlformats.org/officeDocument/2006/relationships/customXml" Target="../ink/ink26.xml"/><Relationship Id="rId73" Type="http://schemas.openxmlformats.org/officeDocument/2006/relationships/image" Target="../media/image42.png"/><Relationship Id="rId94" Type="http://schemas.openxmlformats.org/officeDocument/2006/relationships/image" Target="../media/image52.png"/><Relationship Id="rId148" Type="http://schemas.openxmlformats.org/officeDocument/2006/relationships/image" Target="../media/image79.png"/><Relationship Id="rId169" Type="http://schemas.openxmlformats.org/officeDocument/2006/relationships/customXml" Target="../ink/ink85.xml"/><Relationship Id="rId4" Type="http://schemas.openxmlformats.org/officeDocument/2006/relationships/customXml" Target="../ink/ink2.xml"/><Relationship Id="rId180" Type="http://schemas.openxmlformats.org/officeDocument/2006/relationships/image" Target="../media/image95.png"/><Relationship Id="rId215" Type="http://schemas.openxmlformats.org/officeDocument/2006/relationships/image" Target="../media/image112.png"/><Relationship Id="rId236" Type="http://schemas.openxmlformats.org/officeDocument/2006/relationships/image" Target="../media/image122.png"/><Relationship Id="rId257" Type="http://schemas.openxmlformats.org/officeDocument/2006/relationships/image" Target="../media/image132.png"/><Relationship Id="rId278" Type="http://schemas.openxmlformats.org/officeDocument/2006/relationships/customXml" Target="../ink/ink141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image" Target="../media/image74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image" Target="../media/image127.png"/><Relationship Id="rId107" Type="http://schemas.openxmlformats.org/officeDocument/2006/relationships/customXml" Target="../ink/ink54.xml"/><Relationship Id="rId289" Type="http://schemas.openxmlformats.org/officeDocument/2006/relationships/image" Target="../media/image148.png"/><Relationship Id="rId11" Type="http://schemas.openxmlformats.org/officeDocument/2006/relationships/image" Target="../media/image11.png"/><Relationship Id="rId53" Type="http://schemas.openxmlformats.org/officeDocument/2006/relationships/image" Target="../media/image32.png"/><Relationship Id="rId149" Type="http://schemas.openxmlformats.org/officeDocument/2006/relationships/customXml" Target="../ink/ink75.xml"/><Relationship Id="rId95" Type="http://schemas.openxmlformats.org/officeDocument/2006/relationships/customXml" Target="../ink/ink48.xml"/><Relationship Id="rId160" Type="http://schemas.openxmlformats.org/officeDocument/2006/relationships/image" Target="../media/image85.png"/><Relationship Id="rId216" Type="http://schemas.openxmlformats.org/officeDocument/2006/relationships/customXml" Target="../ink/ink109.xml"/><Relationship Id="rId258" Type="http://schemas.openxmlformats.org/officeDocument/2006/relationships/customXml" Target="../ink/ink131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64.png"/><Relationship Id="rId171" Type="http://schemas.openxmlformats.org/officeDocument/2006/relationships/customXml" Target="../ink/ink86.xml"/><Relationship Id="rId227" Type="http://schemas.openxmlformats.org/officeDocument/2006/relationships/customXml" Target="../ink/ink115.xml"/><Relationship Id="rId269" Type="http://schemas.openxmlformats.org/officeDocument/2006/relationships/image" Target="../media/image138.png"/><Relationship Id="rId33" Type="http://schemas.openxmlformats.org/officeDocument/2006/relationships/image" Target="../media/image22.png"/><Relationship Id="rId129" Type="http://schemas.openxmlformats.org/officeDocument/2006/relationships/customXml" Target="../ink/ink65.xml"/><Relationship Id="rId280" Type="http://schemas.openxmlformats.org/officeDocument/2006/relationships/customXml" Target="../ink/ink14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customXml" Target="../ink/ink153.xml"/><Relationship Id="rId18" Type="http://schemas.openxmlformats.org/officeDocument/2006/relationships/image" Target="../media/image161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58.png"/><Relationship Id="rId17" Type="http://schemas.openxmlformats.org/officeDocument/2006/relationships/customXml" Target="../ink/ink155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5.wmf"/><Relationship Id="rId11" Type="http://schemas.openxmlformats.org/officeDocument/2006/relationships/customXml" Target="../ink/ink152.xml"/><Relationship Id="rId5" Type="http://schemas.openxmlformats.org/officeDocument/2006/relationships/oleObject" Target="../embeddings/oleObject2.bin"/><Relationship Id="rId15" Type="http://schemas.openxmlformats.org/officeDocument/2006/relationships/customXml" Target="../ink/ink154.xml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5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3.png"/><Relationship Id="rId21" Type="http://schemas.openxmlformats.org/officeDocument/2006/relationships/customXml" Target="../ink/ink165.xml"/><Relationship Id="rId42" Type="http://schemas.openxmlformats.org/officeDocument/2006/relationships/image" Target="../media/image181.png"/><Relationship Id="rId47" Type="http://schemas.openxmlformats.org/officeDocument/2006/relationships/customXml" Target="../ink/ink178.xml"/><Relationship Id="rId63" Type="http://schemas.openxmlformats.org/officeDocument/2006/relationships/customXml" Target="../ink/ink186.xml"/><Relationship Id="rId68" Type="http://schemas.openxmlformats.org/officeDocument/2006/relationships/image" Target="../media/image194.png"/><Relationship Id="rId2" Type="http://schemas.openxmlformats.org/officeDocument/2006/relationships/image" Target="../media/image162.png"/><Relationship Id="rId16" Type="http://schemas.openxmlformats.org/officeDocument/2006/relationships/image" Target="../media/image169.png"/><Relationship Id="rId29" Type="http://schemas.openxmlformats.org/officeDocument/2006/relationships/customXml" Target="../ink/ink169.xml"/><Relationship Id="rId11" Type="http://schemas.openxmlformats.org/officeDocument/2006/relationships/customXml" Target="../ink/ink160.xml"/><Relationship Id="rId24" Type="http://schemas.openxmlformats.org/officeDocument/2006/relationships/image" Target="../media/image172.png"/><Relationship Id="rId32" Type="http://schemas.openxmlformats.org/officeDocument/2006/relationships/image" Target="../media/image176.png"/><Relationship Id="rId37" Type="http://schemas.openxmlformats.org/officeDocument/2006/relationships/customXml" Target="../ink/ink173.xml"/><Relationship Id="rId40" Type="http://schemas.openxmlformats.org/officeDocument/2006/relationships/image" Target="../media/image180.png"/><Relationship Id="rId45" Type="http://schemas.openxmlformats.org/officeDocument/2006/relationships/customXml" Target="../ink/ink177.xml"/><Relationship Id="rId53" Type="http://schemas.openxmlformats.org/officeDocument/2006/relationships/customXml" Target="../ink/ink181.xml"/><Relationship Id="rId58" Type="http://schemas.openxmlformats.org/officeDocument/2006/relationships/image" Target="../media/image189.png"/><Relationship Id="rId66" Type="http://schemas.openxmlformats.org/officeDocument/2006/relationships/image" Target="../media/image193.png"/><Relationship Id="rId74" Type="http://schemas.openxmlformats.org/officeDocument/2006/relationships/image" Target="../media/image197.png"/><Relationship Id="rId5" Type="http://schemas.openxmlformats.org/officeDocument/2006/relationships/customXml" Target="../ink/ink157.xml"/><Relationship Id="rId61" Type="http://schemas.openxmlformats.org/officeDocument/2006/relationships/customXml" Target="../ink/ink185.xml"/><Relationship Id="rId19" Type="http://schemas.openxmlformats.org/officeDocument/2006/relationships/customXml" Target="../ink/ink164.xml"/><Relationship Id="rId14" Type="http://schemas.openxmlformats.org/officeDocument/2006/relationships/image" Target="../media/image168.png"/><Relationship Id="rId22" Type="http://schemas.openxmlformats.org/officeDocument/2006/relationships/image" Target="../media/image171.png"/><Relationship Id="rId27" Type="http://schemas.openxmlformats.org/officeDocument/2006/relationships/customXml" Target="../ink/ink168.xml"/><Relationship Id="rId30" Type="http://schemas.openxmlformats.org/officeDocument/2006/relationships/image" Target="../media/image175.png"/><Relationship Id="rId35" Type="http://schemas.openxmlformats.org/officeDocument/2006/relationships/customXml" Target="../ink/ink172.xml"/><Relationship Id="rId43" Type="http://schemas.openxmlformats.org/officeDocument/2006/relationships/customXml" Target="../ink/ink176.xml"/><Relationship Id="rId48" Type="http://schemas.openxmlformats.org/officeDocument/2006/relationships/image" Target="../media/image184.png"/><Relationship Id="rId56" Type="http://schemas.openxmlformats.org/officeDocument/2006/relationships/image" Target="../media/image188.png"/><Relationship Id="rId64" Type="http://schemas.openxmlformats.org/officeDocument/2006/relationships/image" Target="../media/image192.png"/><Relationship Id="rId69" Type="http://schemas.openxmlformats.org/officeDocument/2006/relationships/customXml" Target="../ink/ink189.xml"/><Relationship Id="rId8" Type="http://schemas.openxmlformats.org/officeDocument/2006/relationships/image" Target="../media/image165.png"/><Relationship Id="rId51" Type="http://schemas.openxmlformats.org/officeDocument/2006/relationships/customXml" Target="../ink/ink180.xml"/><Relationship Id="rId72" Type="http://schemas.openxmlformats.org/officeDocument/2006/relationships/image" Target="../media/image196.png"/><Relationship Id="rId3" Type="http://schemas.openxmlformats.org/officeDocument/2006/relationships/customXml" Target="../ink/ink156.xml"/><Relationship Id="rId12" Type="http://schemas.openxmlformats.org/officeDocument/2006/relationships/image" Target="../media/image167.png"/><Relationship Id="rId17" Type="http://schemas.openxmlformats.org/officeDocument/2006/relationships/customXml" Target="../ink/ink163.xml"/><Relationship Id="rId25" Type="http://schemas.openxmlformats.org/officeDocument/2006/relationships/customXml" Target="../ink/ink167.xml"/><Relationship Id="rId33" Type="http://schemas.openxmlformats.org/officeDocument/2006/relationships/customXml" Target="../ink/ink171.xml"/><Relationship Id="rId38" Type="http://schemas.openxmlformats.org/officeDocument/2006/relationships/image" Target="../media/image179.png"/><Relationship Id="rId46" Type="http://schemas.openxmlformats.org/officeDocument/2006/relationships/image" Target="../media/image183.png"/><Relationship Id="rId59" Type="http://schemas.openxmlformats.org/officeDocument/2006/relationships/customXml" Target="../ink/ink184.xml"/><Relationship Id="rId67" Type="http://schemas.openxmlformats.org/officeDocument/2006/relationships/customXml" Target="../ink/ink188.xml"/><Relationship Id="rId20" Type="http://schemas.openxmlformats.org/officeDocument/2006/relationships/image" Target="../media/image14.png"/><Relationship Id="rId41" Type="http://schemas.openxmlformats.org/officeDocument/2006/relationships/customXml" Target="../ink/ink175.xml"/><Relationship Id="rId54" Type="http://schemas.openxmlformats.org/officeDocument/2006/relationships/image" Target="../media/image187.png"/><Relationship Id="rId62" Type="http://schemas.openxmlformats.org/officeDocument/2006/relationships/image" Target="../media/image191.png"/><Relationship Id="rId70" Type="http://schemas.openxmlformats.org/officeDocument/2006/relationships/image" Target="../media/image195.png"/><Relationship Id="rId75" Type="http://schemas.openxmlformats.org/officeDocument/2006/relationships/customXml" Target="../ink/ink19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4.png"/><Relationship Id="rId15" Type="http://schemas.openxmlformats.org/officeDocument/2006/relationships/customXml" Target="../ink/ink162.xml"/><Relationship Id="rId23" Type="http://schemas.openxmlformats.org/officeDocument/2006/relationships/customXml" Target="../ink/ink166.xml"/><Relationship Id="rId28" Type="http://schemas.openxmlformats.org/officeDocument/2006/relationships/image" Target="../media/image174.png"/><Relationship Id="rId36" Type="http://schemas.openxmlformats.org/officeDocument/2006/relationships/image" Target="../media/image178.png"/><Relationship Id="rId49" Type="http://schemas.openxmlformats.org/officeDocument/2006/relationships/customXml" Target="../ink/ink179.xml"/><Relationship Id="rId57" Type="http://schemas.openxmlformats.org/officeDocument/2006/relationships/customXml" Target="../ink/ink183.xml"/><Relationship Id="rId10" Type="http://schemas.openxmlformats.org/officeDocument/2006/relationships/image" Target="../media/image166.png"/><Relationship Id="rId31" Type="http://schemas.openxmlformats.org/officeDocument/2006/relationships/customXml" Target="../ink/ink170.xml"/><Relationship Id="rId44" Type="http://schemas.openxmlformats.org/officeDocument/2006/relationships/image" Target="../media/image182.png"/><Relationship Id="rId52" Type="http://schemas.openxmlformats.org/officeDocument/2006/relationships/image" Target="../media/image186.png"/><Relationship Id="rId60" Type="http://schemas.openxmlformats.org/officeDocument/2006/relationships/image" Target="../media/image190.png"/><Relationship Id="rId65" Type="http://schemas.openxmlformats.org/officeDocument/2006/relationships/customXml" Target="../ink/ink187.xml"/><Relationship Id="rId73" Type="http://schemas.openxmlformats.org/officeDocument/2006/relationships/customXml" Target="../ink/ink191.xml"/><Relationship Id="rId4" Type="http://schemas.openxmlformats.org/officeDocument/2006/relationships/image" Target="../media/image163.png"/><Relationship Id="rId9" Type="http://schemas.openxmlformats.org/officeDocument/2006/relationships/customXml" Target="../ink/ink159.xml"/><Relationship Id="rId13" Type="http://schemas.openxmlformats.org/officeDocument/2006/relationships/customXml" Target="../ink/ink161.xml"/><Relationship Id="rId18" Type="http://schemas.openxmlformats.org/officeDocument/2006/relationships/image" Target="../media/image170.png"/><Relationship Id="rId39" Type="http://schemas.openxmlformats.org/officeDocument/2006/relationships/customXml" Target="../ink/ink174.xml"/><Relationship Id="rId34" Type="http://schemas.openxmlformats.org/officeDocument/2006/relationships/image" Target="../media/image177.png"/><Relationship Id="rId50" Type="http://schemas.openxmlformats.org/officeDocument/2006/relationships/image" Target="../media/image185.png"/><Relationship Id="rId55" Type="http://schemas.openxmlformats.org/officeDocument/2006/relationships/customXml" Target="../ink/ink182.xml"/><Relationship Id="rId76" Type="http://schemas.openxmlformats.org/officeDocument/2006/relationships/image" Target="../media/image198.png"/><Relationship Id="rId7" Type="http://schemas.openxmlformats.org/officeDocument/2006/relationships/customXml" Target="../ink/ink158.xml"/><Relationship Id="rId71" Type="http://schemas.openxmlformats.org/officeDocument/2006/relationships/customXml" Target="../ink/ink19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customXml" Target="../ink/ink198.xml"/><Relationship Id="rId18" Type="http://schemas.openxmlformats.org/officeDocument/2006/relationships/image" Target="../media/image207.png"/><Relationship Id="rId26" Type="http://schemas.openxmlformats.org/officeDocument/2006/relationships/image" Target="../media/image211.png"/><Relationship Id="rId3" Type="http://schemas.openxmlformats.org/officeDocument/2006/relationships/customXml" Target="../ink/ink193.xml"/><Relationship Id="rId21" Type="http://schemas.openxmlformats.org/officeDocument/2006/relationships/customXml" Target="../ink/ink202.xml"/><Relationship Id="rId7" Type="http://schemas.openxmlformats.org/officeDocument/2006/relationships/customXml" Target="../ink/ink195.xml"/><Relationship Id="rId12" Type="http://schemas.openxmlformats.org/officeDocument/2006/relationships/image" Target="../media/image204.png"/><Relationship Id="rId17" Type="http://schemas.openxmlformats.org/officeDocument/2006/relationships/customXml" Target="../ink/ink200.xml"/><Relationship Id="rId25" Type="http://schemas.openxmlformats.org/officeDocument/2006/relationships/customXml" Target="../ink/ink204.xml"/><Relationship Id="rId2" Type="http://schemas.openxmlformats.org/officeDocument/2006/relationships/image" Target="../media/image199.png"/><Relationship Id="rId16" Type="http://schemas.openxmlformats.org/officeDocument/2006/relationships/image" Target="../media/image206.png"/><Relationship Id="rId20" Type="http://schemas.openxmlformats.org/officeDocument/2006/relationships/image" Target="../media/image208.png"/><Relationship Id="rId29" Type="http://schemas.openxmlformats.org/officeDocument/2006/relationships/customXml" Target="../ink/ink20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.png"/><Relationship Id="rId11" Type="http://schemas.openxmlformats.org/officeDocument/2006/relationships/customXml" Target="../ink/ink197.xml"/><Relationship Id="rId24" Type="http://schemas.openxmlformats.org/officeDocument/2006/relationships/image" Target="../media/image210.png"/><Relationship Id="rId32" Type="http://schemas.openxmlformats.org/officeDocument/2006/relationships/image" Target="../media/image214.png"/><Relationship Id="rId5" Type="http://schemas.openxmlformats.org/officeDocument/2006/relationships/customXml" Target="../ink/ink194.xml"/><Relationship Id="rId15" Type="http://schemas.openxmlformats.org/officeDocument/2006/relationships/customXml" Target="../ink/ink199.xml"/><Relationship Id="rId23" Type="http://schemas.openxmlformats.org/officeDocument/2006/relationships/customXml" Target="../ink/ink203.xml"/><Relationship Id="rId28" Type="http://schemas.openxmlformats.org/officeDocument/2006/relationships/image" Target="../media/image212.png"/><Relationship Id="rId10" Type="http://schemas.openxmlformats.org/officeDocument/2006/relationships/image" Target="../media/image203.png"/><Relationship Id="rId19" Type="http://schemas.openxmlformats.org/officeDocument/2006/relationships/customXml" Target="../ink/ink201.xml"/><Relationship Id="rId31" Type="http://schemas.openxmlformats.org/officeDocument/2006/relationships/customXml" Target="../ink/ink207.xml"/><Relationship Id="rId4" Type="http://schemas.openxmlformats.org/officeDocument/2006/relationships/image" Target="../media/image200.png"/><Relationship Id="rId9" Type="http://schemas.openxmlformats.org/officeDocument/2006/relationships/customXml" Target="../ink/ink196.xml"/><Relationship Id="rId14" Type="http://schemas.openxmlformats.org/officeDocument/2006/relationships/image" Target="../media/image205.png"/><Relationship Id="rId22" Type="http://schemas.openxmlformats.org/officeDocument/2006/relationships/image" Target="../media/image209.png"/><Relationship Id="rId27" Type="http://schemas.openxmlformats.org/officeDocument/2006/relationships/customXml" Target="../ink/ink205.xml"/><Relationship Id="rId30" Type="http://schemas.openxmlformats.org/officeDocument/2006/relationships/image" Target="../media/image213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5.xml"/><Relationship Id="rId21" Type="http://schemas.openxmlformats.org/officeDocument/2006/relationships/customXml" Target="../ink/ink217.xml"/><Relationship Id="rId42" Type="http://schemas.openxmlformats.org/officeDocument/2006/relationships/image" Target="../media/image235.png"/><Relationship Id="rId63" Type="http://schemas.openxmlformats.org/officeDocument/2006/relationships/customXml" Target="../ink/ink238.xml"/><Relationship Id="rId84" Type="http://schemas.openxmlformats.org/officeDocument/2006/relationships/image" Target="../media/image255.png"/><Relationship Id="rId138" Type="http://schemas.openxmlformats.org/officeDocument/2006/relationships/customXml" Target="../ink/ink276.xml"/><Relationship Id="rId16" Type="http://schemas.openxmlformats.org/officeDocument/2006/relationships/image" Target="../media/image222.png"/><Relationship Id="rId107" Type="http://schemas.openxmlformats.org/officeDocument/2006/relationships/customXml" Target="../ink/ink260.xml"/><Relationship Id="rId11" Type="http://schemas.openxmlformats.org/officeDocument/2006/relationships/customXml" Target="../ink/ink212.xml"/><Relationship Id="rId32" Type="http://schemas.openxmlformats.org/officeDocument/2006/relationships/image" Target="../media/image230.png"/><Relationship Id="rId37" Type="http://schemas.openxmlformats.org/officeDocument/2006/relationships/customXml" Target="../ink/ink225.xml"/><Relationship Id="rId53" Type="http://schemas.openxmlformats.org/officeDocument/2006/relationships/customXml" Target="../ink/ink233.xml"/><Relationship Id="rId58" Type="http://schemas.openxmlformats.org/officeDocument/2006/relationships/image" Target="../media/image243.png"/><Relationship Id="rId74" Type="http://schemas.openxmlformats.org/officeDocument/2006/relationships/image" Target="../media/image251.png"/><Relationship Id="rId79" Type="http://schemas.openxmlformats.org/officeDocument/2006/relationships/customXml" Target="../ink/ink246.xml"/><Relationship Id="rId102" Type="http://schemas.openxmlformats.org/officeDocument/2006/relationships/image" Target="../media/image264.png"/><Relationship Id="rId123" Type="http://schemas.openxmlformats.org/officeDocument/2006/relationships/customXml" Target="../ink/ink268.xml"/><Relationship Id="rId128" Type="http://schemas.openxmlformats.org/officeDocument/2006/relationships/image" Target="../media/image277.png"/><Relationship Id="rId5" Type="http://schemas.openxmlformats.org/officeDocument/2006/relationships/customXml" Target="../ink/ink209.xml"/><Relationship Id="rId90" Type="http://schemas.openxmlformats.org/officeDocument/2006/relationships/image" Target="../media/image258.png"/><Relationship Id="rId95" Type="http://schemas.openxmlformats.org/officeDocument/2006/relationships/customXml" Target="../ink/ink254.xml"/><Relationship Id="rId22" Type="http://schemas.openxmlformats.org/officeDocument/2006/relationships/image" Target="../media/image225.png"/><Relationship Id="rId27" Type="http://schemas.openxmlformats.org/officeDocument/2006/relationships/customXml" Target="../ink/ink220.xml"/><Relationship Id="rId43" Type="http://schemas.openxmlformats.org/officeDocument/2006/relationships/customXml" Target="../ink/ink228.xml"/><Relationship Id="rId48" Type="http://schemas.openxmlformats.org/officeDocument/2006/relationships/image" Target="../media/image238.png"/><Relationship Id="rId64" Type="http://schemas.openxmlformats.org/officeDocument/2006/relationships/image" Target="../media/image246.png"/><Relationship Id="rId69" Type="http://schemas.openxmlformats.org/officeDocument/2006/relationships/customXml" Target="../ink/ink241.xml"/><Relationship Id="rId113" Type="http://schemas.openxmlformats.org/officeDocument/2006/relationships/customXml" Target="../ink/ink263.xml"/><Relationship Id="rId118" Type="http://schemas.openxmlformats.org/officeDocument/2006/relationships/image" Target="../media/image272.png"/><Relationship Id="rId134" Type="http://schemas.openxmlformats.org/officeDocument/2006/relationships/customXml" Target="../ink/ink274.xml"/><Relationship Id="rId139" Type="http://schemas.openxmlformats.org/officeDocument/2006/relationships/image" Target="../media/image282.png"/><Relationship Id="rId80" Type="http://schemas.openxmlformats.org/officeDocument/2006/relationships/image" Target="../media/image14.png"/><Relationship Id="rId85" Type="http://schemas.openxmlformats.org/officeDocument/2006/relationships/customXml" Target="../ink/ink249.xml"/><Relationship Id="rId12" Type="http://schemas.openxmlformats.org/officeDocument/2006/relationships/image" Target="../media/image220.png"/><Relationship Id="rId17" Type="http://schemas.openxmlformats.org/officeDocument/2006/relationships/customXml" Target="../ink/ink215.xml"/><Relationship Id="rId33" Type="http://schemas.openxmlformats.org/officeDocument/2006/relationships/customXml" Target="../ink/ink223.xml"/><Relationship Id="rId38" Type="http://schemas.openxmlformats.org/officeDocument/2006/relationships/image" Target="../media/image233.png"/><Relationship Id="rId59" Type="http://schemas.openxmlformats.org/officeDocument/2006/relationships/customXml" Target="../ink/ink236.xml"/><Relationship Id="rId103" Type="http://schemas.openxmlformats.org/officeDocument/2006/relationships/customXml" Target="../ink/ink258.xml"/><Relationship Id="rId108" Type="http://schemas.openxmlformats.org/officeDocument/2006/relationships/image" Target="../media/image267.png"/><Relationship Id="rId124" Type="http://schemas.openxmlformats.org/officeDocument/2006/relationships/image" Target="../media/image275.png"/><Relationship Id="rId129" Type="http://schemas.openxmlformats.org/officeDocument/2006/relationships/customXml" Target="../ink/ink271.xml"/><Relationship Id="rId54" Type="http://schemas.openxmlformats.org/officeDocument/2006/relationships/image" Target="../media/image241.png"/><Relationship Id="rId70" Type="http://schemas.openxmlformats.org/officeDocument/2006/relationships/image" Target="../media/image249.png"/><Relationship Id="rId75" Type="http://schemas.openxmlformats.org/officeDocument/2006/relationships/customXml" Target="../ink/ink244.xml"/><Relationship Id="rId91" Type="http://schemas.openxmlformats.org/officeDocument/2006/relationships/customXml" Target="../ink/ink252.xml"/><Relationship Id="rId96" Type="http://schemas.openxmlformats.org/officeDocument/2006/relationships/image" Target="../media/image2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7.png"/><Relationship Id="rId23" Type="http://schemas.openxmlformats.org/officeDocument/2006/relationships/customXml" Target="../ink/ink218.xml"/><Relationship Id="rId28" Type="http://schemas.openxmlformats.org/officeDocument/2006/relationships/image" Target="../media/image228.png"/><Relationship Id="rId49" Type="http://schemas.openxmlformats.org/officeDocument/2006/relationships/customXml" Target="../ink/ink231.xml"/><Relationship Id="rId114" Type="http://schemas.openxmlformats.org/officeDocument/2006/relationships/image" Target="../media/image270.png"/><Relationship Id="rId119" Type="http://schemas.openxmlformats.org/officeDocument/2006/relationships/customXml" Target="../ink/ink266.xml"/><Relationship Id="rId44" Type="http://schemas.openxmlformats.org/officeDocument/2006/relationships/image" Target="../media/image236.png"/><Relationship Id="rId60" Type="http://schemas.openxmlformats.org/officeDocument/2006/relationships/image" Target="../media/image244.png"/><Relationship Id="rId65" Type="http://schemas.openxmlformats.org/officeDocument/2006/relationships/customXml" Target="../ink/ink239.xml"/><Relationship Id="rId81" Type="http://schemas.openxmlformats.org/officeDocument/2006/relationships/customXml" Target="../ink/ink247.xml"/><Relationship Id="rId86" Type="http://schemas.openxmlformats.org/officeDocument/2006/relationships/image" Target="../media/image256.png"/><Relationship Id="rId130" Type="http://schemas.openxmlformats.org/officeDocument/2006/relationships/image" Target="../media/image278.png"/><Relationship Id="rId135" Type="http://schemas.openxmlformats.org/officeDocument/2006/relationships/image" Target="../media/image280.png"/><Relationship Id="rId13" Type="http://schemas.openxmlformats.org/officeDocument/2006/relationships/customXml" Target="../ink/ink213.xml"/><Relationship Id="rId18" Type="http://schemas.openxmlformats.org/officeDocument/2006/relationships/image" Target="../media/image223.png"/><Relationship Id="rId39" Type="http://schemas.openxmlformats.org/officeDocument/2006/relationships/customXml" Target="../ink/ink226.xml"/><Relationship Id="rId109" Type="http://schemas.openxmlformats.org/officeDocument/2006/relationships/customXml" Target="../ink/ink261.xml"/><Relationship Id="rId34" Type="http://schemas.openxmlformats.org/officeDocument/2006/relationships/image" Target="../media/image231.png"/><Relationship Id="rId50" Type="http://schemas.openxmlformats.org/officeDocument/2006/relationships/image" Target="../media/image239.png"/><Relationship Id="rId55" Type="http://schemas.openxmlformats.org/officeDocument/2006/relationships/customXml" Target="../ink/ink234.xml"/><Relationship Id="rId76" Type="http://schemas.openxmlformats.org/officeDocument/2006/relationships/image" Target="../media/image252.png"/><Relationship Id="rId97" Type="http://schemas.openxmlformats.org/officeDocument/2006/relationships/customXml" Target="../ink/ink255.xml"/><Relationship Id="rId104" Type="http://schemas.openxmlformats.org/officeDocument/2006/relationships/image" Target="../media/image265.png"/><Relationship Id="rId120" Type="http://schemas.openxmlformats.org/officeDocument/2006/relationships/image" Target="../media/image273.png"/><Relationship Id="rId125" Type="http://schemas.openxmlformats.org/officeDocument/2006/relationships/customXml" Target="../ink/ink269.xml"/><Relationship Id="rId7" Type="http://schemas.openxmlformats.org/officeDocument/2006/relationships/customXml" Target="../ink/ink210.xml"/><Relationship Id="rId71" Type="http://schemas.openxmlformats.org/officeDocument/2006/relationships/customXml" Target="../ink/ink242.xml"/><Relationship Id="rId92" Type="http://schemas.openxmlformats.org/officeDocument/2006/relationships/image" Target="../media/image259.png"/><Relationship Id="rId2" Type="http://schemas.openxmlformats.org/officeDocument/2006/relationships/image" Target="../media/image215.png"/><Relationship Id="rId29" Type="http://schemas.openxmlformats.org/officeDocument/2006/relationships/customXml" Target="../ink/ink221.xml"/><Relationship Id="rId24" Type="http://schemas.openxmlformats.org/officeDocument/2006/relationships/image" Target="../media/image226.png"/><Relationship Id="rId40" Type="http://schemas.openxmlformats.org/officeDocument/2006/relationships/image" Target="../media/image234.png"/><Relationship Id="rId45" Type="http://schemas.openxmlformats.org/officeDocument/2006/relationships/customXml" Target="../ink/ink229.xml"/><Relationship Id="rId66" Type="http://schemas.openxmlformats.org/officeDocument/2006/relationships/image" Target="../media/image247.png"/><Relationship Id="rId87" Type="http://schemas.openxmlformats.org/officeDocument/2006/relationships/customXml" Target="../ink/ink250.xml"/><Relationship Id="rId110" Type="http://schemas.openxmlformats.org/officeDocument/2006/relationships/image" Target="../media/image268.png"/><Relationship Id="rId115" Type="http://schemas.openxmlformats.org/officeDocument/2006/relationships/customXml" Target="../ink/ink264.xml"/><Relationship Id="rId131" Type="http://schemas.openxmlformats.org/officeDocument/2006/relationships/customXml" Target="../ink/ink272.xml"/><Relationship Id="rId136" Type="http://schemas.openxmlformats.org/officeDocument/2006/relationships/customXml" Target="../ink/ink275.xml"/><Relationship Id="rId61" Type="http://schemas.openxmlformats.org/officeDocument/2006/relationships/customXml" Target="../ink/ink237.xml"/><Relationship Id="rId82" Type="http://schemas.openxmlformats.org/officeDocument/2006/relationships/image" Target="../media/image254.png"/><Relationship Id="rId19" Type="http://schemas.openxmlformats.org/officeDocument/2006/relationships/customXml" Target="../ink/ink216.xml"/><Relationship Id="rId14" Type="http://schemas.openxmlformats.org/officeDocument/2006/relationships/image" Target="../media/image221.png"/><Relationship Id="rId30" Type="http://schemas.openxmlformats.org/officeDocument/2006/relationships/image" Target="../media/image229.png"/><Relationship Id="rId35" Type="http://schemas.openxmlformats.org/officeDocument/2006/relationships/customXml" Target="../ink/ink224.xml"/><Relationship Id="rId56" Type="http://schemas.openxmlformats.org/officeDocument/2006/relationships/image" Target="../media/image242.png"/><Relationship Id="rId77" Type="http://schemas.openxmlformats.org/officeDocument/2006/relationships/customXml" Target="../ink/ink245.xml"/><Relationship Id="rId100" Type="http://schemas.openxmlformats.org/officeDocument/2006/relationships/image" Target="../media/image263.png"/><Relationship Id="rId105" Type="http://schemas.openxmlformats.org/officeDocument/2006/relationships/customXml" Target="../ink/ink259.xml"/><Relationship Id="rId126" Type="http://schemas.openxmlformats.org/officeDocument/2006/relationships/image" Target="../media/image276.png"/><Relationship Id="rId8" Type="http://schemas.openxmlformats.org/officeDocument/2006/relationships/image" Target="../media/image218.png"/><Relationship Id="rId51" Type="http://schemas.openxmlformats.org/officeDocument/2006/relationships/customXml" Target="../ink/ink232.xml"/><Relationship Id="rId72" Type="http://schemas.openxmlformats.org/officeDocument/2006/relationships/image" Target="../media/image250.png"/><Relationship Id="rId93" Type="http://schemas.openxmlformats.org/officeDocument/2006/relationships/customXml" Target="../ink/ink253.xml"/><Relationship Id="rId98" Type="http://schemas.openxmlformats.org/officeDocument/2006/relationships/image" Target="../media/image262.png"/><Relationship Id="rId121" Type="http://schemas.openxmlformats.org/officeDocument/2006/relationships/customXml" Target="../ink/ink267.xml"/><Relationship Id="rId3" Type="http://schemas.openxmlformats.org/officeDocument/2006/relationships/customXml" Target="../ink/ink208.xml"/><Relationship Id="rId25" Type="http://schemas.openxmlformats.org/officeDocument/2006/relationships/customXml" Target="../ink/ink219.xml"/><Relationship Id="rId46" Type="http://schemas.openxmlformats.org/officeDocument/2006/relationships/image" Target="../media/image237.png"/><Relationship Id="rId67" Type="http://schemas.openxmlformats.org/officeDocument/2006/relationships/customXml" Target="../ink/ink240.xml"/><Relationship Id="rId116" Type="http://schemas.openxmlformats.org/officeDocument/2006/relationships/image" Target="../media/image271.png"/><Relationship Id="rId137" Type="http://schemas.openxmlformats.org/officeDocument/2006/relationships/image" Target="../media/image281.png"/><Relationship Id="rId20" Type="http://schemas.openxmlformats.org/officeDocument/2006/relationships/image" Target="../media/image224.png"/><Relationship Id="rId41" Type="http://schemas.openxmlformats.org/officeDocument/2006/relationships/customXml" Target="../ink/ink227.xml"/><Relationship Id="rId62" Type="http://schemas.openxmlformats.org/officeDocument/2006/relationships/image" Target="../media/image245.png"/><Relationship Id="rId83" Type="http://schemas.openxmlformats.org/officeDocument/2006/relationships/customXml" Target="../ink/ink248.xml"/><Relationship Id="rId88" Type="http://schemas.openxmlformats.org/officeDocument/2006/relationships/image" Target="../media/image257.png"/><Relationship Id="rId111" Type="http://schemas.openxmlformats.org/officeDocument/2006/relationships/customXml" Target="../ink/ink262.xml"/><Relationship Id="rId132" Type="http://schemas.openxmlformats.org/officeDocument/2006/relationships/image" Target="../media/image279.png"/><Relationship Id="rId15" Type="http://schemas.openxmlformats.org/officeDocument/2006/relationships/customXml" Target="../ink/ink214.xml"/><Relationship Id="rId36" Type="http://schemas.openxmlformats.org/officeDocument/2006/relationships/image" Target="../media/image232.png"/><Relationship Id="rId57" Type="http://schemas.openxmlformats.org/officeDocument/2006/relationships/customXml" Target="../ink/ink235.xml"/><Relationship Id="rId106" Type="http://schemas.openxmlformats.org/officeDocument/2006/relationships/image" Target="../media/image266.png"/><Relationship Id="rId127" Type="http://schemas.openxmlformats.org/officeDocument/2006/relationships/customXml" Target="../ink/ink270.xml"/><Relationship Id="rId10" Type="http://schemas.openxmlformats.org/officeDocument/2006/relationships/image" Target="../media/image219.png"/><Relationship Id="rId31" Type="http://schemas.openxmlformats.org/officeDocument/2006/relationships/customXml" Target="../ink/ink222.xml"/><Relationship Id="rId52" Type="http://schemas.openxmlformats.org/officeDocument/2006/relationships/image" Target="../media/image240.png"/><Relationship Id="rId73" Type="http://schemas.openxmlformats.org/officeDocument/2006/relationships/customXml" Target="../ink/ink243.xml"/><Relationship Id="rId78" Type="http://schemas.openxmlformats.org/officeDocument/2006/relationships/image" Target="../media/image253.png"/><Relationship Id="rId94" Type="http://schemas.openxmlformats.org/officeDocument/2006/relationships/image" Target="../media/image260.png"/><Relationship Id="rId99" Type="http://schemas.openxmlformats.org/officeDocument/2006/relationships/customXml" Target="../ink/ink256.xml"/><Relationship Id="rId101" Type="http://schemas.openxmlformats.org/officeDocument/2006/relationships/customXml" Target="../ink/ink257.xml"/><Relationship Id="rId122" Type="http://schemas.openxmlformats.org/officeDocument/2006/relationships/image" Target="../media/image274.png"/><Relationship Id="rId4" Type="http://schemas.openxmlformats.org/officeDocument/2006/relationships/image" Target="../media/image216.png"/><Relationship Id="rId9" Type="http://schemas.openxmlformats.org/officeDocument/2006/relationships/customXml" Target="../ink/ink211.xml"/><Relationship Id="rId26" Type="http://schemas.openxmlformats.org/officeDocument/2006/relationships/image" Target="../media/image227.png"/><Relationship Id="rId47" Type="http://schemas.openxmlformats.org/officeDocument/2006/relationships/customXml" Target="../ink/ink230.xml"/><Relationship Id="rId68" Type="http://schemas.openxmlformats.org/officeDocument/2006/relationships/image" Target="../media/image248.png"/><Relationship Id="rId89" Type="http://schemas.openxmlformats.org/officeDocument/2006/relationships/customXml" Target="../ink/ink251.xml"/><Relationship Id="rId112" Type="http://schemas.openxmlformats.org/officeDocument/2006/relationships/image" Target="../media/image269.png"/><Relationship Id="rId133" Type="http://schemas.openxmlformats.org/officeDocument/2006/relationships/customXml" Target="../ink/ink273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4.png"/><Relationship Id="rId21" Type="http://schemas.openxmlformats.org/officeDocument/2006/relationships/customXml" Target="../ink/ink286.xml"/><Relationship Id="rId42" Type="http://schemas.openxmlformats.org/officeDocument/2006/relationships/image" Target="../media/image301.png"/><Relationship Id="rId47" Type="http://schemas.openxmlformats.org/officeDocument/2006/relationships/customXml" Target="../ink/ink299.xml"/><Relationship Id="rId63" Type="http://schemas.openxmlformats.org/officeDocument/2006/relationships/image" Target="../media/image311.png"/><Relationship Id="rId68" Type="http://schemas.openxmlformats.org/officeDocument/2006/relationships/customXml" Target="../ink/ink310.xml"/><Relationship Id="rId7" Type="http://schemas.openxmlformats.org/officeDocument/2006/relationships/customXml" Target="../ink/ink279.xml"/><Relationship Id="rId71" Type="http://schemas.openxmlformats.org/officeDocument/2006/relationships/image" Target="../media/image315.png"/><Relationship Id="rId2" Type="http://schemas.openxmlformats.org/officeDocument/2006/relationships/image" Target="../media/image6010.png"/><Relationship Id="rId16" Type="http://schemas.openxmlformats.org/officeDocument/2006/relationships/image" Target="../media/image289.png"/><Relationship Id="rId29" Type="http://schemas.openxmlformats.org/officeDocument/2006/relationships/customXml" Target="../ink/ink290.xml"/><Relationship Id="rId11" Type="http://schemas.openxmlformats.org/officeDocument/2006/relationships/customXml" Target="../ink/ink281.xml"/><Relationship Id="rId24" Type="http://schemas.openxmlformats.org/officeDocument/2006/relationships/image" Target="../media/image293.png"/><Relationship Id="rId32" Type="http://schemas.openxmlformats.org/officeDocument/2006/relationships/image" Target="../media/image297.png"/><Relationship Id="rId37" Type="http://schemas.openxmlformats.org/officeDocument/2006/relationships/customXml" Target="../ink/ink294.xml"/><Relationship Id="rId40" Type="http://schemas.openxmlformats.org/officeDocument/2006/relationships/image" Target="../media/image300.png"/><Relationship Id="rId45" Type="http://schemas.openxmlformats.org/officeDocument/2006/relationships/customXml" Target="../ink/ink298.xml"/><Relationship Id="rId53" Type="http://schemas.openxmlformats.org/officeDocument/2006/relationships/image" Target="../media/image306.png"/><Relationship Id="rId58" Type="http://schemas.openxmlformats.org/officeDocument/2006/relationships/customXml" Target="../ink/ink305.xml"/><Relationship Id="rId66" Type="http://schemas.openxmlformats.org/officeDocument/2006/relationships/customXml" Target="../ink/ink309.xml"/><Relationship Id="rId5" Type="http://schemas.openxmlformats.org/officeDocument/2006/relationships/customXml" Target="../ink/ink278.xml"/><Relationship Id="rId61" Type="http://schemas.openxmlformats.org/officeDocument/2006/relationships/image" Target="../media/image310.png"/><Relationship Id="rId19" Type="http://schemas.openxmlformats.org/officeDocument/2006/relationships/customXml" Target="../ink/ink285.xml"/><Relationship Id="rId14" Type="http://schemas.openxmlformats.org/officeDocument/2006/relationships/image" Target="../media/image288.png"/><Relationship Id="rId22" Type="http://schemas.openxmlformats.org/officeDocument/2006/relationships/image" Target="../media/image292.png"/><Relationship Id="rId27" Type="http://schemas.openxmlformats.org/officeDocument/2006/relationships/customXml" Target="../ink/ink289.xml"/><Relationship Id="rId30" Type="http://schemas.openxmlformats.org/officeDocument/2006/relationships/image" Target="../media/image296.png"/><Relationship Id="rId35" Type="http://schemas.openxmlformats.org/officeDocument/2006/relationships/customXml" Target="../ink/ink293.xml"/><Relationship Id="rId43" Type="http://schemas.openxmlformats.org/officeDocument/2006/relationships/customXml" Target="../ink/ink297.xml"/><Relationship Id="rId48" Type="http://schemas.openxmlformats.org/officeDocument/2006/relationships/image" Target="../media/image304.png"/><Relationship Id="rId56" Type="http://schemas.openxmlformats.org/officeDocument/2006/relationships/customXml" Target="../ink/ink304.xml"/><Relationship Id="rId64" Type="http://schemas.openxmlformats.org/officeDocument/2006/relationships/customXml" Target="../ink/ink308.xml"/><Relationship Id="rId69" Type="http://schemas.openxmlformats.org/officeDocument/2006/relationships/image" Target="../media/image314.png"/><Relationship Id="rId8" Type="http://schemas.openxmlformats.org/officeDocument/2006/relationships/image" Target="../media/image285.png"/><Relationship Id="rId51" Type="http://schemas.openxmlformats.org/officeDocument/2006/relationships/image" Target="../media/image305.png"/><Relationship Id="rId3" Type="http://schemas.openxmlformats.org/officeDocument/2006/relationships/customXml" Target="../ink/ink277.xml"/><Relationship Id="rId12" Type="http://schemas.openxmlformats.org/officeDocument/2006/relationships/image" Target="../media/image287.png"/><Relationship Id="rId17" Type="http://schemas.openxmlformats.org/officeDocument/2006/relationships/customXml" Target="../ink/ink284.xml"/><Relationship Id="rId25" Type="http://schemas.openxmlformats.org/officeDocument/2006/relationships/customXml" Target="../ink/ink288.xml"/><Relationship Id="rId33" Type="http://schemas.openxmlformats.org/officeDocument/2006/relationships/customXml" Target="../ink/ink292.xml"/><Relationship Id="rId38" Type="http://schemas.openxmlformats.org/officeDocument/2006/relationships/image" Target="../media/image14.png"/><Relationship Id="rId46" Type="http://schemas.openxmlformats.org/officeDocument/2006/relationships/image" Target="../media/image303.png"/><Relationship Id="rId59" Type="http://schemas.openxmlformats.org/officeDocument/2006/relationships/image" Target="../media/image309.png"/><Relationship Id="rId67" Type="http://schemas.openxmlformats.org/officeDocument/2006/relationships/image" Target="../media/image313.png"/><Relationship Id="rId20" Type="http://schemas.openxmlformats.org/officeDocument/2006/relationships/image" Target="../media/image291.png"/><Relationship Id="rId41" Type="http://schemas.openxmlformats.org/officeDocument/2006/relationships/customXml" Target="../ink/ink296.xml"/><Relationship Id="rId54" Type="http://schemas.openxmlformats.org/officeDocument/2006/relationships/customXml" Target="../ink/ink303.xml"/><Relationship Id="rId62" Type="http://schemas.openxmlformats.org/officeDocument/2006/relationships/customXml" Target="../ink/ink307.xml"/><Relationship Id="rId70" Type="http://schemas.openxmlformats.org/officeDocument/2006/relationships/customXml" Target="../ink/ink3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4.png"/><Relationship Id="rId15" Type="http://schemas.openxmlformats.org/officeDocument/2006/relationships/customXml" Target="../ink/ink283.xml"/><Relationship Id="rId23" Type="http://schemas.openxmlformats.org/officeDocument/2006/relationships/customXml" Target="../ink/ink287.xml"/><Relationship Id="rId28" Type="http://schemas.openxmlformats.org/officeDocument/2006/relationships/image" Target="../media/image295.png"/><Relationship Id="rId36" Type="http://schemas.openxmlformats.org/officeDocument/2006/relationships/image" Target="../media/image299.png"/><Relationship Id="rId49" Type="http://schemas.openxmlformats.org/officeDocument/2006/relationships/customXml" Target="../ink/ink300.xml"/><Relationship Id="rId57" Type="http://schemas.openxmlformats.org/officeDocument/2006/relationships/image" Target="../media/image308.png"/><Relationship Id="rId10" Type="http://schemas.openxmlformats.org/officeDocument/2006/relationships/image" Target="../media/image286.png"/><Relationship Id="rId31" Type="http://schemas.openxmlformats.org/officeDocument/2006/relationships/customXml" Target="../ink/ink291.xml"/><Relationship Id="rId44" Type="http://schemas.openxmlformats.org/officeDocument/2006/relationships/image" Target="../media/image302.png"/><Relationship Id="rId52" Type="http://schemas.openxmlformats.org/officeDocument/2006/relationships/customXml" Target="../ink/ink302.xml"/><Relationship Id="rId60" Type="http://schemas.openxmlformats.org/officeDocument/2006/relationships/customXml" Target="../ink/ink306.xml"/><Relationship Id="rId65" Type="http://schemas.openxmlformats.org/officeDocument/2006/relationships/image" Target="../media/image312.png"/><Relationship Id="rId4" Type="http://schemas.openxmlformats.org/officeDocument/2006/relationships/image" Target="../media/image283.png"/><Relationship Id="rId9" Type="http://schemas.openxmlformats.org/officeDocument/2006/relationships/customXml" Target="../ink/ink280.xml"/><Relationship Id="rId13" Type="http://schemas.openxmlformats.org/officeDocument/2006/relationships/customXml" Target="../ink/ink282.xml"/><Relationship Id="rId18" Type="http://schemas.openxmlformats.org/officeDocument/2006/relationships/image" Target="../media/image290.png"/><Relationship Id="rId39" Type="http://schemas.openxmlformats.org/officeDocument/2006/relationships/customXml" Target="../ink/ink295.xml"/><Relationship Id="rId34" Type="http://schemas.openxmlformats.org/officeDocument/2006/relationships/image" Target="../media/image298.png"/><Relationship Id="rId50" Type="http://schemas.openxmlformats.org/officeDocument/2006/relationships/customXml" Target="../ink/ink301.xml"/><Relationship Id="rId55" Type="http://schemas.openxmlformats.org/officeDocument/2006/relationships/image" Target="../media/image307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69.xml"/><Relationship Id="rId21" Type="http://schemas.openxmlformats.org/officeDocument/2006/relationships/customXml" Target="../ink/ink321.xml"/><Relationship Id="rId42" Type="http://schemas.openxmlformats.org/officeDocument/2006/relationships/image" Target="../media/image336.png"/><Relationship Id="rId63" Type="http://schemas.openxmlformats.org/officeDocument/2006/relationships/customXml" Target="../ink/ink342.xml"/><Relationship Id="rId84" Type="http://schemas.openxmlformats.org/officeDocument/2006/relationships/image" Target="../media/image356.png"/><Relationship Id="rId138" Type="http://schemas.openxmlformats.org/officeDocument/2006/relationships/image" Target="../media/image383.png"/><Relationship Id="rId159" Type="http://schemas.openxmlformats.org/officeDocument/2006/relationships/image" Target="../media/image393.png"/><Relationship Id="rId170" Type="http://schemas.openxmlformats.org/officeDocument/2006/relationships/customXml" Target="../ink/ink396.xml"/><Relationship Id="rId191" Type="http://schemas.openxmlformats.org/officeDocument/2006/relationships/image" Target="../media/image409.png"/><Relationship Id="rId107" Type="http://schemas.openxmlformats.org/officeDocument/2006/relationships/customXml" Target="../ink/ink364.xml"/><Relationship Id="rId11" Type="http://schemas.openxmlformats.org/officeDocument/2006/relationships/customXml" Target="../ink/ink316.xml"/><Relationship Id="rId32" Type="http://schemas.openxmlformats.org/officeDocument/2006/relationships/image" Target="../media/image331.png"/><Relationship Id="rId53" Type="http://schemas.openxmlformats.org/officeDocument/2006/relationships/customXml" Target="../ink/ink337.xml"/><Relationship Id="rId74" Type="http://schemas.openxmlformats.org/officeDocument/2006/relationships/image" Target="../media/image351.png"/><Relationship Id="rId128" Type="http://schemas.openxmlformats.org/officeDocument/2006/relationships/image" Target="../media/image378.png"/><Relationship Id="rId149" Type="http://schemas.openxmlformats.org/officeDocument/2006/relationships/customXml" Target="../ink/ink385.xml"/><Relationship Id="rId5" Type="http://schemas.openxmlformats.org/officeDocument/2006/relationships/customXml" Target="../ink/ink313.xml"/><Relationship Id="rId95" Type="http://schemas.openxmlformats.org/officeDocument/2006/relationships/customXml" Target="../ink/ink358.xml"/><Relationship Id="rId160" Type="http://schemas.openxmlformats.org/officeDocument/2006/relationships/customXml" Target="../ink/ink391.xml"/><Relationship Id="rId181" Type="http://schemas.openxmlformats.org/officeDocument/2006/relationships/image" Target="../media/image404.png"/><Relationship Id="rId22" Type="http://schemas.openxmlformats.org/officeDocument/2006/relationships/image" Target="../media/image326.png"/><Relationship Id="rId43" Type="http://schemas.openxmlformats.org/officeDocument/2006/relationships/customXml" Target="../ink/ink332.xml"/><Relationship Id="rId64" Type="http://schemas.openxmlformats.org/officeDocument/2006/relationships/image" Target="../media/image14.png"/><Relationship Id="rId118" Type="http://schemas.openxmlformats.org/officeDocument/2006/relationships/image" Target="../media/image373.png"/><Relationship Id="rId139" Type="http://schemas.openxmlformats.org/officeDocument/2006/relationships/customXml" Target="../ink/ink380.xml"/><Relationship Id="rId85" Type="http://schemas.openxmlformats.org/officeDocument/2006/relationships/customXml" Target="../ink/ink353.xml"/><Relationship Id="rId150" Type="http://schemas.openxmlformats.org/officeDocument/2006/relationships/image" Target="../media/image389.png"/><Relationship Id="rId171" Type="http://schemas.openxmlformats.org/officeDocument/2006/relationships/image" Target="../media/image399.png"/><Relationship Id="rId12" Type="http://schemas.openxmlformats.org/officeDocument/2006/relationships/image" Target="../media/image321.png"/><Relationship Id="rId33" Type="http://schemas.openxmlformats.org/officeDocument/2006/relationships/customXml" Target="../ink/ink327.xml"/><Relationship Id="rId108" Type="http://schemas.openxmlformats.org/officeDocument/2006/relationships/image" Target="../media/image368.png"/><Relationship Id="rId129" Type="http://schemas.openxmlformats.org/officeDocument/2006/relationships/customXml" Target="../ink/ink375.xml"/><Relationship Id="rId54" Type="http://schemas.openxmlformats.org/officeDocument/2006/relationships/image" Target="../media/image342.png"/><Relationship Id="rId75" Type="http://schemas.openxmlformats.org/officeDocument/2006/relationships/customXml" Target="../ink/ink348.xml"/><Relationship Id="rId96" Type="http://schemas.openxmlformats.org/officeDocument/2006/relationships/image" Target="../media/image362.png"/><Relationship Id="rId140" Type="http://schemas.openxmlformats.org/officeDocument/2006/relationships/image" Target="../media/image384.png"/><Relationship Id="rId161" Type="http://schemas.openxmlformats.org/officeDocument/2006/relationships/image" Target="../media/image394.png"/><Relationship Id="rId182" Type="http://schemas.openxmlformats.org/officeDocument/2006/relationships/customXml" Target="../ink/ink402.xml"/><Relationship Id="rId6" Type="http://schemas.openxmlformats.org/officeDocument/2006/relationships/image" Target="../media/image318.png"/><Relationship Id="rId23" Type="http://schemas.openxmlformats.org/officeDocument/2006/relationships/customXml" Target="../ink/ink322.xml"/><Relationship Id="rId119" Type="http://schemas.openxmlformats.org/officeDocument/2006/relationships/customXml" Target="../ink/ink370.xml"/><Relationship Id="rId44" Type="http://schemas.openxmlformats.org/officeDocument/2006/relationships/image" Target="../media/image337.png"/><Relationship Id="rId65" Type="http://schemas.openxmlformats.org/officeDocument/2006/relationships/customXml" Target="../ink/ink343.xml"/><Relationship Id="rId86" Type="http://schemas.openxmlformats.org/officeDocument/2006/relationships/image" Target="../media/image357.png"/><Relationship Id="rId130" Type="http://schemas.openxmlformats.org/officeDocument/2006/relationships/image" Target="../media/image379.png"/><Relationship Id="rId151" Type="http://schemas.openxmlformats.org/officeDocument/2006/relationships/customXml" Target="../ink/ink386.xml"/><Relationship Id="rId172" Type="http://schemas.openxmlformats.org/officeDocument/2006/relationships/customXml" Target="../ink/ink397.xml"/><Relationship Id="rId13" Type="http://schemas.openxmlformats.org/officeDocument/2006/relationships/customXml" Target="../ink/ink317.xml"/><Relationship Id="rId18" Type="http://schemas.openxmlformats.org/officeDocument/2006/relationships/image" Target="../media/image324.png"/><Relationship Id="rId39" Type="http://schemas.openxmlformats.org/officeDocument/2006/relationships/customXml" Target="../ink/ink330.xml"/><Relationship Id="rId109" Type="http://schemas.openxmlformats.org/officeDocument/2006/relationships/customXml" Target="../ink/ink365.xml"/><Relationship Id="rId34" Type="http://schemas.openxmlformats.org/officeDocument/2006/relationships/image" Target="../media/image332.png"/><Relationship Id="rId50" Type="http://schemas.openxmlformats.org/officeDocument/2006/relationships/image" Target="../media/image340.png"/><Relationship Id="rId55" Type="http://schemas.openxmlformats.org/officeDocument/2006/relationships/customXml" Target="../ink/ink338.xml"/><Relationship Id="rId76" Type="http://schemas.openxmlformats.org/officeDocument/2006/relationships/image" Target="../media/image352.png"/><Relationship Id="rId97" Type="http://schemas.openxmlformats.org/officeDocument/2006/relationships/customXml" Target="../ink/ink359.xml"/><Relationship Id="rId104" Type="http://schemas.openxmlformats.org/officeDocument/2006/relationships/image" Target="../media/image366.png"/><Relationship Id="rId120" Type="http://schemas.openxmlformats.org/officeDocument/2006/relationships/image" Target="../media/image374.png"/><Relationship Id="rId125" Type="http://schemas.openxmlformats.org/officeDocument/2006/relationships/customXml" Target="../ink/ink373.xml"/><Relationship Id="rId141" Type="http://schemas.openxmlformats.org/officeDocument/2006/relationships/customXml" Target="../ink/ink381.xml"/><Relationship Id="rId146" Type="http://schemas.openxmlformats.org/officeDocument/2006/relationships/image" Target="../media/image387.png"/><Relationship Id="rId167" Type="http://schemas.openxmlformats.org/officeDocument/2006/relationships/image" Target="../media/image397.png"/><Relationship Id="rId188" Type="http://schemas.openxmlformats.org/officeDocument/2006/relationships/customXml" Target="../ink/ink405.xml"/><Relationship Id="rId7" Type="http://schemas.openxmlformats.org/officeDocument/2006/relationships/customXml" Target="../ink/ink314.xml"/><Relationship Id="rId71" Type="http://schemas.openxmlformats.org/officeDocument/2006/relationships/customXml" Target="../ink/ink346.xml"/><Relationship Id="rId92" Type="http://schemas.openxmlformats.org/officeDocument/2006/relationships/image" Target="../media/image360.png"/><Relationship Id="rId162" Type="http://schemas.openxmlformats.org/officeDocument/2006/relationships/customXml" Target="../ink/ink392.xml"/><Relationship Id="rId183" Type="http://schemas.openxmlformats.org/officeDocument/2006/relationships/image" Target="../media/image405.png"/><Relationship Id="rId2" Type="http://schemas.openxmlformats.org/officeDocument/2006/relationships/image" Target="../media/image316.emf"/><Relationship Id="rId29" Type="http://schemas.openxmlformats.org/officeDocument/2006/relationships/customXml" Target="../ink/ink325.xml"/><Relationship Id="rId24" Type="http://schemas.openxmlformats.org/officeDocument/2006/relationships/image" Target="../media/image327.png"/><Relationship Id="rId40" Type="http://schemas.openxmlformats.org/officeDocument/2006/relationships/image" Target="../media/image335.png"/><Relationship Id="rId45" Type="http://schemas.openxmlformats.org/officeDocument/2006/relationships/customXml" Target="../ink/ink333.xml"/><Relationship Id="rId66" Type="http://schemas.openxmlformats.org/officeDocument/2006/relationships/image" Target="../media/image347.png"/><Relationship Id="rId87" Type="http://schemas.openxmlformats.org/officeDocument/2006/relationships/customXml" Target="../ink/ink354.xml"/><Relationship Id="rId110" Type="http://schemas.openxmlformats.org/officeDocument/2006/relationships/image" Target="../media/image369.png"/><Relationship Id="rId115" Type="http://schemas.openxmlformats.org/officeDocument/2006/relationships/customXml" Target="../ink/ink368.xml"/><Relationship Id="rId131" Type="http://schemas.openxmlformats.org/officeDocument/2006/relationships/customXml" Target="../ink/ink376.xml"/><Relationship Id="rId136" Type="http://schemas.openxmlformats.org/officeDocument/2006/relationships/image" Target="../media/image382.png"/><Relationship Id="rId157" Type="http://schemas.openxmlformats.org/officeDocument/2006/relationships/image" Target="../media/image392.png"/><Relationship Id="rId178" Type="http://schemas.openxmlformats.org/officeDocument/2006/relationships/customXml" Target="../ink/ink400.xml"/><Relationship Id="rId61" Type="http://schemas.openxmlformats.org/officeDocument/2006/relationships/customXml" Target="../ink/ink341.xml"/><Relationship Id="rId82" Type="http://schemas.openxmlformats.org/officeDocument/2006/relationships/image" Target="../media/image355.png"/><Relationship Id="rId152" Type="http://schemas.openxmlformats.org/officeDocument/2006/relationships/image" Target="../media/image390.png"/><Relationship Id="rId173" Type="http://schemas.openxmlformats.org/officeDocument/2006/relationships/image" Target="../media/image400.png"/><Relationship Id="rId19" Type="http://schemas.openxmlformats.org/officeDocument/2006/relationships/customXml" Target="../ink/ink320.xml"/><Relationship Id="rId14" Type="http://schemas.openxmlformats.org/officeDocument/2006/relationships/image" Target="../media/image322.png"/><Relationship Id="rId30" Type="http://schemas.openxmlformats.org/officeDocument/2006/relationships/image" Target="../media/image330.png"/><Relationship Id="rId35" Type="http://schemas.openxmlformats.org/officeDocument/2006/relationships/customXml" Target="../ink/ink328.xml"/><Relationship Id="rId56" Type="http://schemas.openxmlformats.org/officeDocument/2006/relationships/image" Target="../media/image343.png"/><Relationship Id="rId77" Type="http://schemas.openxmlformats.org/officeDocument/2006/relationships/customXml" Target="../ink/ink349.xml"/><Relationship Id="rId100" Type="http://schemas.openxmlformats.org/officeDocument/2006/relationships/image" Target="../media/image364.png"/><Relationship Id="rId105" Type="http://schemas.openxmlformats.org/officeDocument/2006/relationships/customXml" Target="../ink/ink363.xml"/><Relationship Id="rId126" Type="http://schemas.openxmlformats.org/officeDocument/2006/relationships/image" Target="../media/image377.png"/><Relationship Id="rId147" Type="http://schemas.openxmlformats.org/officeDocument/2006/relationships/customXml" Target="../ink/ink384.xml"/><Relationship Id="rId168" Type="http://schemas.openxmlformats.org/officeDocument/2006/relationships/customXml" Target="../ink/ink395.xml"/><Relationship Id="rId8" Type="http://schemas.openxmlformats.org/officeDocument/2006/relationships/image" Target="../media/image319.png"/><Relationship Id="rId51" Type="http://schemas.openxmlformats.org/officeDocument/2006/relationships/customXml" Target="../ink/ink336.xml"/><Relationship Id="rId72" Type="http://schemas.openxmlformats.org/officeDocument/2006/relationships/image" Target="../media/image350.png"/><Relationship Id="rId93" Type="http://schemas.openxmlformats.org/officeDocument/2006/relationships/customXml" Target="../ink/ink357.xml"/><Relationship Id="rId98" Type="http://schemas.openxmlformats.org/officeDocument/2006/relationships/image" Target="../media/image363.png"/><Relationship Id="rId121" Type="http://schemas.openxmlformats.org/officeDocument/2006/relationships/customXml" Target="../ink/ink371.xml"/><Relationship Id="rId142" Type="http://schemas.openxmlformats.org/officeDocument/2006/relationships/image" Target="../media/image385.png"/><Relationship Id="rId163" Type="http://schemas.openxmlformats.org/officeDocument/2006/relationships/image" Target="../media/image395.png"/><Relationship Id="rId184" Type="http://schemas.openxmlformats.org/officeDocument/2006/relationships/customXml" Target="../ink/ink403.xml"/><Relationship Id="rId189" Type="http://schemas.openxmlformats.org/officeDocument/2006/relationships/image" Target="../media/image408.png"/><Relationship Id="rId3" Type="http://schemas.openxmlformats.org/officeDocument/2006/relationships/customXml" Target="../ink/ink312.xml"/><Relationship Id="rId25" Type="http://schemas.openxmlformats.org/officeDocument/2006/relationships/customXml" Target="../ink/ink323.xml"/><Relationship Id="rId46" Type="http://schemas.openxmlformats.org/officeDocument/2006/relationships/image" Target="../media/image338.png"/><Relationship Id="rId67" Type="http://schemas.openxmlformats.org/officeDocument/2006/relationships/customXml" Target="../ink/ink344.xml"/><Relationship Id="rId116" Type="http://schemas.openxmlformats.org/officeDocument/2006/relationships/image" Target="../media/image372.png"/><Relationship Id="rId137" Type="http://schemas.openxmlformats.org/officeDocument/2006/relationships/customXml" Target="../ink/ink379.xml"/><Relationship Id="rId158" Type="http://schemas.openxmlformats.org/officeDocument/2006/relationships/customXml" Target="../ink/ink390.xml"/><Relationship Id="rId20" Type="http://schemas.openxmlformats.org/officeDocument/2006/relationships/image" Target="../media/image325.png"/><Relationship Id="rId41" Type="http://schemas.openxmlformats.org/officeDocument/2006/relationships/customXml" Target="../ink/ink331.xml"/><Relationship Id="rId62" Type="http://schemas.openxmlformats.org/officeDocument/2006/relationships/image" Target="../media/image346.png"/><Relationship Id="rId83" Type="http://schemas.openxmlformats.org/officeDocument/2006/relationships/customXml" Target="../ink/ink352.xml"/><Relationship Id="rId88" Type="http://schemas.openxmlformats.org/officeDocument/2006/relationships/image" Target="../media/image358.png"/><Relationship Id="rId111" Type="http://schemas.openxmlformats.org/officeDocument/2006/relationships/customXml" Target="../ink/ink366.xml"/><Relationship Id="rId132" Type="http://schemas.openxmlformats.org/officeDocument/2006/relationships/image" Target="../media/image380.png"/><Relationship Id="rId153" Type="http://schemas.openxmlformats.org/officeDocument/2006/relationships/customXml" Target="../ink/ink387.xml"/><Relationship Id="rId174" Type="http://schemas.openxmlformats.org/officeDocument/2006/relationships/customXml" Target="../ink/ink398.xml"/><Relationship Id="rId179" Type="http://schemas.openxmlformats.org/officeDocument/2006/relationships/image" Target="../media/image403.png"/><Relationship Id="rId190" Type="http://schemas.openxmlformats.org/officeDocument/2006/relationships/customXml" Target="../ink/ink406.xml"/><Relationship Id="rId15" Type="http://schemas.openxmlformats.org/officeDocument/2006/relationships/customXml" Target="../ink/ink318.xml"/><Relationship Id="rId36" Type="http://schemas.openxmlformats.org/officeDocument/2006/relationships/image" Target="../media/image333.png"/><Relationship Id="rId57" Type="http://schemas.openxmlformats.org/officeDocument/2006/relationships/customXml" Target="../ink/ink339.xml"/><Relationship Id="rId106" Type="http://schemas.openxmlformats.org/officeDocument/2006/relationships/image" Target="../media/image367.png"/><Relationship Id="rId127" Type="http://schemas.openxmlformats.org/officeDocument/2006/relationships/customXml" Target="../ink/ink374.xml"/><Relationship Id="rId10" Type="http://schemas.openxmlformats.org/officeDocument/2006/relationships/image" Target="../media/image320.png"/><Relationship Id="rId31" Type="http://schemas.openxmlformats.org/officeDocument/2006/relationships/customXml" Target="../ink/ink326.xml"/><Relationship Id="rId52" Type="http://schemas.openxmlformats.org/officeDocument/2006/relationships/image" Target="../media/image341.png"/><Relationship Id="rId73" Type="http://schemas.openxmlformats.org/officeDocument/2006/relationships/customXml" Target="../ink/ink347.xml"/><Relationship Id="rId78" Type="http://schemas.openxmlformats.org/officeDocument/2006/relationships/image" Target="../media/image353.png"/><Relationship Id="rId94" Type="http://schemas.openxmlformats.org/officeDocument/2006/relationships/image" Target="../media/image361.png"/><Relationship Id="rId99" Type="http://schemas.openxmlformats.org/officeDocument/2006/relationships/customXml" Target="../ink/ink360.xml"/><Relationship Id="rId101" Type="http://schemas.openxmlformats.org/officeDocument/2006/relationships/customXml" Target="../ink/ink361.xml"/><Relationship Id="rId122" Type="http://schemas.openxmlformats.org/officeDocument/2006/relationships/image" Target="../media/image375.png"/><Relationship Id="rId143" Type="http://schemas.openxmlformats.org/officeDocument/2006/relationships/customXml" Target="../ink/ink382.xml"/><Relationship Id="rId148" Type="http://schemas.openxmlformats.org/officeDocument/2006/relationships/image" Target="../media/image388.png"/><Relationship Id="rId164" Type="http://schemas.openxmlformats.org/officeDocument/2006/relationships/customXml" Target="../ink/ink393.xml"/><Relationship Id="rId169" Type="http://schemas.openxmlformats.org/officeDocument/2006/relationships/image" Target="../media/image398.png"/><Relationship Id="rId185" Type="http://schemas.openxmlformats.org/officeDocument/2006/relationships/image" Target="../media/image406.png"/><Relationship Id="rId4" Type="http://schemas.openxmlformats.org/officeDocument/2006/relationships/image" Target="../media/image317.png"/><Relationship Id="rId9" Type="http://schemas.openxmlformats.org/officeDocument/2006/relationships/customXml" Target="../ink/ink315.xml"/><Relationship Id="rId180" Type="http://schemas.openxmlformats.org/officeDocument/2006/relationships/customXml" Target="../ink/ink401.xml"/><Relationship Id="rId26" Type="http://schemas.openxmlformats.org/officeDocument/2006/relationships/image" Target="../media/image328.png"/><Relationship Id="rId47" Type="http://schemas.openxmlformats.org/officeDocument/2006/relationships/customXml" Target="../ink/ink334.xml"/><Relationship Id="rId68" Type="http://schemas.openxmlformats.org/officeDocument/2006/relationships/image" Target="../media/image348.png"/><Relationship Id="rId89" Type="http://schemas.openxmlformats.org/officeDocument/2006/relationships/customXml" Target="../ink/ink355.xml"/><Relationship Id="rId112" Type="http://schemas.openxmlformats.org/officeDocument/2006/relationships/image" Target="../media/image370.png"/><Relationship Id="rId133" Type="http://schemas.openxmlformats.org/officeDocument/2006/relationships/customXml" Target="../ink/ink377.xml"/><Relationship Id="rId154" Type="http://schemas.openxmlformats.org/officeDocument/2006/relationships/customXml" Target="../ink/ink388.xml"/><Relationship Id="rId175" Type="http://schemas.openxmlformats.org/officeDocument/2006/relationships/image" Target="../media/image401.png"/><Relationship Id="rId16" Type="http://schemas.openxmlformats.org/officeDocument/2006/relationships/image" Target="../media/image323.png"/><Relationship Id="rId37" Type="http://schemas.openxmlformats.org/officeDocument/2006/relationships/customXml" Target="../ink/ink329.xml"/><Relationship Id="rId58" Type="http://schemas.openxmlformats.org/officeDocument/2006/relationships/image" Target="../media/image344.png"/><Relationship Id="rId79" Type="http://schemas.openxmlformats.org/officeDocument/2006/relationships/customXml" Target="../ink/ink350.xml"/><Relationship Id="rId102" Type="http://schemas.openxmlformats.org/officeDocument/2006/relationships/image" Target="../media/image365.png"/><Relationship Id="rId123" Type="http://schemas.openxmlformats.org/officeDocument/2006/relationships/customXml" Target="../ink/ink372.xml"/><Relationship Id="rId144" Type="http://schemas.openxmlformats.org/officeDocument/2006/relationships/image" Target="../media/image386.png"/><Relationship Id="rId90" Type="http://schemas.openxmlformats.org/officeDocument/2006/relationships/image" Target="../media/image359.png"/><Relationship Id="rId165" Type="http://schemas.openxmlformats.org/officeDocument/2006/relationships/image" Target="../media/image396.png"/><Relationship Id="rId186" Type="http://schemas.openxmlformats.org/officeDocument/2006/relationships/customXml" Target="../ink/ink404.xml"/><Relationship Id="rId27" Type="http://schemas.openxmlformats.org/officeDocument/2006/relationships/customXml" Target="../ink/ink324.xml"/><Relationship Id="rId48" Type="http://schemas.openxmlformats.org/officeDocument/2006/relationships/image" Target="../media/image339.png"/><Relationship Id="rId69" Type="http://schemas.openxmlformats.org/officeDocument/2006/relationships/customXml" Target="../ink/ink345.xml"/><Relationship Id="rId113" Type="http://schemas.openxmlformats.org/officeDocument/2006/relationships/customXml" Target="../ink/ink367.xml"/><Relationship Id="rId134" Type="http://schemas.openxmlformats.org/officeDocument/2006/relationships/image" Target="../media/image381.png"/><Relationship Id="rId80" Type="http://schemas.openxmlformats.org/officeDocument/2006/relationships/image" Target="../media/image354.png"/><Relationship Id="rId155" Type="http://schemas.openxmlformats.org/officeDocument/2006/relationships/image" Target="../media/image391.png"/><Relationship Id="rId176" Type="http://schemas.openxmlformats.org/officeDocument/2006/relationships/customXml" Target="../ink/ink399.xml"/><Relationship Id="rId17" Type="http://schemas.openxmlformats.org/officeDocument/2006/relationships/customXml" Target="../ink/ink319.xml"/><Relationship Id="rId38" Type="http://schemas.openxmlformats.org/officeDocument/2006/relationships/image" Target="../media/image334.png"/><Relationship Id="rId59" Type="http://schemas.openxmlformats.org/officeDocument/2006/relationships/customXml" Target="../ink/ink340.xml"/><Relationship Id="rId103" Type="http://schemas.openxmlformats.org/officeDocument/2006/relationships/customXml" Target="../ink/ink362.xml"/><Relationship Id="rId124" Type="http://schemas.openxmlformats.org/officeDocument/2006/relationships/image" Target="../media/image376.png"/><Relationship Id="rId70" Type="http://schemas.openxmlformats.org/officeDocument/2006/relationships/image" Target="../media/image349.png"/><Relationship Id="rId91" Type="http://schemas.openxmlformats.org/officeDocument/2006/relationships/customXml" Target="../ink/ink356.xml"/><Relationship Id="rId145" Type="http://schemas.openxmlformats.org/officeDocument/2006/relationships/customXml" Target="../ink/ink383.xml"/><Relationship Id="rId166" Type="http://schemas.openxmlformats.org/officeDocument/2006/relationships/customXml" Target="../ink/ink394.xml"/><Relationship Id="rId187" Type="http://schemas.openxmlformats.org/officeDocument/2006/relationships/image" Target="../media/image407.png"/><Relationship Id="rId1" Type="http://schemas.openxmlformats.org/officeDocument/2006/relationships/slideLayout" Target="../slideLayouts/slideLayout4.xml"/><Relationship Id="rId28" Type="http://schemas.openxmlformats.org/officeDocument/2006/relationships/image" Target="../media/image329.png"/><Relationship Id="rId49" Type="http://schemas.openxmlformats.org/officeDocument/2006/relationships/customXml" Target="../ink/ink335.xml"/><Relationship Id="rId114" Type="http://schemas.openxmlformats.org/officeDocument/2006/relationships/image" Target="../media/image371.png"/><Relationship Id="rId60" Type="http://schemas.openxmlformats.org/officeDocument/2006/relationships/image" Target="../media/image345.png"/><Relationship Id="rId81" Type="http://schemas.openxmlformats.org/officeDocument/2006/relationships/customXml" Target="../ink/ink351.xml"/><Relationship Id="rId135" Type="http://schemas.openxmlformats.org/officeDocument/2006/relationships/customXml" Target="../ink/ink378.xml"/><Relationship Id="rId156" Type="http://schemas.openxmlformats.org/officeDocument/2006/relationships/customXml" Target="../ink/ink389.xml"/><Relationship Id="rId177" Type="http://schemas.openxmlformats.org/officeDocument/2006/relationships/image" Target="../media/image402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8.xml"/><Relationship Id="rId21" Type="http://schemas.openxmlformats.org/officeDocument/2006/relationships/image" Target="../media/image419.png"/><Relationship Id="rId42" Type="http://schemas.openxmlformats.org/officeDocument/2006/relationships/customXml" Target="../ink/ink426.xml"/><Relationship Id="rId47" Type="http://schemas.openxmlformats.org/officeDocument/2006/relationships/image" Target="../media/image432.png"/><Relationship Id="rId63" Type="http://schemas.openxmlformats.org/officeDocument/2006/relationships/image" Target="../media/image440.png"/><Relationship Id="rId68" Type="http://schemas.openxmlformats.org/officeDocument/2006/relationships/customXml" Target="../ink/ink439.xml"/><Relationship Id="rId84" Type="http://schemas.openxmlformats.org/officeDocument/2006/relationships/customXml" Target="../ink/ink447.xml"/><Relationship Id="rId89" Type="http://schemas.openxmlformats.org/officeDocument/2006/relationships/image" Target="../media/image453.png"/><Relationship Id="rId16" Type="http://schemas.openxmlformats.org/officeDocument/2006/relationships/customXml" Target="../ink/ink413.xml"/><Relationship Id="rId11" Type="http://schemas.openxmlformats.org/officeDocument/2006/relationships/image" Target="../media/image415.png"/><Relationship Id="rId32" Type="http://schemas.openxmlformats.org/officeDocument/2006/relationships/customXml" Target="../ink/ink421.xml"/><Relationship Id="rId37" Type="http://schemas.openxmlformats.org/officeDocument/2006/relationships/image" Target="../media/image427.png"/><Relationship Id="rId53" Type="http://schemas.openxmlformats.org/officeDocument/2006/relationships/image" Target="../media/image435.png"/><Relationship Id="rId58" Type="http://schemas.openxmlformats.org/officeDocument/2006/relationships/customXml" Target="../ink/ink434.xml"/><Relationship Id="rId74" Type="http://schemas.openxmlformats.org/officeDocument/2006/relationships/customXml" Target="../ink/ink442.xml"/><Relationship Id="rId79" Type="http://schemas.openxmlformats.org/officeDocument/2006/relationships/image" Target="../media/image448.png"/><Relationship Id="rId5" Type="http://schemas.openxmlformats.org/officeDocument/2006/relationships/image" Target="../media/image412.png"/><Relationship Id="rId90" Type="http://schemas.openxmlformats.org/officeDocument/2006/relationships/customXml" Target="../ink/ink450.xml"/><Relationship Id="rId14" Type="http://schemas.openxmlformats.org/officeDocument/2006/relationships/customXml" Target="../ink/ink412.xml"/><Relationship Id="rId22" Type="http://schemas.openxmlformats.org/officeDocument/2006/relationships/customXml" Target="../ink/ink416.xml"/><Relationship Id="rId27" Type="http://schemas.openxmlformats.org/officeDocument/2006/relationships/image" Target="../media/image422.png"/><Relationship Id="rId30" Type="http://schemas.openxmlformats.org/officeDocument/2006/relationships/customXml" Target="../ink/ink420.xml"/><Relationship Id="rId35" Type="http://schemas.openxmlformats.org/officeDocument/2006/relationships/image" Target="../media/image426.png"/><Relationship Id="rId43" Type="http://schemas.openxmlformats.org/officeDocument/2006/relationships/image" Target="../media/image430.png"/><Relationship Id="rId48" Type="http://schemas.openxmlformats.org/officeDocument/2006/relationships/customXml" Target="../ink/ink429.xml"/><Relationship Id="rId56" Type="http://schemas.openxmlformats.org/officeDocument/2006/relationships/customXml" Target="../ink/ink433.xml"/><Relationship Id="rId64" Type="http://schemas.openxmlformats.org/officeDocument/2006/relationships/customXml" Target="../ink/ink437.xml"/><Relationship Id="rId69" Type="http://schemas.openxmlformats.org/officeDocument/2006/relationships/image" Target="../media/image443.png"/><Relationship Id="rId77" Type="http://schemas.openxmlformats.org/officeDocument/2006/relationships/image" Target="../media/image447.png"/><Relationship Id="rId8" Type="http://schemas.openxmlformats.org/officeDocument/2006/relationships/customXml" Target="../ink/ink409.xml"/><Relationship Id="rId51" Type="http://schemas.openxmlformats.org/officeDocument/2006/relationships/image" Target="../media/image434.png"/><Relationship Id="rId72" Type="http://schemas.openxmlformats.org/officeDocument/2006/relationships/customXml" Target="../ink/ink441.xml"/><Relationship Id="rId80" Type="http://schemas.openxmlformats.org/officeDocument/2006/relationships/customXml" Target="../ink/ink445.xml"/><Relationship Id="rId85" Type="http://schemas.openxmlformats.org/officeDocument/2006/relationships/image" Target="../media/image451.png"/><Relationship Id="rId3" Type="http://schemas.openxmlformats.org/officeDocument/2006/relationships/image" Target="../media/image411.emf"/><Relationship Id="rId12" Type="http://schemas.openxmlformats.org/officeDocument/2006/relationships/customXml" Target="../ink/ink411.xml"/><Relationship Id="rId17" Type="http://schemas.openxmlformats.org/officeDocument/2006/relationships/image" Target="../media/image417.png"/><Relationship Id="rId25" Type="http://schemas.openxmlformats.org/officeDocument/2006/relationships/image" Target="../media/image421.png"/><Relationship Id="rId33" Type="http://schemas.openxmlformats.org/officeDocument/2006/relationships/image" Target="../media/image425.png"/><Relationship Id="rId38" Type="http://schemas.openxmlformats.org/officeDocument/2006/relationships/customXml" Target="../ink/ink424.xml"/><Relationship Id="rId46" Type="http://schemas.openxmlformats.org/officeDocument/2006/relationships/customXml" Target="../ink/ink428.xml"/><Relationship Id="rId59" Type="http://schemas.openxmlformats.org/officeDocument/2006/relationships/image" Target="../media/image438.png"/><Relationship Id="rId67" Type="http://schemas.openxmlformats.org/officeDocument/2006/relationships/image" Target="../media/image442.png"/><Relationship Id="rId20" Type="http://schemas.openxmlformats.org/officeDocument/2006/relationships/customXml" Target="../ink/ink415.xml"/><Relationship Id="rId41" Type="http://schemas.openxmlformats.org/officeDocument/2006/relationships/image" Target="../media/image429.png"/><Relationship Id="rId54" Type="http://schemas.openxmlformats.org/officeDocument/2006/relationships/customXml" Target="../ink/ink432.xml"/><Relationship Id="rId62" Type="http://schemas.openxmlformats.org/officeDocument/2006/relationships/customXml" Target="../ink/ink436.xml"/><Relationship Id="rId70" Type="http://schemas.openxmlformats.org/officeDocument/2006/relationships/customXml" Target="../ink/ink440.xml"/><Relationship Id="rId75" Type="http://schemas.openxmlformats.org/officeDocument/2006/relationships/image" Target="../media/image446.png"/><Relationship Id="rId83" Type="http://schemas.openxmlformats.org/officeDocument/2006/relationships/image" Target="../media/image450.png"/><Relationship Id="rId88" Type="http://schemas.openxmlformats.org/officeDocument/2006/relationships/customXml" Target="../ink/ink449.xml"/><Relationship Id="rId91" Type="http://schemas.openxmlformats.org/officeDocument/2006/relationships/image" Target="../media/image45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08.xml"/><Relationship Id="rId15" Type="http://schemas.openxmlformats.org/officeDocument/2006/relationships/image" Target="../media/image14.png"/><Relationship Id="rId23" Type="http://schemas.openxmlformats.org/officeDocument/2006/relationships/image" Target="../media/image420.png"/><Relationship Id="rId28" Type="http://schemas.openxmlformats.org/officeDocument/2006/relationships/customXml" Target="../ink/ink419.xml"/><Relationship Id="rId36" Type="http://schemas.openxmlformats.org/officeDocument/2006/relationships/customXml" Target="../ink/ink423.xml"/><Relationship Id="rId49" Type="http://schemas.openxmlformats.org/officeDocument/2006/relationships/image" Target="../media/image433.png"/><Relationship Id="rId57" Type="http://schemas.openxmlformats.org/officeDocument/2006/relationships/image" Target="../media/image437.png"/><Relationship Id="rId10" Type="http://schemas.openxmlformats.org/officeDocument/2006/relationships/customXml" Target="../ink/ink410.xml"/><Relationship Id="rId31" Type="http://schemas.openxmlformats.org/officeDocument/2006/relationships/image" Target="../media/image424.png"/><Relationship Id="rId44" Type="http://schemas.openxmlformats.org/officeDocument/2006/relationships/customXml" Target="../ink/ink427.xml"/><Relationship Id="rId52" Type="http://schemas.openxmlformats.org/officeDocument/2006/relationships/customXml" Target="../ink/ink431.xml"/><Relationship Id="rId60" Type="http://schemas.openxmlformats.org/officeDocument/2006/relationships/customXml" Target="../ink/ink435.xml"/><Relationship Id="rId65" Type="http://schemas.openxmlformats.org/officeDocument/2006/relationships/image" Target="../media/image441.png"/><Relationship Id="rId73" Type="http://schemas.openxmlformats.org/officeDocument/2006/relationships/image" Target="../media/image445.png"/><Relationship Id="rId78" Type="http://schemas.openxmlformats.org/officeDocument/2006/relationships/customXml" Target="../ink/ink444.xml"/><Relationship Id="rId81" Type="http://schemas.openxmlformats.org/officeDocument/2006/relationships/image" Target="../media/image449.png"/><Relationship Id="rId86" Type="http://schemas.openxmlformats.org/officeDocument/2006/relationships/customXml" Target="../ink/ink448.xml"/><Relationship Id="rId4" Type="http://schemas.openxmlformats.org/officeDocument/2006/relationships/customXml" Target="../ink/ink407.xml"/><Relationship Id="rId9" Type="http://schemas.openxmlformats.org/officeDocument/2006/relationships/image" Target="../media/image414.png"/><Relationship Id="rId13" Type="http://schemas.openxmlformats.org/officeDocument/2006/relationships/image" Target="../media/image416.png"/><Relationship Id="rId18" Type="http://schemas.openxmlformats.org/officeDocument/2006/relationships/customXml" Target="../ink/ink414.xml"/><Relationship Id="rId39" Type="http://schemas.openxmlformats.org/officeDocument/2006/relationships/image" Target="../media/image428.png"/><Relationship Id="rId34" Type="http://schemas.openxmlformats.org/officeDocument/2006/relationships/customXml" Target="../ink/ink422.xml"/><Relationship Id="rId50" Type="http://schemas.openxmlformats.org/officeDocument/2006/relationships/customXml" Target="../ink/ink430.xml"/><Relationship Id="rId55" Type="http://schemas.openxmlformats.org/officeDocument/2006/relationships/image" Target="../media/image436.png"/><Relationship Id="rId76" Type="http://schemas.openxmlformats.org/officeDocument/2006/relationships/customXml" Target="../ink/ink443.xml"/><Relationship Id="rId7" Type="http://schemas.openxmlformats.org/officeDocument/2006/relationships/image" Target="../media/image413.png"/><Relationship Id="rId71" Type="http://schemas.openxmlformats.org/officeDocument/2006/relationships/image" Target="../media/image444.png"/><Relationship Id="rId2" Type="http://schemas.openxmlformats.org/officeDocument/2006/relationships/image" Target="../media/image410.emf"/><Relationship Id="rId29" Type="http://schemas.openxmlformats.org/officeDocument/2006/relationships/image" Target="../media/image423.png"/><Relationship Id="rId24" Type="http://schemas.openxmlformats.org/officeDocument/2006/relationships/customXml" Target="../ink/ink417.xml"/><Relationship Id="rId40" Type="http://schemas.openxmlformats.org/officeDocument/2006/relationships/customXml" Target="../ink/ink425.xml"/><Relationship Id="rId45" Type="http://schemas.openxmlformats.org/officeDocument/2006/relationships/image" Target="../media/image431.png"/><Relationship Id="rId66" Type="http://schemas.openxmlformats.org/officeDocument/2006/relationships/customXml" Target="../ink/ink438.xml"/><Relationship Id="rId87" Type="http://schemas.openxmlformats.org/officeDocument/2006/relationships/image" Target="../media/image452.png"/><Relationship Id="rId61" Type="http://schemas.openxmlformats.org/officeDocument/2006/relationships/image" Target="../media/image439.png"/><Relationship Id="rId82" Type="http://schemas.openxmlformats.org/officeDocument/2006/relationships/customXml" Target="../ink/ink446.xml"/><Relationship Id="rId19" Type="http://schemas.openxmlformats.org/officeDocument/2006/relationships/image" Target="../media/image4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1.xml"/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7.png"/><Relationship Id="rId5" Type="http://schemas.openxmlformats.org/officeDocument/2006/relationships/customXml" Target="../ink/ink452.xml"/><Relationship Id="rId4" Type="http://schemas.openxmlformats.org/officeDocument/2006/relationships/image" Target="../media/image456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5.xml"/><Relationship Id="rId21" Type="http://schemas.openxmlformats.org/officeDocument/2006/relationships/image" Target="../media/image467.png"/><Relationship Id="rId42" Type="http://schemas.openxmlformats.org/officeDocument/2006/relationships/customXml" Target="../ink/ink473.xml"/><Relationship Id="rId47" Type="http://schemas.openxmlformats.org/officeDocument/2006/relationships/image" Target="../media/image480.png"/><Relationship Id="rId63" Type="http://schemas.openxmlformats.org/officeDocument/2006/relationships/image" Target="../media/image488.png"/><Relationship Id="rId68" Type="http://schemas.openxmlformats.org/officeDocument/2006/relationships/customXml" Target="../ink/ink486.xml"/><Relationship Id="rId2" Type="http://schemas.openxmlformats.org/officeDocument/2006/relationships/customXml" Target="../ink/ink453.xml"/><Relationship Id="rId16" Type="http://schemas.openxmlformats.org/officeDocument/2006/relationships/customXml" Target="../ink/ink460.xml"/><Relationship Id="rId29" Type="http://schemas.openxmlformats.org/officeDocument/2006/relationships/image" Target="../media/image471.png"/><Relationship Id="rId11" Type="http://schemas.openxmlformats.org/officeDocument/2006/relationships/image" Target="../media/image462.png"/><Relationship Id="rId24" Type="http://schemas.openxmlformats.org/officeDocument/2006/relationships/customXml" Target="../ink/ink464.xml"/><Relationship Id="rId32" Type="http://schemas.openxmlformats.org/officeDocument/2006/relationships/customXml" Target="../ink/ink468.xml"/><Relationship Id="rId37" Type="http://schemas.openxmlformats.org/officeDocument/2006/relationships/image" Target="../media/image475.png"/><Relationship Id="rId40" Type="http://schemas.openxmlformats.org/officeDocument/2006/relationships/customXml" Target="../ink/ink472.xml"/><Relationship Id="rId45" Type="http://schemas.openxmlformats.org/officeDocument/2006/relationships/image" Target="../media/image479.png"/><Relationship Id="rId53" Type="http://schemas.openxmlformats.org/officeDocument/2006/relationships/image" Target="../media/image483.png"/><Relationship Id="rId58" Type="http://schemas.openxmlformats.org/officeDocument/2006/relationships/customXml" Target="../ink/ink481.xml"/><Relationship Id="rId66" Type="http://schemas.openxmlformats.org/officeDocument/2006/relationships/customXml" Target="../ink/ink485.xml"/><Relationship Id="rId74" Type="http://schemas.openxmlformats.org/officeDocument/2006/relationships/customXml" Target="../ink/ink489.xml"/><Relationship Id="rId5" Type="http://schemas.openxmlformats.org/officeDocument/2006/relationships/image" Target="../media/image459.png"/><Relationship Id="rId61" Type="http://schemas.openxmlformats.org/officeDocument/2006/relationships/image" Target="../media/image487.png"/><Relationship Id="rId19" Type="http://schemas.openxmlformats.org/officeDocument/2006/relationships/image" Target="../media/image466.png"/><Relationship Id="rId14" Type="http://schemas.openxmlformats.org/officeDocument/2006/relationships/customXml" Target="../ink/ink459.xml"/><Relationship Id="rId22" Type="http://schemas.openxmlformats.org/officeDocument/2006/relationships/customXml" Target="../ink/ink463.xml"/><Relationship Id="rId27" Type="http://schemas.openxmlformats.org/officeDocument/2006/relationships/image" Target="../media/image470.png"/><Relationship Id="rId30" Type="http://schemas.openxmlformats.org/officeDocument/2006/relationships/customXml" Target="../ink/ink467.xml"/><Relationship Id="rId35" Type="http://schemas.openxmlformats.org/officeDocument/2006/relationships/image" Target="../media/image474.png"/><Relationship Id="rId43" Type="http://schemas.openxmlformats.org/officeDocument/2006/relationships/image" Target="../media/image478.png"/><Relationship Id="rId48" Type="http://schemas.openxmlformats.org/officeDocument/2006/relationships/customXml" Target="../ink/ink476.xml"/><Relationship Id="rId56" Type="http://schemas.openxmlformats.org/officeDocument/2006/relationships/customXml" Target="../ink/ink480.xml"/><Relationship Id="rId64" Type="http://schemas.openxmlformats.org/officeDocument/2006/relationships/customXml" Target="../ink/ink484.xml"/><Relationship Id="rId69" Type="http://schemas.openxmlformats.org/officeDocument/2006/relationships/image" Target="../media/image491.png"/><Relationship Id="rId8" Type="http://schemas.openxmlformats.org/officeDocument/2006/relationships/customXml" Target="../ink/ink456.xml"/><Relationship Id="rId51" Type="http://schemas.openxmlformats.org/officeDocument/2006/relationships/image" Target="../media/image482.png"/><Relationship Id="rId72" Type="http://schemas.openxmlformats.org/officeDocument/2006/relationships/customXml" Target="../ink/ink488.xml"/><Relationship Id="rId3" Type="http://schemas.openxmlformats.org/officeDocument/2006/relationships/image" Target="../media/image458.png"/><Relationship Id="rId12" Type="http://schemas.openxmlformats.org/officeDocument/2006/relationships/customXml" Target="../ink/ink458.xml"/><Relationship Id="rId17" Type="http://schemas.openxmlformats.org/officeDocument/2006/relationships/image" Target="../media/image465.png"/><Relationship Id="rId25" Type="http://schemas.openxmlformats.org/officeDocument/2006/relationships/image" Target="../media/image469.png"/><Relationship Id="rId33" Type="http://schemas.openxmlformats.org/officeDocument/2006/relationships/image" Target="../media/image473.png"/><Relationship Id="rId38" Type="http://schemas.openxmlformats.org/officeDocument/2006/relationships/customXml" Target="../ink/ink471.xml"/><Relationship Id="rId46" Type="http://schemas.openxmlformats.org/officeDocument/2006/relationships/customXml" Target="../ink/ink475.xml"/><Relationship Id="rId59" Type="http://schemas.openxmlformats.org/officeDocument/2006/relationships/image" Target="../media/image486.png"/><Relationship Id="rId67" Type="http://schemas.openxmlformats.org/officeDocument/2006/relationships/image" Target="../media/image490.png"/><Relationship Id="rId20" Type="http://schemas.openxmlformats.org/officeDocument/2006/relationships/customXml" Target="../ink/ink462.xml"/><Relationship Id="rId41" Type="http://schemas.openxmlformats.org/officeDocument/2006/relationships/image" Target="../media/image477.png"/><Relationship Id="rId54" Type="http://schemas.openxmlformats.org/officeDocument/2006/relationships/customXml" Target="../ink/ink479.xml"/><Relationship Id="rId62" Type="http://schemas.openxmlformats.org/officeDocument/2006/relationships/customXml" Target="../ink/ink483.xml"/><Relationship Id="rId70" Type="http://schemas.openxmlformats.org/officeDocument/2006/relationships/customXml" Target="../ink/ink487.xml"/><Relationship Id="rId75" Type="http://schemas.openxmlformats.org/officeDocument/2006/relationships/image" Target="../media/image49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55.xml"/><Relationship Id="rId15" Type="http://schemas.openxmlformats.org/officeDocument/2006/relationships/image" Target="../media/image464.png"/><Relationship Id="rId23" Type="http://schemas.openxmlformats.org/officeDocument/2006/relationships/image" Target="../media/image468.png"/><Relationship Id="rId28" Type="http://schemas.openxmlformats.org/officeDocument/2006/relationships/customXml" Target="../ink/ink466.xml"/><Relationship Id="rId36" Type="http://schemas.openxmlformats.org/officeDocument/2006/relationships/customXml" Target="../ink/ink470.xml"/><Relationship Id="rId49" Type="http://schemas.openxmlformats.org/officeDocument/2006/relationships/image" Target="../media/image481.png"/><Relationship Id="rId57" Type="http://schemas.openxmlformats.org/officeDocument/2006/relationships/image" Target="../media/image485.png"/><Relationship Id="rId10" Type="http://schemas.openxmlformats.org/officeDocument/2006/relationships/customXml" Target="../ink/ink457.xml"/><Relationship Id="rId31" Type="http://schemas.openxmlformats.org/officeDocument/2006/relationships/image" Target="../media/image472.png"/><Relationship Id="rId44" Type="http://schemas.openxmlformats.org/officeDocument/2006/relationships/customXml" Target="../ink/ink474.xml"/><Relationship Id="rId52" Type="http://schemas.openxmlformats.org/officeDocument/2006/relationships/customXml" Target="../ink/ink478.xml"/><Relationship Id="rId60" Type="http://schemas.openxmlformats.org/officeDocument/2006/relationships/customXml" Target="../ink/ink482.xml"/><Relationship Id="rId65" Type="http://schemas.openxmlformats.org/officeDocument/2006/relationships/image" Target="../media/image489.png"/><Relationship Id="rId73" Type="http://schemas.openxmlformats.org/officeDocument/2006/relationships/image" Target="../media/image493.png"/><Relationship Id="rId4" Type="http://schemas.openxmlformats.org/officeDocument/2006/relationships/customXml" Target="../ink/ink454.xml"/><Relationship Id="rId9" Type="http://schemas.openxmlformats.org/officeDocument/2006/relationships/image" Target="../media/image461.png"/><Relationship Id="rId13" Type="http://schemas.openxmlformats.org/officeDocument/2006/relationships/image" Target="../media/image463.png"/><Relationship Id="rId18" Type="http://schemas.openxmlformats.org/officeDocument/2006/relationships/customXml" Target="../ink/ink461.xml"/><Relationship Id="rId39" Type="http://schemas.openxmlformats.org/officeDocument/2006/relationships/image" Target="../media/image476.png"/><Relationship Id="rId34" Type="http://schemas.openxmlformats.org/officeDocument/2006/relationships/customXml" Target="../ink/ink469.xml"/><Relationship Id="rId50" Type="http://schemas.openxmlformats.org/officeDocument/2006/relationships/customXml" Target="../ink/ink477.xml"/><Relationship Id="rId55" Type="http://schemas.openxmlformats.org/officeDocument/2006/relationships/image" Target="../media/image484.png"/><Relationship Id="rId7" Type="http://schemas.openxmlformats.org/officeDocument/2006/relationships/image" Target="../media/image460.png"/><Relationship Id="rId71" Type="http://schemas.openxmlformats.org/officeDocument/2006/relationships/image" Target="../media/image49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5.png"/><Relationship Id="rId2" Type="http://schemas.openxmlformats.org/officeDocument/2006/relationships/customXml" Target="../ink/ink49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6.png"/><Relationship Id="rId4" Type="http://schemas.openxmlformats.org/officeDocument/2006/relationships/customXml" Target="../ink/ink49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2.xml"/><Relationship Id="rId2" Type="http://schemas.openxmlformats.org/officeDocument/2006/relationships/image" Target="../media/image49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8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0.xml"/><Relationship Id="rId299" Type="http://schemas.openxmlformats.org/officeDocument/2006/relationships/customXml" Target="../ink/ink643.xml"/><Relationship Id="rId21" Type="http://schemas.openxmlformats.org/officeDocument/2006/relationships/customXml" Target="../ink/ink502.xml"/><Relationship Id="rId63" Type="http://schemas.openxmlformats.org/officeDocument/2006/relationships/customXml" Target="../ink/ink523.xml"/><Relationship Id="rId159" Type="http://schemas.openxmlformats.org/officeDocument/2006/relationships/customXml" Target="../ink/ink571.xml"/><Relationship Id="rId324" Type="http://schemas.openxmlformats.org/officeDocument/2006/relationships/customXml" Target="../ink/ink656.xml"/><Relationship Id="rId170" Type="http://schemas.openxmlformats.org/officeDocument/2006/relationships/image" Target="../media/image583.png"/><Relationship Id="rId226" Type="http://schemas.openxmlformats.org/officeDocument/2006/relationships/customXml" Target="../ink/ink605.xml"/><Relationship Id="rId268" Type="http://schemas.openxmlformats.org/officeDocument/2006/relationships/customXml" Target="../ink/ink627.xml"/><Relationship Id="rId32" Type="http://schemas.openxmlformats.org/officeDocument/2006/relationships/image" Target="../media/image514.png"/><Relationship Id="rId74" Type="http://schemas.openxmlformats.org/officeDocument/2006/relationships/image" Target="../media/image535.png"/><Relationship Id="rId128" Type="http://schemas.openxmlformats.org/officeDocument/2006/relationships/image" Target="../media/image562.png"/><Relationship Id="rId335" Type="http://schemas.openxmlformats.org/officeDocument/2006/relationships/image" Target="../media/image662.png"/><Relationship Id="rId5" Type="http://schemas.openxmlformats.org/officeDocument/2006/relationships/customXml" Target="../ink/ink494.xml"/><Relationship Id="rId181" Type="http://schemas.openxmlformats.org/officeDocument/2006/relationships/customXml" Target="../ink/ink582.xml"/><Relationship Id="rId237" Type="http://schemas.openxmlformats.org/officeDocument/2006/relationships/image" Target="../media/image615.png"/><Relationship Id="rId279" Type="http://schemas.openxmlformats.org/officeDocument/2006/relationships/image" Target="../media/image635.png"/><Relationship Id="rId43" Type="http://schemas.openxmlformats.org/officeDocument/2006/relationships/customXml" Target="../ink/ink513.xml"/><Relationship Id="rId139" Type="http://schemas.openxmlformats.org/officeDocument/2006/relationships/customXml" Target="../ink/ink561.xml"/><Relationship Id="rId290" Type="http://schemas.openxmlformats.org/officeDocument/2006/relationships/image" Target="../media/image640.png"/><Relationship Id="rId304" Type="http://schemas.openxmlformats.org/officeDocument/2006/relationships/image" Target="../media/image647.png"/><Relationship Id="rId346" Type="http://schemas.openxmlformats.org/officeDocument/2006/relationships/customXml" Target="../ink/ink667.xml"/><Relationship Id="rId85" Type="http://schemas.openxmlformats.org/officeDocument/2006/relationships/customXml" Target="../ink/ink534.xml"/><Relationship Id="rId150" Type="http://schemas.openxmlformats.org/officeDocument/2006/relationships/image" Target="../media/image573.png"/><Relationship Id="rId192" Type="http://schemas.openxmlformats.org/officeDocument/2006/relationships/image" Target="../media/image593.png"/><Relationship Id="rId206" Type="http://schemas.openxmlformats.org/officeDocument/2006/relationships/image" Target="../media/image600.png"/><Relationship Id="rId248" Type="http://schemas.openxmlformats.org/officeDocument/2006/relationships/customXml" Target="../ink/ink617.xml"/><Relationship Id="rId12" Type="http://schemas.openxmlformats.org/officeDocument/2006/relationships/image" Target="../media/image504.png"/><Relationship Id="rId108" Type="http://schemas.openxmlformats.org/officeDocument/2006/relationships/image" Target="../media/image552.png"/><Relationship Id="rId315" Type="http://schemas.openxmlformats.org/officeDocument/2006/relationships/image" Target="../media/image652.png"/><Relationship Id="rId54" Type="http://schemas.openxmlformats.org/officeDocument/2006/relationships/image" Target="../media/image525.png"/><Relationship Id="rId96" Type="http://schemas.openxmlformats.org/officeDocument/2006/relationships/image" Target="../media/image546.png"/><Relationship Id="rId161" Type="http://schemas.openxmlformats.org/officeDocument/2006/relationships/customXml" Target="../ink/ink572.xml"/><Relationship Id="rId217" Type="http://schemas.openxmlformats.org/officeDocument/2006/relationships/image" Target="../media/image605.png"/><Relationship Id="rId259" Type="http://schemas.openxmlformats.org/officeDocument/2006/relationships/image" Target="../media/image625.png"/><Relationship Id="rId23" Type="http://schemas.openxmlformats.org/officeDocument/2006/relationships/customXml" Target="../ink/ink503.xml"/><Relationship Id="rId119" Type="http://schemas.openxmlformats.org/officeDocument/2006/relationships/customXml" Target="../ink/ink551.xml"/><Relationship Id="rId270" Type="http://schemas.openxmlformats.org/officeDocument/2006/relationships/customXml" Target="../ink/ink628.xml"/><Relationship Id="rId326" Type="http://schemas.openxmlformats.org/officeDocument/2006/relationships/customXml" Target="../ink/ink657.xml"/><Relationship Id="rId65" Type="http://schemas.openxmlformats.org/officeDocument/2006/relationships/customXml" Target="../ink/ink524.xml"/><Relationship Id="rId130" Type="http://schemas.openxmlformats.org/officeDocument/2006/relationships/image" Target="../media/image563.png"/><Relationship Id="rId172" Type="http://schemas.openxmlformats.org/officeDocument/2006/relationships/image" Target="../media/image584.png"/><Relationship Id="rId228" Type="http://schemas.openxmlformats.org/officeDocument/2006/relationships/customXml" Target="../ink/ink606.xml"/><Relationship Id="rId281" Type="http://schemas.openxmlformats.org/officeDocument/2006/relationships/image" Target="../media/image636.png"/><Relationship Id="rId337" Type="http://schemas.openxmlformats.org/officeDocument/2006/relationships/image" Target="../media/image663.png"/><Relationship Id="rId34" Type="http://schemas.openxmlformats.org/officeDocument/2006/relationships/image" Target="../media/image515.png"/><Relationship Id="rId76" Type="http://schemas.openxmlformats.org/officeDocument/2006/relationships/image" Target="../media/image536.png"/><Relationship Id="rId141" Type="http://schemas.openxmlformats.org/officeDocument/2006/relationships/customXml" Target="../ink/ink562.xml"/><Relationship Id="rId7" Type="http://schemas.openxmlformats.org/officeDocument/2006/relationships/customXml" Target="../ink/ink495.xml"/><Relationship Id="rId183" Type="http://schemas.openxmlformats.org/officeDocument/2006/relationships/customXml" Target="../ink/ink583.xml"/><Relationship Id="rId239" Type="http://schemas.openxmlformats.org/officeDocument/2006/relationships/image" Target="../media/image616.png"/><Relationship Id="rId250" Type="http://schemas.openxmlformats.org/officeDocument/2006/relationships/customXml" Target="../ink/ink618.xml"/><Relationship Id="rId292" Type="http://schemas.openxmlformats.org/officeDocument/2006/relationships/image" Target="../media/image641.png"/><Relationship Id="rId306" Type="http://schemas.openxmlformats.org/officeDocument/2006/relationships/image" Target="../media/image648.png"/><Relationship Id="rId45" Type="http://schemas.openxmlformats.org/officeDocument/2006/relationships/customXml" Target="../ink/ink514.xml"/><Relationship Id="rId87" Type="http://schemas.openxmlformats.org/officeDocument/2006/relationships/customXml" Target="../ink/ink535.xml"/><Relationship Id="rId110" Type="http://schemas.openxmlformats.org/officeDocument/2006/relationships/image" Target="../media/image553.png"/><Relationship Id="rId348" Type="http://schemas.openxmlformats.org/officeDocument/2006/relationships/customXml" Target="../ink/ink668.xml"/><Relationship Id="rId152" Type="http://schemas.openxmlformats.org/officeDocument/2006/relationships/image" Target="../media/image574.png"/><Relationship Id="rId194" Type="http://schemas.openxmlformats.org/officeDocument/2006/relationships/image" Target="../media/image594.png"/><Relationship Id="rId208" Type="http://schemas.openxmlformats.org/officeDocument/2006/relationships/image" Target="../media/image601.png"/><Relationship Id="rId261" Type="http://schemas.openxmlformats.org/officeDocument/2006/relationships/image" Target="../media/image626.png"/><Relationship Id="rId14" Type="http://schemas.openxmlformats.org/officeDocument/2006/relationships/image" Target="../media/image505.png"/><Relationship Id="rId56" Type="http://schemas.openxmlformats.org/officeDocument/2006/relationships/image" Target="../media/image526.png"/><Relationship Id="rId317" Type="http://schemas.openxmlformats.org/officeDocument/2006/relationships/image" Target="../media/image653.png"/><Relationship Id="rId98" Type="http://schemas.openxmlformats.org/officeDocument/2006/relationships/image" Target="../media/image547.png"/><Relationship Id="rId121" Type="http://schemas.openxmlformats.org/officeDocument/2006/relationships/customXml" Target="../ink/ink552.xml"/><Relationship Id="rId163" Type="http://schemas.openxmlformats.org/officeDocument/2006/relationships/customXml" Target="../ink/ink573.xml"/><Relationship Id="rId219" Type="http://schemas.openxmlformats.org/officeDocument/2006/relationships/image" Target="../media/image606.png"/><Relationship Id="rId230" Type="http://schemas.openxmlformats.org/officeDocument/2006/relationships/customXml" Target="../ink/ink607.xml"/><Relationship Id="rId251" Type="http://schemas.openxmlformats.org/officeDocument/2006/relationships/image" Target="../media/image621.png"/><Relationship Id="rId25" Type="http://schemas.openxmlformats.org/officeDocument/2006/relationships/customXml" Target="../ink/ink504.xml"/><Relationship Id="rId46" Type="http://schemas.openxmlformats.org/officeDocument/2006/relationships/image" Target="../media/image521.png"/><Relationship Id="rId67" Type="http://schemas.openxmlformats.org/officeDocument/2006/relationships/customXml" Target="../ink/ink525.xml"/><Relationship Id="rId272" Type="http://schemas.openxmlformats.org/officeDocument/2006/relationships/customXml" Target="../ink/ink629.xml"/><Relationship Id="rId293" Type="http://schemas.openxmlformats.org/officeDocument/2006/relationships/customXml" Target="../ink/ink640.xml"/><Relationship Id="rId307" Type="http://schemas.openxmlformats.org/officeDocument/2006/relationships/customXml" Target="../ink/ink647.xml"/><Relationship Id="rId328" Type="http://schemas.openxmlformats.org/officeDocument/2006/relationships/customXml" Target="../ink/ink658.xml"/><Relationship Id="rId349" Type="http://schemas.openxmlformats.org/officeDocument/2006/relationships/image" Target="../media/image669.png"/><Relationship Id="rId88" Type="http://schemas.openxmlformats.org/officeDocument/2006/relationships/image" Target="../media/image542.png"/><Relationship Id="rId111" Type="http://schemas.openxmlformats.org/officeDocument/2006/relationships/customXml" Target="../ink/ink547.xml"/><Relationship Id="rId132" Type="http://schemas.openxmlformats.org/officeDocument/2006/relationships/image" Target="../media/image564.png"/><Relationship Id="rId153" Type="http://schemas.openxmlformats.org/officeDocument/2006/relationships/customXml" Target="../ink/ink568.xml"/><Relationship Id="rId174" Type="http://schemas.openxmlformats.org/officeDocument/2006/relationships/image" Target="../media/image585.png"/><Relationship Id="rId195" Type="http://schemas.openxmlformats.org/officeDocument/2006/relationships/customXml" Target="../ink/ink589.xml"/><Relationship Id="rId209" Type="http://schemas.openxmlformats.org/officeDocument/2006/relationships/customXml" Target="../ink/ink596.xml"/><Relationship Id="rId220" Type="http://schemas.openxmlformats.org/officeDocument/2006/relationships/customXml" Target="../ink/ink602.xml"/><Relationship Id="rId241" Type="http://schemas.openxmlformats.org/officeDocument/2006/relationships/customXml" Target="../ink/ink613.xml"/><Relationship Id="rId15" Type="http://schemas.openxmlformats.org/officeDocument/2006/relationships/customXml" Target="../ink/ink499.xml"/><Relationship Id="rId36" Type="http://schemas.openxmlformats.org/officeDocument/2006/relationships/image" Target="../media/image516.png"/><Relationship Id="rId57" Type="http://schemas.openxmlformats.org/officeDocument/2006/relationships/customXml" Target="../ink/ink520.xml"/><Relationship Id="rId262" Type="http://schemas.openxmlformats.org/officeDocument/2006/relationships/customXml" Target="../ink/ink624.xml"/><Relationship Id="rId283" Type="http://schemas.openxmlformats.org/officeDocument/2006/relationships/image" Target="../media/image637.png"/><Relationship Id="rId318" Type="http://schemas.openxmlformats.org/officeDocument/2006/relationships/customXml" Target="../ink/ink653.xml"/><Relationship Id="rId339" Type="http://schemas.openxmlformats.org/officeDocument/2006/relationships/image" Target="../media/image664.png"/><Relationship Id="rId78" Type="http://schemas.openxmlformats.org/officeDocument/2006/relationships/image" Target="../media/image537.png"/><Relationship Id="rId99" Type="http://schemas.openxmlformats.org/officeDocument/2006/relationships/customXml" Target="../ink/ink541.xml"/><Relationship Id="rId101" Type="http://schemas.openxmlformats.org/officeDocument/2006/relationships/customXml" Target="../ink/ink542.xml"/><Relationship Id="rId122" Type="http://schemas.openxmlformats.org/officeDocument/2006/relationships/image" Target="../media/image559.png"/><Relationship Id="rId143" Type="http://schemas.openxmlformats.org/officeDocument/2006/relationships/customXml" Target="../ink/ink563.xml"/><Relationship Id="rId164" Type="http://schemas.openxmlformats.org/officeDocument/2006/relationships/image" Target="../media/image580.png"/><Relationship Id="rId185" Type="http://schemas.openxmlformats.org/officeDocument/2006/relationships/customXml" Target="../ink/ink584.xml"/><Relationship Id="rId350" Type="http://schemas.openxmlformats.org/officeDocument/2006/relationships/customXml" Target="../ink/ink669.xml"/><Relationship Id="rId9" Type="http://schemas.openxmlformats.org/officeDocument/2006/relationships/customXml" Target="../ink/ink496.xml"/><Relationship Id="rId210" Type="http://schemas.openxmlformats.org/officeDocument/2006/relationships/customXml" Target="../ink/ink597.xml"/><Relationship Id="rId26" Type="http://schemas.openxmlformats.org/officeDocument/2006/relationships/image" Target="../media/image511.png"/><Relationship Id="rId231" Type="http://schemas.openxmlformats.org/officeDocument/2006/relationships/image" Target="../media/image612.png"/><Relationship Id="rId252" Type="http://schemas.openxmlformats.org/officeDocument/2006/relationships/customXml" Target="../ink/ink619.xml"/><Relationship Id="rId273" Type="http://schemas.openxmlformats.org/officeDocument/2006/relationships/image" Target="../media/image632.png"/><Relationship Id="rId294" Type="http://schemas.openxmlformats.org/officeDocument/2006/relationships/image" Target="../media/image642.png"/><Relationship Id="rId308" Type="http://schemas.openxmlformats.org/officeDocument/2006/relationships/image" Target="../media/image649.png"/><Relationship Id="rId329" Type="http://schemas.openxmlformats.org/officeDocument/2006/relationships/image" Target="../media/image659.png"/><Relationship Id="rId47" Type="http://schemas.openxmlformats.org/officeDocument/2006/relationships/customXml" Target="../ink/ink515.xml"/><Relationship Id="rId68" Type="http://schemas.openxmlformats.org/officeDocument/2006/relationships/image" Target="../media/image532.png"/><Relationship Id="rId89" Type="http://schemas.openxmlformats.org/officeDocument/2006/relationships/customXml" Target="../ink/ink536.xml"/><Relationship Id="rId112" Type="http://schemas.openxmlformats.org/officeDocument/2006/relationships/image" Target="../media/image554.png"/><Relationship Id="rId133" Type="http://schemas.openxmlformats.org/officeDocument/2006/relationships/customXml" Target="../ink/ink558.xml"/><Relationship Id="rId154" Type="http://schemas.openxmlformats.org/officeDocument/2006/relationships/image" Target="../media/image575.png"/><Relationship Id="rId175" Type="http://schemas.openxmlformats.org/officeDocument/2006/relationships/customXml" Target="../ink/ink579.xml"/><Relationship Id="rId340" Type="http://schemas.openxmlformats.org/officeDocument/2006/relationships/customXml" Target="../ink/ink664.xml"/><Relationship Id="rId196" Type="http://schemas.openxmlformats.org/officeDocument/2006/relationships/image" Target="../media/image595.png"/><Relationship Id="rId200" Type="http://schemas.openxmlformats.org/officeDocument/2006/relationships/image" Target="../media/image597.png"/><Relationship Id="rId16" Type="http://schemas.openxmlformats.org/officeDocument/2006/relationships/image" Target="../media/image506.png"/><Relationship Id="rId221" Type="http://schemas.openxmlformats.org/officeDocument/2006/relationships/image" Target="../media/image607.png"/><Relationship Id="rId242" Type="http://schemas.openxmlformats.org/officeDocument/2006/relationships/image" Target="../media/image617.png"/><Relationship Id="rId263" Type="http://schemas.openxmlformats.org/officeDocument/2006/relationships/image" Target="../media/image627.png"/><Relationship Id="rId284" Type="http://schemas.openxmlformats.org/officeDocument/2006/relationships/customXml" Target="../ink/ink635.xml"/><Relationship Id="rId319" Type="http://schemas.openxmlformats.org/officeDocument/2006/relationships/image" Target="../media/image654.png"/><Relationship Id="rId37" Type="http://schemas.openxmlformats.org/officeDocument/2006/relationships/customXml" Target="../ink/ink510.xml"/><Relationship Id="rId58" Type="http://schemas.openxmlformats.org/officeDocument/2006/relationships/image" Target="../media/image527.png"/><Relationship Id="rId79" Type="http://schemas.openxmlformats.org/officeDocument/2006/relationships/customXml" Target="../ink/ink531.xml"/><Relationship Id="rId102" Type="http://schemas.openxmlformats.org/officeDocument/2006/relationships/image" Target="../media/image549.png"/><Relationship Id="rId123" Type="http://schemas.openxmlformats.org/officeDocument/2006/relationships/customXml" Target="../ink/ink553.xml"/><Relationship Id="rId144" Type="http://schemas.openxmlformats.org/officeDocument/2006/relationships/image" Target="../media/image570.png"/><Relationship Id="rId330" Type="http://schemas.openxmlformats.org/officeDocument/2006/relationships/customXml" Target="../ink/ink659.xml"/><Relationship Id="rId90" Type="http://schemas.openxmlformats.org/officeDocument/2006/relationships/image" Target="../media/image543.png"/><Relationship Id="rId165" Type="http://schemas.openxmlformats.org/officeDocument/2006/relationships/customXml" Target="../ink/ink574.xml"/><Relationship Id="rId186" Type="http://schemas.openxmlformats.org/officeDocument/2006/relationships/image" Target="../media/image590.png"/><Relationship Id="rId351" Type="http://schemas.openxmlformats.org/officeDocument/2006/relationships/image" Target="../media/image670.png"/><Relationship Id="rId211" Type="http://schemas.openxmlformats.org/officeDocument/2006/relationships/image" Target="../media/image602.png"/><Relationship Id="rId232" Type="http://schemas.openxmlformats.org/officeDocument/2006/relationships/customXml" Target="../ink/ink608.xml"/><Relationship Id="rId253" Type="http://schemas.openxmlformats.org/officeDocument/2006/relationships/image" Target="../media/image622.png"/><Relationship Id="rId274" Type="http://schemas.openxmlformats.org/officeDocument/2006/relationships/customXml" Target="../ink/ink630.xml"/><Relationship Id="rId295" Type="http://schemas.openxmlformats.org/officeDocument/2006/relationships/customXml" Target="../ink/ink641.xml"/><Relationship Id="rId309" Type="http://schemas.openxmlformats.org/officeDocument/2006/relationships/customXml" Target="../ink/ink648.xml"/><Relationship Id="rId27" Type="http://schemas.openxmlformats.org/officeDocument/2006/relationships/customXml" Target="../ink/ink505.xml"/><Relationship Id="rId48" Type="http://schemas.openxmlformats.org/officeDocument/2006/relationships/image" Target="../media/image522.png"/><Relationship Id="rId69" Type="http://schemas.openxmlformats.org/officeDocument/2006/relationships/customXml" Target="../ink/ink526.xml"/><Relationship Id="rId113" Type="http://schemas.openxmlformats.org/officeDocument/2006/relationships/customXml" Target="../ink/ink548.xml"/><Relationship Id="rId134" Type="http://schemas.openxmlformats.org/officeDocument/2006/relationships/image" Target="../media/image565.png"/><Relationship Id="rId320" Type="http://schemas.openxmlformats.org/officeDocument/2006/relationships/customXml" Target="../ink/ink654.xml"/><Relationship Id="rId80" Type="http://schemas.openxmlformats.org/officeDocument/2006/relationships/image" Target="../media/image538.png"/><Relationship Id="rId155" Type="http://schemas.openxmlformats.org/officeDocument/2006/relationships/customXml" Target="../ink/ink569.xml"/><Relationship Id="rId176" Type="http://schemas.openxmlformats.org/officeDocument/2006/relationships/image" Target="../media/image14.png"/><Relationship Id="rId197" Type="http://schemas.openxmlformats.org/officeDocument/2006/relationships/customXml" Target="../ink/ink590.xml"/><Relationship Id="rId341" Type="http://schemas.openxmlformats.org/officeDocument/2006/relationships/image" Target="../media/image665.png"/><Relationship Id="rId201" Type="http://schemas.openxmlformats.org/officeDocument/2006/relationships/customXml" Target="../ink/ink592.xml"/><Relationship Id="rId222" Type="http://schemas.openxmlformats.org/officeDocument/2006/relationships/customXml" Target="../ink/ink603.xml"/><Relationship Id="rId243" Type="http://schemas.openxmlformats.org/officeDocument/2006/relationships/customXml" Target="../ink/ink614.xml"/><Relationship Id="rId264" Type="http://schemas.openxmlformats.org/officeDocument/2006/relationships/customXml" Target="../ink/ink625.xml"/><Relationship Id="rId285" Type="http://schemas.openxmlformats.org/officeDocument/2006/relationships/image" Target="../media/image638.png"/><Relationship Id="rId17" Type="http://schemas.openxmlformats.org/officeDocument/2006/relationships/customXml" Target="../ink/ink500.xml"/><Relationship Id="rId38" Type="http://schemas.openxmlformats.org/officeDocument/2006/relationships/image" Target="../media/image517.png"/><Relationship Id="rId59" Type="http://schemas.openxmlformats.org/officeDocument/2006/relationships/customXml" Target="../ink/ink521.xml"/><Relationship Id="rId103" Type="http://schemas.openxmlformats.org/officeDocument/2006/relationships/customXml" Target="../ink/ink543.xml"/><Relationship Id="rId124" Type="http://schemas.openxmlformats.org/officeDocument/2006/relationships/image" Target="../media/image560.png"/><Relationship Id="rId310" Type="http://schemas.openxmlformats.org/officeDocument/2006/relationships/image" Target="../media/image650.png"/><Relationship Id="rId70" Type="http://schemas.openxmlformats.org/officeDocument/2006/relationships/image" Target="../media/image533.png"/><Relationship Id="rId91" Type="http://schemas.openxmlformats.org/officeDocument/2006/relationships/customXml" Target="../ink/ink537.xml"/><Relationship Id="rId145" Type="http://schemas.openxmlformats.org/officeDocument/2006/relationships/customXml" Target="../ink/ink564.xml"/><Relationship Id="rId166" Type="http://schemas.openxmlformats.org/officeDocument/2006/relationships/image" Target="../media/image581.png"/><Relationship Id="rId187" Type="http://schemas.openxmlformats.org/officeDocument/2006/relationships/customXml" Target="../ink/ink585.xml"/><Relationship Id="rId331" Type="http://schemas.openxmlformats.org/officeDocument/2006/relationships/image" Target="../media/image660.png"/><Relationship Id="rId352" Type="http://schemas.openxmlformats.org/officeDocument/2006/relationships/customXml" Target="../ink/ink670.xml"/><Relationship Id="rId1" Type="http://schemas.openxmlformats.org/officeDocument/2006/relationships/slideLayout" Target="../slideLayouts/slideLayout4.xml"/><Relationship Id="rId212" Type="http://schemas.openxmlformats.org/officeDocument/2006/relationships/customXml" Target="../ink/ink598.xml"/><Relationship Id="rId233" Type="http://schemas.openxmlformats.org/officeDocument/2006/relationships/image" Target="../media/image613.png"/><Relationship Id="rId254" Type="http://schemas.openxmlformats.org/officeDocument/2006/relationships/customXml" Target="../ink/ink620.xml"/><Relationship Id="rId28" Type="http://schemas.openxmlformats.org/officeDocument/2006/relationships/image" Target="../media/image512.png"/><Relationship Id="rId49" Type="http://schemas.openxmlformats.org/officeDocument/2006/relationships/customXml" Target="../ink/ink516.xml"/><Relationship Id="rId114" Type="http://schemas.openxmlformats.org/officeDocument/2006/relationships/image" Target="../media/image555.png"/><Relationship Id="rId275" Type="http://schemas.openxmlformats.org/officeDocument/2006/relationships/image" Target="../media/image633.png"/><Relationship Id="rId296" Type="http://schemas.openxmlformats.org/officeDocument/2006/relationships/image" Target="../media/image643.png"/><Relationship Id="rId300" Type="http://schemas.openxmlformats.org/officeDocument/2006/relationships/image" Target="../media/image645.png"/><Relationship Id="rId60" Type="http://schemas.openxmlformats.org/officeDocument/2006/relationships/image" Target="../media/image528.png"/><Relationship Id="rId81" Type="http://schemas.openxmlformats.org/officeDocument/2006/relationships/customXml" Target="../ink/ink532.xml"/><Relationship Id="rId135" Type="http://schemas.openxmlformats.org/officeDocument/2006/relationships/customXml" Target="../ink/ink559.xml"/><Relationship Id="rId156" Type="http://schemas.openxmlformats.org/officeDocument/2006/relationships/image" Target="../media/image576.png"/><Relationship Id="rId177" Type="http://schemas.openxmlformats.org/officeDocument/2006/relationships/customXml" Target="../ink/ink580.xml"/><Relationship Id="rId198" Type="http://schemas.openxmlformats.org/officeDocument/2006/relationships/image" Target="../media/image596.png"/><Relationship Id="rId321" Type="http://schemas.openxmlformats.org/officeDocument/2006/relationships/image" Target="../media/image655.png"/><Relationship Id="rId342" Type="http://schemas.openxmlformats.org/officeDocument/2006/relationships/customXml" Target="../ink/ink665.xml"/><Relationship Id="rId202" Type="http://schemas.openxmlformats.org/officeDocument/2006/relationships/image" Target="../media/image598.png"/><Relationship Id="rId223" Type="http://schemas.openxmlformats.org/officeDocument/2006/relationships/image" Target="../media/image608.png"/><Relationship Id="rId244" Type="http://schemas.openxmlformats.org/officeDocument/2006/relationships/image" Target="../media/image618.png"/><Relationship Id="rId18" Type="http://schemas.openxmlformats.org/officeDocument/2006/relationships/image" Target="../media/image507.png"/><Relationship Id="rId39" Type="http://schemas.openxmlformats.org/officeDocument/2006/relationships/customXml" Target="../ink/ink511.xml"/><Relationship Id="rId265" Type="http://schemas.openxmlformats.org/officeDocument/2006/relationships/image" Target="../media/image628.png"/><Relationship Id="rId286" Type="http://schemas.openxmlformats.org/officeDocument/2006/relationships/customXml" Target="../ink/ink636.xml"/><Relationship Id="rId50" Type="http://schemas.openxmlformats.org/officeDocument/2006/relationships/image" Target="../media/image523.png"/><Relationship Id="rId104" Type="http://schemas.openxmlformats.org/officeDocument/2006/relationships/image" Target="../media/image550.png"/><Relationship Id="rId125" Type="http://schemas.openxmlformats.org/officeDocument/2006/relationships/customXml" Target="../ink/ink554.xml"/><Relationship Id="rId146" Type="http://schemas.openxmlformats.org/officeDocument/2006/relationships/image" Target="../media/image571.png"/><Relationship Id="rId167" Type="http://schemas.openxmlformats.org/officeDocument/2006/relationships/customXml" Target="../ink/ink575.xml"/><Relationship Id="rId188" Type="http://schemas.openxmlformats.org/officeDocument/2006/relationships/image" Target="../media/image591.png"/><Relationship Id="rId311" Type="http://schemas.openxmlformats.org/officeDocument/2006/relationships/customXml" Target="../ink/ink649.xml"/><Relationship Id="rId332" Type="http://schemas.openxmlformats.org/officeDocument/2006/relationships/customXml" Target="../ink/ink660.xml"/><Relationship Id="rId353" Type="http://schemas.openxmlformats.org/officeDocument/2006/relationships/image" Target="../media/image671.png"/><Relationship Id="rId71" Type="http://schemas.openxmlformats.org/officeDocument/2006/relationships/customXml" Target="../ink/ink527.xml"/><Relationship Id="rId92" Type="http://schemas.openxmlformats.org/officeDocument/2006/relationships/image" Target="../media/image544.png"/><Relationship Id="rId213" Type="http://schemas.openxmlformats.org/officeDocument/2006/relationships/image" Target="../media/image603.png"/><Relationship Id="rId234" Type="http://schemas.openxmlformats.org/officeDocument/2006/relationships/customXml" Target="../ink/ink609.xml"/><Relationship Id="rId2" Type="http://schemas.openxmlformats.org/officeDocument/2006/relationships/image" Target="../media/image499.emf"/><Relationship Id="rId29" Type="http://schemas.openxmlformats.org/officeDocument/2006/relationships/customXml" Target="../ink/ink506.xml"/><Relationship Id="rId255" Type="http://schemas.openxmlformats.org/officeDocument/2006/relationships/image" Target="../media/image623.png"/><Relationship Id="rId276" Type="http://schemas.openxmlformats.org/officeDocument/2006/relationships/customXml" Target="../ink/ink631.xml"/><Relationship Id="rId297" Type="http://schemas.openxmlformats.org/officeDocument/2006/relationships/customXml" Target="../ink/ink642.xml"/><Relationship Id="rId40" Type="http://schemas.openxmlformats.org/officeDocument/2006/relationships/image" Target="../media/image518.png"/><Relationship Id="rId115" Type="http://schemas.openxmlformats.org/officeDocument/2006/relationships/customXml" Target="../ink/ink549.xml"/><Relationship Id="rId136" Type="http://schemas.openxmlformats.org/officeDocument/2006/relationships/image" Target="../media/image566.png"/><Relationship Id="rId157" Type="http://schemas.openxmlformats.org/officeDocument/2006/relationships/customXml" Target="../ink/ink570.xml"/><Relationship Id="rId178" Type="http://schemas.openxmlformats.org/officeDocument/2006/relationships/image" Target="../media/image586.png"/><Relationship Id="rId301" Type="http://schemas.openxmlformats.org/officeDocument/2006/relationships/customXml" Target="../ink/ink644.xml"/><Relationship Id="rId322" Type="http://schemas.openxmlformats.org/officeDocument/2006/relationships/customXml" Target="../ink/ink655.xml"/><Relationship Id="rId343" Type="http://schemas.openxmlformats.org/officeDocument/2006/relationships/image" Target="../media/image666.png"/><Relationship Id="rId61" Type="http://schemas.openxmlformats.org/officeDocument/2006/relationships/customXml" Target="../ink/ink522.xml"/><Relationship Id="rId82" Type="http://schemas.openxmlformats.org/officeDocument/2006/relationships/image" Target="../media/image539.png"/><Relationship Id="rId199" Type="http://schemas.openxmlformats.org/officeDocument/2006/relationships/customXml" Target="../ink/ink591.xml"/><Relationship Id="rId203" Type="http://schemas.openxmlformats.org/officeDocument/2006/relationships/customXml" Target="../ink/ink593.xml"/><Relationship Id="rId19" Type="http://schemas.openxmlformats.org/officeDocument/2006/relationships/customXml" Target="../ink/ink501.xml"/><Relationship Id="rId224" Type="http://schemas.openxmlformats.org/officeDocument/2006/relationships/customXml" Target="../ink/ink604.xml"/><Relationship Id="rId245" Type="http://schemas.openxmlformats.org/officeDocument/2006/relationships/customXml" Target="../ink/ink615.xml"/><Relationship Id="rId266" Type="http://schemas.openxmlformats.org/officeDocument/2006/relationships/customXml" Target="../ink/ink626.xml"/><Relationship Id="rId287" Type="http://schemas.openxmlformats.org/officeDocument/2006/relationships/customXml" Target="../ink/ink637.xml"/><Relationship Id="rId30" Type="http://schemas.openxmlformats.org/officeDocument/2006/relationships/image" Target="../media/image513.png"/><Relationship Id="rId105" Type="http://schemas.openxmlformats.org/officeDocument/2006/relationships/customXml" Target="../ink/ink544.xml"/><Relationship Id="rId126" Type="http://schemas.openxmlformats.org/officeDocument/2006/relationships/image" Target="../media/image561.png"/><Relationship Id="rId147" Type="http://schemas.openxmlformats.org/officeDocument/2006/relationships/customXml" Target="../ink/ink565.xml"/><Relationship Id="rId168" Type="http://schemas.openxmlformats.org/officeDocument/2006/relationships/image" Target="../media/image582.png"/><Relationship Id="rId312" Type="http://schemas.openxmlformats.org/officeDocument/2006/relationships/image" Target="../media/image651.png"/><Relationship Id="rId333" Type="http://schemas.openxmlformats.org/officeDocument/2006/relationships/image" Target="../media/image661.png"/><Relationship Id="rId354" Type="http://schemas.openxmlformats.org/officeDocument/2006/relationships/customXml" Target="../ink/ink671.xml"/><Relationship Id="rId51" Type="http://schemas.openxmlformats.org/officeDocument/2006/relationships/customXml" Target="../ink/ink517.xml"/><Relationship Id="rId72" Type="http://schemas.openxmlformats.org/officeDocument/2006/relationships/image" Target="../media/image534.png"/><Relationship Id="rId93" Type="http://schemas.openxmlformats.org/officeDocument/2006/relationships/customXml" Target="../ink/ink538.xml"/><Relationship Id="rId189" Type="http://schemas.openxmlformats.org/officeDocument/2006/relationships/customXml" Target="../ink/ink586.xml"/><Relationship Id="rId3" Type="http://schemas.openxmlformats.org/officeDocument/2006/relationships/customXml" Target="../ink/ink493.xml"/><Relationship Id="rId214" Type="http://schemas.openxmlformats.org/officeDocument/2006/relationships/customXml" Target="../ink/ink599.xml"/><Relationship Id="rId235" Type="http://schemas.openxmlformats.org/officeDocument/2006/relationships/image" Target="../media/image614.png"/><Relationship Id="rId256" Type="http://schemas.openxmlformats.org/officeDocument/2006/relationships/customXml" Target="../ink/ink621.xml"/><Relationship Id="rId277" Type="http://schemas.openxmlformats.org/officeDocument/2006/relationships/image" Target="../media/image634.png"/><Relationship Id="rId298" Type="http://schemas.openxmlformats.org/officeDocument/2006/relationships/image" Target="../media/image644.png"/><Relationship Id="rId116" Type="http://schemas.openxmlformats.org/officeDocument/2006/relationships/image" Target="../media/image556.png"/><Relationship Id="rId137" Type="http://schemas.openxmlformats.org/officeDocument/2006/relationships/customXml" Target="../ink/ink560.xml"/><Relationship Id="rId158" Type="http://schemas.openxmlformats.org/officeDocument/2006/relationships/image" Target="../media/image577.png"/><Relationship Id="rId302" Type="http://schemas.openxmlformats.org/officeDocument/2006/relationships/image" Target="../media/image646.png"/><Relationship Id="rId323" Type="http://schemas.openxmlformats.org/officeDocument/2006/relationships/image" Target="../media/image656.png"/><Relationship Id="rId344" Type="http://schemas.openxmlformats.org/officeDocument/2006/relationships/customXml" Target="../ink/ink666.xml"/><Relationship Id="rId20" Type="http://schemas.openxmlformats.org/officeDocument/2006/relationships/image" Target="../media/image508.png"/><Relationship Id="rId41" Type="http://schemas.openxmlformats.org/officeDocument/2006/relationships/customXml" Target="../ink/ink512.xml"/><Relationship Id="rId62" Type="http://schemas.openxmlformats.org/officeDocument/2006/relationships/image" Target="../media/image529.png"/><Relationship Id="rId83" Type="http://schemas.openxmlformats.org/officeDocument/2006/relationships/customXml" Target="../ink/ink533.xml"/><Relationship Id="rId179" Type="http://schemas.openxmlformats.org/officeDocument/2006/relationships/customXml" Target="../ink/ink581.xml"/><Relationship Id="rId190" Type="http://schemas.openxmlformats.org/officeDocument/2006/relationships/image" Target="../media/image592.png"/><Relationship Id="rId204" Type="http://schemas.openxmlformats.org/officeDocument/2006/relationships/image" Target="../media/image599.png"/><Relationship Id="rId225" Type="http://schemas.openxmlformats.org/officeDocument/2006/relationships/image" Target="../media/image609.png"/><Relationship Id="rId246" Type="http://schemas.openxmlformats.org/officeDocument/2006/relationships/customXml" Target="../ink/ink616.xml"/><Relationship Id="rId267" Type="http://schemas.openxmlformats.org/officeDocument/2006/relationships/image" Target="../media/image629.png"/><Relationship Id="rId288" Type="http://schemas.openxmlformats.org/officeDocument/2006/relationships/image" Target="../media/image639.png"/><Relationship Id="rId106" Type="http://schemas.openxmlformats.org/officeDocument/2006/relationships/image" Target="../media/image551.png"/><Relationship Id="rId127" Type="http://schemas.openxmlformats.org/officeDocument/2006/relationships/customXml" Target="../ink/ink555.xml"/><Relationship Id="rId313" Type="http://schemas.openxmlformats.org/officeDocument/2006/relationships/customXml" Target="../ink/ink650.xml"/><Relationship Id="rId10" Type="http://schemas.openxmlformats.org/officeDocument/2006/relationships/image" Target="../media/image503.png"/><Relationship Id="rId31" Type="http://schemas.openxmlformats.org/officeDocument/2006/relationships/customXml" Target="../ink/ink507.xml"/><Relationship Id="rId52" Type="http://schemas.openxmlformats.org/officeDocument/2006/relationships/image" Target="../media/image524.png"/><Relationship Id="rId73" Type="http://schemas.openxmlformats.org/officeDocument/2006/relationships/customXml" Target="../ink/ink528.xml"/><Relationship Id="rId94" Type="http://schemas.openxmlformats.org/officeDocument/2006/relationships/image" Target="../media/image545.png"/><Relationship Id="rId148" Type="http://schemas.openxmlformats.org/officeDocument/2006/relationships/image" Target="../media/image572.png"/><Relationship Id="rId169" Type="http://schemas.openxmlformats.org/officeDocument/2006/relationships/customXml" Target="../ink/ink576.xml"/><Relationship Id="rId334" Type="http://schemas.openxmlformats.org/officeDocument/2006/relationships/customXml" Target="../ink/ink661.xml"/><Relationship Id="rId355" Type="http://schemas.openxmlformats.org/officeDocument/2006/relationships/image" Target="../media/image672.png"/><Relationship Id="rId4" Type="http://schemas.openxmlformats.org/officeDocument/2006/relationships/image" Target="../media/image500.png"/><Relationship Id="rId180" Type="http://schemas.openxmlformats.org/officeDocument/2006/relationships/image" Target="../media/image587.png"/><Relationship Id="rId215" Type="http://schemas.openxmlformats.org/officeDocument/2006/relationships/image" Target="../media/image604.png"/><Relationship Id="rId236" Type="http://schemas.openxmlformats.org/officeDocument/2006/relationships/customXml" Target="../ink/ink610.xml"/><Relationship Id="rId257" Type="http://schemas.openxmlformats.org/officeDocument/2006/relationships/image" Target="../media/image624.png"/><Relationship Id="rId278" Type="http://schemas.openxmlformats.org/officeDocument/2006/relationships/customXml" Target="../ink/ink632.xml"/><Relationship Id="rId303" Type="http://schemas.openxmlformats.org/officeDocument/2006/relationships/customXml" Target="../ink/ink645.xml"/><Relationship Id="rId42" Type="http://schemas.openxmlformats.org/officeDocument/2006/relationships/image" Target="../media/image519.png"/><Relationship Id="rId84" Type="http://schemas.openxmlformats.org/officeDocument/2006/relationships/image" Target="../media/image540.png"/><Relationship Id="rId138" Type="http://schemas.openxmlformats.org/officeDocument/2006/relationships/image" Target="../media/image567.png"/><Relationship Id="rId345" Type="http://schemas.openxmlformats.org/officeDocument/2006/relationships/image" Target="../media/image667.png"/><Relationship Id="rId191" Type="http://schemas.openxmlformats.org/officeDocument/2006/relationships/customXml" Target="../ink/ink587.xml"/><Relationship Id="rId205" Type="http://schemas.openxmlformats.org/officeDocument/2006/relationships/customXml" Target="../ink/ink594.xml"/><Relationship Id="rId247" Type="http://schemas.openxmlformats.org/officeDocument/2006/relationships/image" Target="../media/image619.png"/><Relationship Id="rId107" Type="http://schemas.openxmlformats.org/officeDocument/2006/relationships/customXml" Target="../ink/ink545.xml"/><Relationship Id="rId289" Type="http://schemas.openxmlformats.org/officeDocument/2006/relationships/customXml" Target="../ink/ink638.xml"/><Relationship Id="rId11" Type="http://schemas.openxmlformats.org/officeDocument/2006/relationships/customXml" Target="../ink/ink497.xml"/><Relationship Id="rId53" Type="http://schemas.openxmlformats.org/officeDocument/2006/relationships/customXml" Target="../ink/ink518.xml"/><Relationship Id="rId149" Type="http://schemas.openxmlformats.org/officeDocument/2006/relationships/customXml" Target="../ink/ink566.xml"/><Relationship Id="rId314" Type="http://schemas.openxmlformats.org/officeDocument/2006/relationships/customXml" Target="../ink/ink651.xml"/><Relationship Id="rId95" Type="http://schemas.openxmlformats.org/officeDocument/2006/relationships/customXml" Target="../ink/ink539.xml"/><Relationship Id="rId160" Type="http://schemas.openxmlformats.org/officeDocument/2006/relationships/image" Target="../media/image578.png"/><Relationship Id="rId216" Type="http://schemas.openxmlformats.org/officeDocument/2006/relationships/customXml" Target="../ink/ink600.xml"/><Relationship Id="rId258" Type="http://schemas.openxmlformats.org/officeDocument/2006/relationships/customXml" Target="../ink/ink622.xml"/><Relationship Id="rId22" Type="http://schemas.openxmlformats.org/officeDocument/2006/relationships/image" Target="../media/image509.png"/><Relationship Id="rId64" Type="http://schemas.openxmlformats.org/officeDocument/2006/relationships/image" Target="../media/image530.png"/><Relationship Id="rId118" Type="http://schemas.openxmlformats.org/officeDocument/2006/relationships/image" Target="../media/image557.png"/><Relationship Id="rId325" Type="http://schemas.openxmlformats.org/officeDocument/2006/relationships/image" Target="../media/image657.png"/><Relationship Id="rId171" Type="http://schemas.openxmlformats.org/officeDocument/2006/relationships/customXml" Target="../ink/ink577.xml"/><Relationship Id="rId227" Type="http://schemas.openxmlformats.org/officeDocument/2006/relationships/image" Target="../media/image610.png"/><Relationship Id="rId269" Type="http://schemas.openxmlformats.org/officeDocument/2006/relationships/image" Target="../media/image630.png"/><Relationship Id="rId33" Type="http://schemas.openxmlformats.org/officeDocument/2006/relationships/customXml" Target="../ink/ink508.xml"/><Relationship Id="rId129" Type="http://schemas.openxmlformats.org/officeDocument/2006/relationships/customXml" Target="../ink/ink556.xml"/><Relationship Id="rId280" Type="http://schemas.openxmlformats.org/officeDocument/2006/relationships/customXml" Target="../ink/ink633.xml"/><Relationship Id="rId336" Type="http://schemas.openxmlformats.org/officeDocument/2006/relationships/customXml" Target="../ink/ink662.xml"/><Relationship Id="rId75" Type="http://schemas.openxmlformats.org/officeDocument/2006/relationships/customXml" Target="../ink/ink529.xml"/><Relationship Id="rId140" Type="http://schemas.openxmlformats.org/officeDocument/2006/relationships/image" Target="../media/image568.png"/><Relationship Id="rId182" Type="http://schemas.openxmlformats.org/officeDocument/2006/relationships/image" Target="../media/image588.png"/><Relationship Id="rId6" Type="http://schemas.openxmlformats.org/officeDocument/2006/relationships/image" Target="../media/image501.png"/><Relationship Id="rId238" Type="http://schemas.openxmlformats.org/officeDocument/2006/relationships/customXml" Target="../ink/ink611.xml"/><Relationship Id="rId291" Type="http://schemas.openxmlformats.org/officeDocument/2006/relationships/customXml" Target="../ink/ink639.xml"/><Relationship Id="rId305" Type="http://schemas.openxmlformats.org/officeDocument/2006/relationships/customXml" Target="../ink/ink646.xml"/><Relationship Id="rId347" Type="http://schemas.openxmlformats.org/officeDocument/2006/relationships/image" Target="../media/image668.png"/><Relationship Id="rId44" Type="http://schemas.openxmlformats.org/officeDocument/2006/relationships/image" Target="../media/image520.png"/><Relationship Id="rId86" Type="http://schemas.openxmlformats.org/officeDocument/2006/relationships/image" Target="../media/image541.png"/><Relationship Id="rId151" Type="http://schemas.openxmlformats.org/officeDocument/2006/relationships/customXml" Target="../ink/ink567.xml"/><Relationship Id="rId193" Type="http://schemas.openxmlformats.org/officeDocument/2006/relationships/customXml" Target="../ink/ink588.xml"/><Relationship Id="rId207" Type="http://schemas.openxmlformats.org/officeDocument/2006/relationships/customXml" Target="../ink/ink595.xml"/><Relationship Id="rId249" Type="http://schemas.openxmlformats.org/officeDocument/2006/relationships/image" Target="../media/image620.png"/><Relationship Id="rId13" Type="http://schemas.openxmlformats.org/officeDocument/2006/relationships/customXml" Target="../ink/ink498.xml"/><Relationship Id="rId109" Type="http://schemas.openxmlformats.org/officeDocument/2006/relationships/customXml" Target="../ink/ink546.xml"/><Relationship Id="rId260" Type="http://schemas.openxmlformats.org/officeDocument/2006/relationships/customXml" Target="../ink/ink623.xml"/><Relationship Id="rId316" Type="http://schemas.openxmlformats.org/officeDocument/2006/relationships/customXml" Target="../ink/ink652.xml"/><Relationship Id="rId55" Type="http://schemas.openxmlformats.org/officeDocument/2006/relationships/customXml" Target="../ink/ink519.xml"/><Relationship Id="rId97" Type="http://schemas.openxmlformats.org/officeDocument/2006/relationships/customXml" Target="../ink/ink540.xml"/><Relationship Id="rId120" Type="http://schemas.openxmlformats.org/officeDocument/2006/relationships/image" Target="../media/image558.png"/><Relationship Id="rId162" Type="http://schemas.openxmlformats.org/officeDocument/2006/relationships/image" Target="../media/image579.png"/><Relationship Id="rId218" Type="http://schemas.openxmlformats.org/officeDocument/2006/relationships/customXml" Target="../ink/ink601.xml"/><Relationship Id="rId271" Type="http://schemas.openxmlformats.org/officeDocument/2006/relationships/image" Target="../media/image631.png"/><Relationship Id="rId24" Type="http://schemas.openxmlformats.org/officeDocument/2006/relationships/image" Target="../media/image510.png"/><Relationship Id="rId66" Type="http://schemas.openxmlformats.org/officeDocument/2006/relationships/image" Target="../media/image531.png"/><Relationship Id="rId131" Type="http://schemas.openxmlformats.org/officeDocument/2006/relationships/customXml" Target="../ink/ink557.xml"/><Relationship Id="rId327" Type="http://schemas.openxmlformats.org/officeDocument/2006/relationships/image" Target="../media/image658.png"/><Relationship Id="rId173" Type="http://schemas.openxmlformats.org/officeDocument/2006/relationships/customXml" Target="../ink/ink578.xml"/><Relationship Id="rId229" Type="http://schemas.openxmlformats.org/officeDocument/2006/relationships/image" Target="../media/image611.png"/><Relationship Id="rId240" Type="http://schemas.openxmlformats.org/officeDocument/2006/relationships/customXml" Target="../ink/ink612.xml"/><Relationship Id="rId35" Type="http://schemas.openxmlformats.org/officeDocument/2006/relationships/customXml" Target="../ink/ink509.xml"/><Relationship Id="rId77" Type="http://schemas.openxmlformats.org/officeDocument/2006/relationships/customXml" Target="../ink/ink530.xml"/><Relationship Id="rId100" Type="http://schemas.openxmlformats.org/officeDocument/2006/relationships/image" Target="../media/image548.png"/><Relationship Id="rId282" Type="http://schemas.openxmlformats.org/officeDocument/2006/relationships/customXml" Target="../ink/ink634.xml"/><Relationship Id="rId338" Type="http://schemas.openxmlformats.org/officeDocument/2006/relationships/customXml" Target="../ink/ink663.xml"/><Relationship Id="rId8" Type="http://schemas.openxmlformats.org/officeDocument/2006/relationships/image" Target="../media/image502.png"/><Relationship Id="rId142" Type="http://schemas.openxmlformats.org/officeDocument/2006/relationships/image" Target="../media/image569.png"/><Relationship Id="rId184" Type="http://schemas.openxmlformats.org/officeDocument/2006/relationships/image" Target="../media/image589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84.png"/><Relationship Id="rId21" Type="http://schemas.openxmlformats.org/officeDocument/2006/relationships/customXml" Target="../ink/ink680.xml"/><Relationship Id="rId42" Type="http://schemas.openxmlformats.org/officeDocument/2006/relationships/image" Target="../media/image692.png"/><Relationship Id="rId47" Type="http://schemas.openxmlformats.org/officeDocument/2006/relationships/customXml" Target="../ink/ink693.xml"/><Relationship Id="rId63" Type="http://schemas.openxmlformats.org/officeDocument/2006/relationships/customXml" Target="../ink/ink701.xml"/><Relationship Id="rId68" Type="http://schemas.openxmlformats.org/officeDocument/2006/relationships/image" Target="../media/image705.png"/><Relationship Id="rId84" Type="http://schemas.openxmlformats.org/officeDocument/2006/relationships/image" Target="../media/image713.png"/><Relationship Id="rId89" Type="http://schemas.openxmlformats.org/officeDocument/2006/relationships/customXml" Target="../ink/ink714.xml"/><Relationship Id="rId16" Type="http://schemas.openxmlformats.org/officeDocument/2006/relationships/image" Target="../media/image680.png"/><Relationship Id="rId107" Type="http://schemas.openxmlformats.org/officeDocument/2006/relationships/image" Target="../media/image724.png"/><Relationship Id="rId11" Type="http://schemas.openxmlformats.org/officeDocument/2006/relationships/customXml" Target="../ink/ink675.xml"/><Relationship Id="rId32" Type="http://schemas.openxmlformats.org/officeDocument/2006/relationships/image" Target="../media/image687.png"/><Relationship Id="rId37" Type="http://schemas.openxmlformats.org/officeDocument/2006/relationships/customXml" Target="../ink/ink688.xml"/><Relationship Id="rId53" Type="http://schemas.openxmlformats.org/officeDocument/2006/relationships/customXml" Target="../ink/ink696.xml"/><Relationship Id="rId58" Type="http://schemas.openxmlformats.org/officeDocument/2006/relationships/image" Target="../media/image700.png"/><Relationship Id="rId74" Type="http://schemas.openxmlformats.org/officeDocument/2006/relationships/image" Target="../media/image708.png"/><Relationship Id="rId79" Type="http://schemas.openxmlformats.org/officeDocument/2006/relationships/customXml" Target="../ink/ink709.xml"/><Relationship Id="rId102" Type="http://schemas.openxmlformats.org/officeDocument/2006/relationships/customXml" Target="../ink/ink721.xml"/><Relationship Id="rId5" Type="http://schemas.openxmlformats.org/officeDocument/2006/relationships/customXml" Target="../ink/ink672.xml"/><Relationship Id="rId90" Type="http://schemas.openxmlformats.org/officeDocument/2006/relationships/image" Target="../media/image716.png"/><Relationship Id="rId95" Type="http://schemas.openxmlformats.org/officeDocument/2006/relationships/image" Target="../media/image718.png"/><Relationship Id="rId22" Type="http://schemas.openxmlformats.org/officeDocument/2006/relationships/image" Target="../media/image682.png"/><Relationship Id="rId27" Type="http://schemas.openxmlformats.org/officeDocument/2006/relationships/customXml" Target="../ink/ink683.xml"/><Relationship Id="rId43" Type="http://schemas.openxmlformats.org/officeDocument/2006/relationships/customXml" Target="../ink/ink691.xml"/><Relationship Id="rId48" Type="http://schemas.openxmlformats.org/officeDocument/2006/relationships/image" Target="../media/image695.png"/><Relationship Id="rId64" Type="http://schemas.openxmlformats.org/officeDocument/2006/relationships/image" Target="../media/image703.png"/><Relationship Id="rId69" Type="http://schemas.openxmlformats.org/officeDocument/2006/relationships/customXml" Target="../ink/ink704.xml"/><Relationship Id="rId80" Type="http://schemas.openxmlformats.org/officeDocument/2006/relationships/image" Target="../media/image711.png"/><Relationship Id="rId85" Type="http://schemas.openxmlformats.org/officeDocument/2006/relationships/customXml" Target="../ink/ink712.xml"/><Relationship Id="rId12" Type="http://schemas.openxmlformats.org/officeDocument/2006/relationships/image" Target="../media/image678.png"/><Relationship Id="rId17" Type="http://schemas.openxmlformats.org/officeDocument/2006/relationships/customXml" Target="../ink/ink678.xml"/><Relationship Id="rId33" Type="http://schemas.openxmlformats.org/officeDocument/2006/relationships/customXml" Target="../ink/ink686.xml"/><Relationship Id="rId38" Type="http://schemas.openxmlformats.org/officeDocument/2006/relationships/image" Target="../media/image690.png"/><Relationship Id="rId59" Type="http://schemas.openxmlformats.org/officeDocument/2006/relationships/customXml" Target="../ink/ink699.xml"/><Relationship Id="rId103" Type="http://schemas.openxmlformats.org/officeDocument/2006/relationships/image" Target="../media/image722.png"/><Relationship Id="rId108" Type="http://schemas.openxmlformats.org/officeDocument/2006/relationships/customXml" Target="../ink/ink724.xml"/><Relationship Id="rId54" Type="http://schemas.openxmlformats.org/officeDocument/2006/relationships/image" Target="../media/image698.png"/><Relationship Id="rId70" Type="http://schemas.openxmlformats.org/officeDocument/2006/relationships/image" Target="../media/image706.png"/><Relationship Id="rId75" Type="http://schemas.openxmlformats.org/officeDocument/2006/relationships/customXml" Target="../ink/ink707.xml"/><Relationship Id="rId91" Type="http://schemas.openxmlformats.org/officeDocument/2006/relationships/customXml" Target="../ink/ink715.xml"/><Relationship Id="rId96" Type="http://schemas.openxmlformats.org/officeDocument/2006/relationships/customXml" Target="../ink/ink7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5.png"/><Relationship Id="rId15" Type="http://schemas.openxmlformats.org/officeDocument/2006/relationships/customXml" Target="../ink/ink677.xml"/><Relationship Id="rId23" Type="http://schemas.openxmlformats.org/officeDocument/2006/relationships/customXml" Target="../ink/ink681.xml"/><Relationship Id="rId28" Type="http://schemas.openxmlformats.org/officeDocument/2006/relationships/image" Target="../media/image685.png"/><Relationship Id="rId36" Type="http://schemas.openxmlformats.org/officeDocument/2006/relationships/image" Target="../media/image689.png"/><Relationship Id="rId49" Type="http://schemas.openxmlformats.org/officeDocument/2006/relationships/customXml" Target="../ink/ink694.xml"/><Relationship Id="rId57" Type="http://schemas.openxmlformats.org/officeDocument/2006/relationships/customXml" Target="../ink/ink698.xml"/><Relationship Id="rId106" Type="http://schemas.openxmlformats.org/officeDocument/2006/relationships/customXml" Target="../ink/ink723.xml"/><Relationship Id="rId10" Type="http://schemas.openxmlformats.org/officeDocument/2006/relationships/image" Target="../media/image677.png"/><Relationship Id="rId31" Type="http://schemas.openxmlformats.org/officeDocument/2006/relationships/customXml" Target="../ink/ink685.xml"/><Relationship Id="rId44" Type="http://schemas.openxmlformats.org/officeDocument/2006/relationships/image" Target="../media/image693.png"/><Relationship Id="rId52" Type="http://schemas.openxmlformats.org/officeDocument/2006/relationships/image" Target="../media/image697.png"/><Relationship Id="rId60" Type="http://schemas.openxmlformats.org/officeDocument/2006/relationships/image" Target="../media/image701.png"/><Relationship Id="rId65" Type="http://schemas.openxmlformats.org/officeDocument/2006/relationships/customXml" Target="../ink/ink702.xml"/><Relationship Id="rId73" Type="http://schemas.openxmlformats.org/officeDocument/2006/relationships/customXml" Target="../ink/ink706.xml"/><Relationship Id="rId78" Type="http://schemas.openxmlformats.org/officeDocument/2006/relationships/image" Target="../media/image710.png"/><Relationship Id="rId81" Type="http://schemas.openxmlformats.org/officeDocument/2006/relationships/customXml" Target="../ink/ink710.xml"/><Relationship Id="rId86" Type="http://schemas.openxmlformats.org/officeDocument/2006/relationships/image" Target="../media/image714.png"/><Relationship Id="rId94" Type="http://schemas.openxmlformats.org/officeDocument/2006/relationships/customXml" Target="../ink/ink717.xml"/><Relationship Id="rId99" Type="http://schemas.openxmlformats.org/officeDocument/2006/relationships/image" Target="../media/image720.png"/><Relationship Id="rId101" Type="http://schemas.openxmlformats.org/officeDocument/2006/relationships/image" Target="../media/image721.png"/><Relationship Id="rId4" Type="http://schemas.openxmlformats.org/officeDocument/2006/relationships/image" Target="../media/image674.emf"/><Relationship Id="rId9" Type="http://schemas.openxmlformats.org/officeDocument/2006/relationships/customXml" Target="../ink/ink674.xml"/><Relationship Id="rId13" Type="http://schemas.openxmlformats.org/officeDocument/2006/relationships/customXml" Target="../ink/ink676.xml"/><Relationship Id="rId18" Type="http://schemas.openxmlformats.org/officeDocument/2006/relationships/image" Target="../media/image14.png"/><Relationship Id="rId39" Type="http://schemas.openxmlformats.org/officeDocument/2006/relationships/customXml" Target="../ink/ink689.xml"/><Relationship Id="rId109" Type="http://schemas.openxmlformats.org/officeDocument/2006/relationships/image" Target="../media/image725.png"/><Relationship Id="rId34" Type="http://schemas.openxmlformats.org/officeDocument/2006/relationships/image" Target="../media/image688.png"/><Relationship Id="rId50" Type="http://schemas.openxmlformats.org/officeDocument/2006/relationships/image" Target="../media/image696.png"/><Relationship Id="rId55" Type="http://schemas.openxmlformats.org/officeDocument/2006/relationships/customXml" Target="../ink/ink697.xml"/><Relationship Id="rId76" Type="http://schemas.openxmlformats.org/officeDocument/2006/relationships/image" Target="../media/image709.png"/><Relationship Id="rId97" Type="http://schemas.openxmlformats.org/officeDocument/2006/relationships/image" Target="../media/image719.png"/><Relationship Id="rId104" Type="http://schemas.openxmlformats.org/officeDocument/2006/relationships/customXml" Target="../ink/ink722.xml"/><Relationship Id="rId7" Type="http://schemas.openxmlformats.org/officeDocument/2006/relationships/customXml" Target="../ink/ink673.xml"/><Relationship Id="rId71" Type="http://schemas.openxmlformats.org/officeDocument/2006/relationships/customXml" Target="../ink/ink705.xml"/><Relationship Id="rId92" Type="http://schemas.openxmlformats.org/officeDocument/2006/relationships/customXml" Target="../ink/ink716.xml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684.xml"/><Relationship Id="rId24" Type="http://schemas.openxmlformats.org/officeDocument/2006/relationships/image" Target="../media/image683.png"/><Relationship Id="rId40" Type="http://schemas.openxmlformats.org/officeDocument/2006/relationships/image" Target="../media/image691.png"/><Relationship Id="rId45" Type="http://schemas.openxmlformats.org/officeDocument/2006/relationships/customXml" Target="../ink/ink692.xml"/><Relationship Id="rId66" Type="http://schemas.openxmlformats.org/officeDocument/2006/relationships/image" Target="../media/image704.png"/><Relationship Id="rId87" Type="http://schemas.openxmlformats.org/officeDocument/2006/relationships/customXml" Target="../ink/ink713.xml"/><Relationship Id="rId110" Type="http://schemas.openxmlformats.org/officeDocument/2006/relationships/customXml" Target="../ink/ink725.xml"/><Relationship Id="rId61" Type="http://schemas.openxmlformats.org/officeDocument/2006/relationships/customXml" Target="../ink/ink700.xml"/><Relationship Id="rId82" Type="http://schemas.openxmlformats.org/officeDocument/2006/relationships/image" Target="../media/image712.png"/><Relationship Id="rId19" Type="http://schemas.openxmlformats.org/officeDocument/2006/relationships/customXml" Target="../ink/ink679.xml"/><Relationship Id="rId14" Type="http://schemas.openxmlformats.org/officeDocument/2006/relationships/image" Target="../media/image679.png"/><Relationship Id="rId30" Type="http://schemas.openxmlformats.org/officeDocument/2006/relationships/image" Target="../media/image686.png"/><Relationship Id="rId35" Type="http://schemas.openxmlformats.org/officeDocument/2006/relationships/customXml" Target="../ink/ink687.xml"/><Relationship Id="rId56" Type="http://schemas.openxmlformats.org/officeDocument/2006/relationships/image" Target="../media/image699.png"/><Relationship Id="rId77" Type="http://schemas.openxmlformats.org/officeDocument/2006/relationships/customXml" Target="../ink/ink708.xml"/><Relationship Id="rId100" Type="http://schemas.openxmlformats.org/officeDocument/2006/relationships/customXml" Target="../ink/ink720.xml"/><Relationship Id="rId105" Type="http://schemas.openxmlformats.org/officeDocument/2006/relationships/image" Target="../media/image723.png"/><Relationship Id="rId8" Type="http://schemas.openxmlformats.org/officeDocument/2006/relationships/image" Target="../media/image676.png"/><Relationship Id="rId51" Type="http://schemas.openxmlformats.org/officeDocument/2006/relationships/customXml" Target="../ink/ink695.xml"/><Relationship Id="rId72" Type="http://schemas.openxmlformats.org/officeDocument/2006/relationships/image" Target="../media/image707.png"/><Relationship Id="rId93" Type="http://schemas.openxmlformats.org/officeDocument/2006/relationships/image" Target="../media/image717.png"/><Relationship Id="rId98" Type="http://schemas.openxmlformats.org/officeDocument/2006/relationships/customXml" Target="../ink/ink719.xml"/><Relationship Id="rId3" Type="http://schemas.openxmlformats.org/officeDocument/2006/relationships/image" Target="../media/image673.png"/><Relationship Id="rId25" Type="http://schemas.openxmlformats.org/officeDocument/2006/relationships/customXml" Target="../ink/ink682.xml"/><Relationship Id="rId46" Type="http://schemas.openxmlformats.org/officeDocument/2006/relationships/image" Target="../media/image694.png"/><Relationship Id="rId67" Type="http://schemas.openxmlformats.org/officeDocument/2006/relationships/customXml" Target="../ink/ink703.xml"/><Relationship Id="rId20" Type="http://schemas.openxmlformats.org/officeDocument/2006/relationships/image" Target="../media/image681.png"/><Relationship Id="rId41" Type="http://schemas.openxmlformats.org/officeDocument/2006/relationships/customXml" Target="../ink/ink690.xml"/><Relationship Id="rId62" Type="http://schemas.openxmlformats.org/officeDocument/2006/relationships/image" Target="../media/image702.png"/><Relationship Id="rId83" Type="http://schemas.openxmlformats.org/officeDocument/2006/relationships/customXml" Target="../ink/ink711.xml"/><Relationship Id="rId88" Type="http://schemas.openxmlformats.org/officeDocument/2006/relationships/image" Target="../media/image7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6.emf"/><Relationship Id="rId2" Type="http://schemas.openxmlformats.org/officeDocument/2006/relationships/image" Target="../media/image700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28.emf"/><Relationship Id="rId4" Type="http://schemas.openxmlformats.org/officeDocument/2006/relationships/image" Target="../media/image727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3886200" y="3352800"/>
            <a:ext cx="6400800" cy="1524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>
                <a:solidFill>
                  <a:srgbClr val="FFFF66"/>
                </a:solidFill>
                <a:latin typeface="+mn-lt"/>
              </a:rPr>
              <a:t>Natural Language Processing</a:t>
            </a:r>
            <a:br>
              <a:rPr lang="en-US" dirty="0">
                <a:solidFill>
                  <a:srgbClr val="FFFF66"/>
                </a:solidFill>
                <a:latin typeface="+mn-lt"/>
              </a:rPr>
            </a:br>
            <a:endParaRPr lang="en-US" dirty="0">
              <a:solidFill>
                <a:srgbClr val="FFFF66"/>
              </a:solidFill>
              <a:latin typeface="+mn-lt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4214948" y="4926874"/>
            <a:ext cx="5943600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365760" indent="-256032" algn="r" fontAlgn="auto">
              <a:spcAft>
                <a:spcPts val="0"/>
              </a:spcAft>
              <a:buClr>
                <a:schemeClr val="accent1"/>
              </a:buClr>
              <a:buSzPct val="68000"/>
              <a:buNone/>
              <a:defRPr/>
            </a:pPr>
            <a:r>
              <a:rPr lang="en-US" sz="2800" dirty="0">
                <a:solidFill>
                  <a:schemeClr val="bg1"/>
                </a:solidFill>
                <a:latin typeface="+mn-lt"/>
                <a:cs typeface="Courier New" pitchFamily="49" charset="0"/>
              </a:rPr>
              <a:t>Dr. </a:t>
            </a:r>
            <a:r>
              <a:rPr lang="en-US" sz="2800" dirty="0" err="1">
                <a:solidFill>
                  <a:schemeClr val="bg1"/>
                </a:solidFill>
                <a:latin typeface="+mn-lt"/>
                <a:cs typeface="Courier New" pitchFamily="49" charset="0"/>
              </a:rPr>
              <a:t>Vijayalakshmi</a:t>
            </a:r>
            <a:r>
              <a:rPr lang="en-US" sz="2800" dirty="0">
                <a:solidFill>
                  <a:schemeClr val="bg1"/>
                </a:solidFill>
                <a:latin typeface="+mn-lt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n-lt"/>
                <a:cs typeface="Courier New" pitchFamily="49" charset="0"/>
              </a:rPr>
              <a:t>Anand</a:t>
            </a:r>
            <a:endParaRPr lang="en-US" sz="2800" dirty="0">
              <a:solidFill>
                <a:schemeClr val="bg1"/>
              </a:solidFill>
              <a:latin typeface="+mn-lt"/>
              <a:cs typeface="Courier New" pitchFamily="49" charset="0"/>
            </a:endParaRPr>
          </a:p>
          <a:p>
            <a:pPr marL="365760" indent="-256032" algn="r" fontAlgn="auto">
              <a:spcAft>
                <a:spcPts val="0"/>
              </a:spcAft>
              <a:buClr>
                <a:schemeClr val="accent1"/>
              </a:buClr>
              <a:buSzPct val="68000"/>
              <a:buNone/>
              <a:defRPr/>
            </a:pPr>
            <a:r>
              <a:rPr lang="en-US" sz="2800" dirty="0">
                <a:solidFill>
                  <a:schemeClr val="bg1"/>
                </a:solidFill>
                <a:latin typeface="+mn-lt"/>
                <a:cs typeface="Courier New" pitchFamily="49" charset="0"/>
              </a:rPr>
              <a:t>BITS </a:t>
            </a:r>
            <a:r>
              <a:rPr lang="en-US" sz="2800" dirty="0" err="1">
                <a:solidFill>
                  <a:schemeClr val="bg1"/>
                </a:solidFill>
                <a:latin typeface="+mn-lt"/>
                <a:cs typeface="Courier New" pitchFamily="49" charset="0"/>
              </a:rPr>
              <a:t>Pilani</a:t>
            </a:r>
            <a:endParaRPr lang="en-US" sz="2800" dirty="0">
              <a:solidFill>
                <a:schemeClr val="bg1"/>
              </a:solidFill>
              <a:latin typeface="+mn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5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449588" y="2676659"/>
            <a:ext cx="84328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Neural Language Model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44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 </a:t>
            </a:r>
          </a:p>
          <a:p>
            <a:r>
              <a:rPr lang="en-US" dirty="0"/>
              <a:t>Neural language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Types of language model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E6F0BE7-3467-8568-C0EB-33EB908E27AE}"/>
                  </a:ext>
                </a:extLst>
              </p14:cNvPr>
              <p14:cNvContentPartPr/>
              <p14:nvPr/>
            </p14:nvContentPartPr>
            <p14:xfrm>
              <a:off x="5017517" y="3716470"/>
              <a:ext cx="139680" cy="1954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E6F0BE7-3467-8568-C0EB-33EB908E27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11397" y="3710350"/>
                <a:ext cx="1519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EF7653E-BF69-A0AE-3524-3B7CC3FEC275}"/>
                  </a:ext>
                </a:extLst>
              </p14:cNvPr>
              <p14:cNvContentPartPr/>
              <p14:nvPr/>
            </p14:nvContentPartPr>
            <p14:xfrm>
              <a:off x="1132037" y="2554030"/>
              <a:ext cx="921960" cy="853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EF7653E-BF69-A0AE-3524-3B7CC3FEC2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5917" y="2547910"/>
                <a:ext cx="9342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8E20438-D6DC-DDFE-3810-B61F797C2FA6}"/>
                  </a:ext>
                </a:extLst>
              </p14:cNvPr>
              <p14:cNvContentPartPr/>
              <p14:nvPr/>
            </p14:nvContentPartPr>
            <p14:xfrm>
              <a:off x="5725997" y="696790"/>
              <a:ext cx="1917720" cy="630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8E20438-D6DC-DDFE-3810-B61F797C2F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9877" y="690670"/>
                <a:ext cx="19299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0B8F825-3911-3DAE-8A30-B3DCA34E50E5}"/>
                  </a:ext>
                </a:extLst>
              </p14:cNvPr>
              <p14:cNvContentPartPr/>
              <p14:nvPr/>
            </p14:nvContentPartPr>
            <p14:xfrm>
              <a:off x="4001957" y="6288670"/>
              <a:ext cx="923760" cy="1072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0B8F825-3911-3DAE-8A30-B3DCA34E50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5837" y="6282550"/>
                <a:ext cx="9360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DDFC907-546F-D330-20F7-C6BF638A8DE6}"/>
                  </a:ext>
                </a:extLst>
              </p14:cNvPr>
              <p14:cNvContentPartPr/>
              <p14:nvPr/>
            </p14:nvContentPartPr>
            <p14:xfrm>
              <a:off x="4244237" y="6490270"/>
              <a:ext cx="138600" cy="817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DDFC907-546F-D330-20F7-C6BF638A8D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38117" y="6484150"/>
                <a:ext cx="1508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70640EF-56A9-6B6C-6A35-348CAFDE6A30}"/>
                  </a:ext>
                </a:extLst>
              </p14:cNvPr>
              <p14:cNvContentPartPr/>
              <p14:nvPr/>
            </p14:nvContentPartPr>
            <p14:xfrm>
              <a:off x="4127237" y="6435910"/>
              <a:ext cx="278280" cy="1321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70640EF-56A9-6B6C-6A35-348CAFDE6A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21117" y="6429790"/>
                <a:ext cx="2905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86D86D9-042B-AC28-3A11-A7C55493DD18}"/>
                  </a:ext>
                </a:extLst>
              </p14:cNvPr>
              <p14:cNvContentPartPr/>
              <p14:nvPr/>
            </p14:nvContentPartPr>
            <p14:xfrm>
              <a:off x="3577877" y="1503550"/>
              <a:ext cx="939240" cy="382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86D86D9-042B-AC28-3A11-A7C55493DD1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71757" y="1497430"/>
                <a:ext cx="95148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F029807-BE0F-A390-333D-B04AFA9E0003}"/>
                  </a:ext>
                </a:extLst>
              </p14:cNvPr>
              <p14:cNvContentPartPr/>
              <p14:nvPr/>
            </p14:nvContentPartPr>
            <p14:xfrm>
              <a:off x="4384277" y="222607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F029807-BE0F-A390-333D-B04AFA9E000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78157" y="22199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91BDB7-A39C-EFFC-3905-1BF66F5E8225}"/>
                  </a:ext>
                </a:extLst>
              </p14:cNvPr>
              <p14:cNvContentPartPr/>
              <p14:nvPr/>
            </p14:nvContentPartPr>
            <p14:xfrm>
              <a:off x="4256837" y="2063710"/>
              <a:ext cx="790200" cy="30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91BDB7-A39C-EFFC-3905-1BF66F5E82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50717" y="2057590"/>
                <a:ext cx="8024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84D721-8A7F-240C-7B07-BE88EDF8D6BC}"/>
                  </a:ext>
                </a:extLst>
              </p14:cNvPr>
              <p14:cNvContentPartPr/>
              <p14:nvPr/>
            </p14:nvContentPartPr>
            <p14:xfrm>
              <a:off x="9225557" y="2308870"/>
              <a:ext cx="161280" cy="270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84D721-8A7F-240C-7B07-BE88EDF8D6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19437" y="2302750"/>
                <a:ext cx="1735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E0E1AD8-548A-2DCA-567B-BDAD36628DD6}"/>
                  </a:ext>
                </a:extLst>
              </p14:cNvPr>
              <p14:cNvContentPartPr/>
              <p14:nvPr/>
            </p14:nvContentPartPr>
            <p14:xfrm>
              <a:off x="9503837" y="2364310"/>
              <a:ext cx="449640" cy="203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E0E1AD8-548A-2DCA-567B-BDAD36628DD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97717" y="2358190"/>
                <a:ext cx="4618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524AA23-AD06-AF11-BEB3-718FA2B335FF}"/>
                  </a:ext>
                </a:extLst>
              </p14:cNvPr>
              <p14:cNvContentPartPr/>
              <p14:nvPr/>
            </p14:nvContentPartPr>
            <p14:xfrm>
              <a:off x="10364957" y="2343430"/>
              <a:ext cx="242280" cy="173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524AA23-AD06-AF11-BEB3-718FA2B335F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358837" y="2337310"/>
                <a:ext cx="2545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5BE3870-1672-3B7E-B74B-42B4CBC12D50}"/>
                  </a:ext>
                </a:extLst>
              </p14:cNvPr>
              <p14:cNvContentPartPr/>
              <p14:nvPr/>
            </p14:nvContentPartPr>
            <p14:xfrm>
              <a:off x="11074157" y="2257390"/>
              <a:ext cx="142200" cy="224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5BE3870-1672-3B7E-B74B-42B4CBC12D5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68037" y="2251270"/>
                <a:ext cx="154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D9FC730-E82F-73CA-6BAD-5EED0DF5086B}"/>
                  </a:ext>
                </a:extLst>
              </p14:cNvPr>
              <p14:cNvContentPartPr/>
              <p14:nvPr/>
            </p14:nvContentPartPr>
            <p14:xfrm>
              <a:off x="11364317" y="2312110"/>
              <a:ext cx="9000" cy="65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D9FC730-E82F-73CA-6BAD-5EED0DF5086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358197" y="2305990"/>
                <a:ext cx="2124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518DA5E-A793-AA28-7315-E069C1393EED}"/>
                  </a:ext>
                </a:extLst>
              </p14:cNvPr>
              <p14:cNvContentPartPr/>
              <p14:nvPr/>
            </p14:nvContentPartPr>
            <p14:xfrm>
              <a:off x="11509037" y="2237950"/>
              <a:ext cx="100440" cy="153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518DA5E-A793-AA28-7315-E069C1393EE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502917" y="2231830"/>
                <a:ext cx="1126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75E8484-D0A7-0925-9EA8-662A39663EBC}"/>
                  </a:ext>
                </a:extLst>
              </p14:cNvPr>
              <p14:cNvContentPartPr/>
              <p14:nvPr/>
            </p14:nvContentPartPr>
            <p14:xfrm>
              <a:off x="11218157" y="2077750"/>
              <a:ext cx="533160" cy="131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75E8484-D0A7-0925-9EA8-662A39663E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212037" y="2071630"/>
                <a:ext cx="5454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049D38-BF3D-F167-E903-A6EBC1199E12}"/>
                  </a:ext>
                </a:extLst>
              </p14:cNvPr>
              <p14:cNvContentPartPr/>
              <p14:nvPr/>
            </p14:nvContentPartPr>
            <p14:xfrm>
              <a:off x="10936997" y="2047510"/>
              <a:ext cx="749160" cy="6411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049D38-BF3D-F167-E903-A6EBC1199E1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930877" y="2041390"/>
                <a:ext cx="76140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279F12B-2680-69DE-E80D-1409FE4174DF}"/>
                  </a:ext>
                </a:extLst>
              </p14:cNvPr>
              <p14:cNvContentPartPr/>
              <p14:nvPr/>
            </p14:nvContentPartPr>
            <p14:xfrm>
              <a:off x="6197237" y="1444870"/>
              <a:ext cx="189000" cy="327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279F12B-2680-69DE-E80D-1409FE4174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91117" y="1438750"/>
                <a:ext cx="20124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F010378-D558-9651-FCE9-B11100B3D9E2}"/>
                  </a:ext>
                </a:extLst>
              </p14:cNvPr>
              <p14:cNvContentPartPr/>
              <p14:nvPr/>
            </p14:nvContentPartPr>
            <p14:xfrm>
              <a:off x="6540677" y="1329310"/>
              <a:ext cx="151920" cy="483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F010378-D558-9651-FCE9-B11100B3D9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34557" y="1323190"/>
                <a:ext cx="1641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BEC3288-E2B1-E6E8-0569-2C5D9A61D946}"/>
                  </a:ext>
                </a:extLst>
              </p14:cNvPr>
              <p14:cNvContentPartPr/>
              <p14:nvPr/>
            </p14:nvContentPartPr>
            <p14:xfrm>
              <a:off x="6657317" y="1495990"/>
              <a:ext cx="174600" cy="253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BEC3288-E2B1-E6E8-0569-2C5D9A61D94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651197" y="1489870"/>
                <a:ext cx="1868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5481709-4119-CF22-6CB5-D38D573D4B9A}"/>
                  </a:ext>
                </a:extLst>
              </p14:cNvPr>
              <p14:cNvContentPartPr/>
              <p14:nvPr/>
            </p14:nvContentPartPr>
            <p14:xfrm>
              <a:off x="6906797" y="1517590"/>
              <a:ext cx="6840" cy="107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5481709-4119-CF22-6CB5-D38D573D4B9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00677" y="1511470"/>
                <a:ext cx="1908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C5B15DF-4E58-46A2-0B42-9CEE59F731A7}"/>
                  </a:ext>
                </a:extLst>
              </p14:cNvPr>
              <p14:cNvContentPartPr/>
              <p14:nvPr/>
            </p14:nvContentPartPr>
            <p14:xfrm>
              <a:off x="6906797" y="1440550"/>
              <a:ext cx="220320" cy="173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C5B15DF-4E58-46A2-0B42-9CEE59F731A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900677" y="1434430"/>
                <a:ext cx="2325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B55068A-D9E6-AAF4-8511-9EA297B1123F}"/>
                  </a:ext>
                </a:extLst>
              </p14:cNvPr>
              <p14:cNvContentPartPr/>
              <p14:nvPr/>
            </p14:nvContentPartPr>
            <p14:xfrm>
              <a:off x="7199837" y="1315270"/>
              <a:ext cx="25560" cy="261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B55068A-D9E6-AAF4-8511-9EA297B1123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93717" y="1309150"/>
                <a:ext cx="378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5FDADB6-1997-74AB-6D60-192A34AF92A3}"/>
                  </a:ext>
                </a:extLst>
              </p14:cNvPr>
              <p14:cNvContentPartPr/>
              <p14:nvPr/>
            </p14:nvContentPartPr>
            <p14:xfrm>
              <a:off x="9397997" y="3489310"/>
              <a:ext cx="267840" cy="4406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5FDADB6-1997-74AB-6D60-192A34AF92A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391877" y="3483190"/>
                <a:ext cx="28008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6B5DBCE-7F68-EEFA-493A-1F62CD8A042C}"/>
                  </a:ext>
                </a:extLst>
              </p14:cNvPr>
              <p14:cNvContentPartPr/>
              <p14:nvPr/>
            </p14:nvContentPartPr>
            <p14:xfrm>
              <a:off x="9845117" y="3568150"/>
              <a:ext cx="302760" cy="2624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6B5DBCE-7F68-EEFA-493A-1F62CD8A042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838997" y="3562030"/>
                <a:ext cx="3150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44BE05A-85F1-16E4-800B-6B123F172972}"/>
                  </a:ext>
                </a:extLst>
              </p14:cNvPr>
              <p14:cNvContentPartPr/>
              <p14:nvPr/>
            </p14:nvContentPartPr>
            <p14:xfrm>
              <a:off x="10295477" y="3487510"/>
              <a:ext cx="175320" cy="250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44BE05A-85F1-16E4-800B-6B123F17297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289357" y="3481390"/>
                <a:ext cx="1875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81A86FD-98DD-3855-2967-8941D9F718DD}"/>
                  </a:ext>
                </a:extLst>
              </p14:cNvPr>
              <p14:cNvContentPartPr/>
              <p14:nvPr/>
            </p14:nvContentPartPr>
            <p14:xfrm>
              <a:off x="10496717" y="3437470"/>
              <a:ext cx="361080" cy="2815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81A86FD-98DD-3855-2967-8941D9F718D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490597" y="3431350"/>
                <a:ext cx="37332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EEC9783-555A-53EB-D9A3-154A23AB0E14}"/>
                  </a:ext>
                </a:extLst>
              </p14:cNvPr>
              <p14:cNvContentPartPr/>
              <p14:nvPr/>
            </p14:nvContentPartPr>
            <p14:xfrm>
              <a:off x="10207637" y="4085470"/>
              <a:ext cx="20160" cy="2185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EEC9783-555A-53EB-D9A3-154A23AB0E1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201517" y="4079350"/>
                <a:ext cx="324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D57CC8C-F815-AB87-B936-3A8BD269A074}"/>
                  </a:ext>
                </a:extLst>
              </p14:cNvPr>
              <p14:cNvContentPartPr/>
              <p14:nvPr/>
            </p14:nvContentPartPr>
            <p14:xfrm>
              <a:off x="10303037" y="4063870"/>
              <a:ext cx="37440" cy="2008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D57CC8C-F815-AB87-B936-3A8BD269A07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296917" y="4057750"/>
                <a:ext cx="496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9447616-F5C5-4867-7C40-96B01276CEAC}"/>
                  </a:ext>
                </a:extLst>
              </p14:cNvPr>
              <p14:cNvContentPartPr/>
              <p14:nvPr/>
            </p14:nvContentPartPr>
            <p14:xfrm>
              <a:off x="10147157" y="4265470"/>
              <a:ext cx="174600" cy="111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9447616-F5C5-4867-7C40-96B01276CEA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141037" y="4259350"/>
                <a:ext cx="1868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62ACA94-E0AB-2062-2376-AAEC39A4365C}"/>
                  </a:ext>
                </a:extLst>
              </p14:cNvPr>
              <p14:cNvContentPartPr/>
              <p14:nvPr/>
            </p14:nvContentPartPr>
            <p14:xfrm>
              <a:off x="10351997" y="4184830"/>
              <a:ext cx="77760" cy="1810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62ACA94-E0AB-2062-2376-AAEC39A4365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345877" y="4178710"/>
                <a:ext cx="900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4E9DE62-2635-53F9-02FD-42C8382D3BBD}"/>
                  </a:ext>
                </a:extLst>
              </p14:cNvPr>
              <p14:cNvContentPartPr/>
              <p14:nvPr/>
            </p14:nvContentPartPr>
            <p14:xfrm>
              <a:off x="9226277" y="3170350"/>
              <a:ext cx="1820520" cy="10432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4E9DE62-2635-53F9-02FD-42C8382D3BB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220157" y="3164230"/>
                <a:ext cx="1832760" cy="10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8CB253A-A19A-08F2-B3B9-E99A6BC5023F}"/>
                  </a:ext>
                </a:extLst>
              </p14:cNvPr>
              <p14:cNvContentPartPr/>
              <p14:nvPr/>
            </p14:nvContentPartPr>
            <p14:xfrm>
              <a:off x="9751517" y="4889710"/>
              <a:ext cx="37440" cy="2077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8CB253A-A19A-08F2-B3B9-E99A6BC5023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745397" y="4883590"/>
                <a:ext cx="496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83F245D-CFE5-7D41-FEC0-6C46D5F62EC6}"/>
                  </a:ext>
                </a:extLst>
              </p14:cNvPr>
              <p14:cNvContentPartPr/>
              <p14:nvPr/>
            </p14:nvContentPartPr>
            <p14:xfrm>
              <a:off x="9778877" y="4811590"/>
              <a:ext cx="173520" cy="799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83F245D-CFE5-7D41-FEC0-6C46D5F62EC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772757" y="4805470"/>
                <a:ext cx="1857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1280A7E-D6CF-F6EF-B1FF-053DF0757C5E}"/>
                  </a:ext>
                </a:extLst>
              </p14:cNvPr>
              <p14:cNvContentPartPr/>
              <p14:nvPr/>
            </p14:nvContentPartPr>
            <p14:xfrm>
              <a:off x="9850877" y="4953070"/>
              <a:ext cx="124560" cy="223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1280A7E-D6CF-F6EF-B1FF-053DF0757C5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844757" y="4946950"/>
                <a:ext cx="1368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881B94B8-A0B0-FBED-0F73-F88819FFB6F0}"/>
                  </a:ext>
                </a:extLst>
              </p14:cNvPr>
              <p14:cNvContentPartPr/>
              <p14:nvPr/>
            </p14:nvContentPartPr>
            <p14:xfrm>
              <a:off x="10124837" y="4855150"/>
              <a:ext cx="131760" cy="1530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881B94B8-A0B0-FBED-0F73-F88819FFB6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118717" y="4849030"/>
                <a:ext cx="1440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7C98971-A32C-2DDD-529C-A45C14C79F3D}"/>
                  </a:ext>
                </a:extLst>
              </p14:cNvPr>
              <p14:cNvContentPartPr/>
              <p14:nvPr/>
            </p14:nvContentPartPr>
            <p14:xfrm>
              <a:off x="10322477" y="4782430"/>
              <a:ext cx="132480" cy="1630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7C98971-A32C-2DDD-529C-A45C14C79F3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316357" y="4776310"/>
                <a:ext cx="1447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216DEA4-76FE-E641-9357-9CFA7405D22E}"/>
                  </a:ext>
                </a:extLst>
              </p14:cNvPr>
              <p14:cNvContentPartPr/>
              <p14:nvPr/>
            </p14:nvContentPartPr>
            <p14:xfrm>
              <a:off x="10102157" y="4909510"/>
              <a:ext cx="54000" cy="1796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216DEA4-76FE-E641-9357-9CFA7405D22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096037" y="4903390"/>
                <a:ext cx="662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418FB87-E545-3C40-61F6-38754396DB64}"/>
                  </a:ext>
                </a:extLst>
              </p14:cNvPr>
              <p14:cNvContentPartPr/>
              <p14:nvPr/>
            </p14:nvContentPartPr>
            <p14:xfrm>
              <a:off x="10259117" y="4854790"/>
              <a:ext cx="236880" cy="1670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418FB87-E545-3C40-61F6-38754396DB6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252997" y="4848670"/>
                <a:ext cx="2491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788C83F-CCBB-91A0-B6D4-E7053A2C08E6}"/>
                  </a:ext>
                </a:extLst>
              </p14:cNvPr>
              <p14:cNvContentPartPr/>
              <p14:nvPr/>
            </p14:nvContentPartPr>
            <p14:xfrm>
              <a:off x="10484477" y="4729150"/>
              <a:ext cx="114120" cy="234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788C83F-CCBB-91A0-B6D4-E7053A2C08E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478357" y="4723030"/>
                <a:ext cx="1263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BE89180-A13F-916C-A978-21D89453038F}"/>
                  </a:ext>
                </a:extLst>
              </p14:cNvPr>
              <p14:cNvContentPartPr/>
              <p14:nvPr/>
            </p14:nvContentPartPr>
            <p14:xfrm>
              <a:off x="11027357" y="4584430"/>
              <a:ext cx="453600" cy="1933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BE89180-A13F-916C-A978-21D89453038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021237" y="4578310"/>
                <a:ext cx="4658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D630218-0CF7-69E2-AE9C-13E63CF04D6D}"/>
                  </a:ext>
                </a:extLst>
              </p14:cNvPr>
              <p14:cNvContentPartPr/>
              <p14:nvPr/>
            </p14:nvContentPartPr>
            <p14:xfrm>
              <a:off x="11512277" y="4365910"/>
              <a:ext cx="372960" cy="2858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D630218-0CF7-69E2-AE9C-13E63CF04D6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506157" y="4359790"/>
                <a:ext cx="3852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68821BF-F8FC-5342-2E53-CD3E92375EAD}"/>
                  </a:ext>
                </a:extLst>
              </p14:cNvPr>
              <p14:cNvContentPartPr/>
              <p14:nvPr/>
            </p14:nvContentPartPr>
            <p14:xfrm>
              <a:off x="9680957" y="5792950"/>
              <a:ext cx="360" cy="3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68821BF-F8FC-5342-2E53-CD3E92375E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74837" y="57868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BFEAAF2-C49B-4789-A5C6-CFA3C60C954C}"/>
                  </a:ext>
                </a:extLst>
              </p14:cNvPr>
              <p14:cNvContentPartPr/>
              <p14:nvPr/>
            </p14:nvContentPartPr>
            <p14:xfrm>
              <a:off x="9571877" y="5687470"/>
              <a:ext cx="341280" cy="1065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BFEAAF2-C49B-4789-A5C6-CFA3C60C954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565757" y="5681350"/>
                <a:ext cx="3535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A193EC7-21C9-31DE-E236-889CFA1C8C96}"/>
                  </a:ext>
                </a:extLst>
              </p14:cNvPr>
              <p14:cNvContentPartPr/>
              <p14:nvPr/>
            </p14:nvContentPartPr>
            <p14:xfrm>
              <a:off x="9544517" y="5815990"/>
              <a:ext cx="370800" cy="1213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A193EC7-21C9-31DE-E236-889CFA1C8C9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538397" y="5809870"/>
                <a:ext cx="3830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55096AB3-12E1-62A7-95ED-D1B7764D4E12}"/>
                  </a:ext>
                </a:extLst>
              </p14:cNvPr>
              <p14:cNvContentPartPr/>
              <p14:nvPr/>
            </p14:nvContentPartPr>
            <p14:xfrm>
              <a:off x="9899477" y="5553550"/>
              <a:ext cx="158040" cy="4021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55096AB3-12E1-62A7-95ED-D1B7764D4E1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893357" y="5547430"/>
                <a:ext cx="17028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46933CD-6EDF-6102-E299-A6E3ADBF8A19}"/>
                  </a:ext>
                </a:extLst>
              </p14:cNvPr>
              <p14:cNvContentPartPr/>
              <p14:nvPr/>
            </p14:nvContentPartPr>
            <p14:xfrm>
              <a:off x="10482677" y="5450950"/>
              <a:ext cx="115920" cy="5065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46933CD-6EDF-6102-E299-A6E3ADBF8A1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476557" y="5444830"/>
                <a:ext cx="12816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5351EDB-7E9E-E572-CAAB-4EF54A53EECB}"/>
                  </a:ext>
                </a:extLst>
              </p14:cNvPr>
              <p14:cNvContentPartPr/>
              <p14:nvPr/>
            </p14:nvContentPartPr>
            <p14:xfrm>
              <a:off x="10417517" y="5089150"/>
              <a:ext cx="1465560" cy="9928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5351EDB-7E9E-E572-CAAB-4EF54A53EEC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411397" y="5083030"/>
                <a:ext cx="1477800" cy="10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2577457-A764-A5AF-6E45-230DFE15B4B9}"/>
                  </a:ext>
                </a:extLst>
              </p14:cNvPr>
              <p14:cNvContentPartPr/>
              <p14:nvPr/>
            </p14:nvContentPartPr>
            <p14:xfrm>
              <a:off x="8577197" y="2410030"/>
              <a:ext cx="39600" cy="225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2577457-A764-A5AF-6E45-230DFE15B4B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571077" y="2403910"/>
                <a:ext cx="518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863F62E-D073-5439-734B-366A329D76BC}"/>
                  </a:ext>
                </a:extLst>
              </p14:cNvPr>
              <p14:cNvContentPartPr/>
              <p14:nvPr/>
            </p14:nvContentPartPr>
            <p14:xfrm>
              <a:off x="8511677" y="2597590"/>
              <a:ext cx="186840" cy="7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863F62E-D073-5439-734B-366A329D76B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505557" y="2591470"/>
                <a:ext cx="1990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D39E38-9691-3F9F-FC63-C7255559D7A6}"/>
                  </a:ext>
                </a:extLst>
              </p14:cNvPr>
              <p14:cNvContentPartPr/>
              <p14:nvPr/>
            </p14:nvContentPartPr>
            <p14:xfrm>
              <a:off x="8542277" y="2372950"/>
              <a:ext cx="317520" cy="97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D39E38-9691-3F9F-FC63-C7255559D7A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536157" y="2366830"/>
                <a:ext cx="3297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91D761C-DA51-DF06-E9D3-2D307DB40CCB}"/>
                  </a:ext>
                </a:extLst>
              </p14:cNvPr>
              <p14:cNvContentPartPr/>
              <p14:nvPr/>
            </p14:nvContentPartPr>
            <p14:xfrm>
              <a:off x="7183637" y="3399310"/>
              <a:ext cx="148680" cy="12096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91D761C-DA51-DF06-E9D3-2D307DB40CC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177517" y="3393190"/>
                <a:ext cx="160920" cy="12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4CB3BDC-7585-ACDE-B4CD-B4B44D6462B6}"/>
                  </a:ext>
                </a:extLst>
              </p14:cNvPr>
              <p14:cNvContentPartPr/>
              <p14:nvPr/>
            </p14:nvContentPartPr>
            <p14:xfrm>
              <a:off x="7138637" y="3153070"/>
              <a:ext cx="1609920" cy="16106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4CB3BDC-7585-ACDE-B4CD-B4B44D6462B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132517" y="3146950"/>
                <a:ext cx="1622160" cy="16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FE0C45E-F501-D366-4F31-7E1F98B7909A}"/>
                  </a:ext>
                </a:extLst>
              </p14:cNvPr>
              <p14:cNvContentPartPr/>
              <p14:nvPr/>
            </p14:nvContentPartPr>
            <p14:xfrm>
              <a:off x="5246117" y="4648150"/>
              <a:ext cx="27720" cy="2242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FE0C45E-F501-D366-4F31-7E1F98B7909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239997" y="4642030"/>
                <a:ext cx="399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B8ED973-35A8-4A6F-6C21-691554544364}"/>
                  </a:ext>
                </a:extLst>
              </p14:cNvPr>
              <p14:cNvContentPartPr/>
              <p14:nvPr/>
            </p14:nvContentPartPr>
            <p14:xfrm>
              <a:off x="5323517" y="4653550"/>
              <a:ext cx="78840" cy="2433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B8ED973-35A8-4A6F-6C21-69155454436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317397" y="4647430"/>
                <a:ext cx="910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324C6FB-A19F-7AC4-6461-706153C725C9}"/>
                  </a:ext>
                </a:extLst>
              </p14:cNvPr>
              <p14:cNvContentPartPr/>
              <p14:nvPr/>
            </p14:nvContentPartPr>
            <p14:xfrm>
              <a:off x="5171957" y="4918150"/>
              <a:ext cx="201960" cy="309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324C6FB-A19F-7AC4-6461-706153C725C9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165837" y="4912030"/>
                <a:ext cx="2142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041DE84-FDA9-D0DA-5D7F-73B76FDBB423}"/>
                  </a:ext>
                </a:extLst>
              </p14:cNvPr>
              <p14:cNvContentPartPr/>
              <p14:nvPr/>
            </p14:nvContentPartPr>
            <p14:xfrm>
              <a:off x="5432597" y="4832110"/>
              <a:ext cx="107280" cy="2041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041DE84-FDA9-D0DA-5D7F-73B76FDBB42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426477" y="4825990"/>
                <a:ext cx="1195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CEE69FA-CFD3-589F-7384-9F6501098934}"/>
                  </a:ext>
                </a:extLst>
              </p14:cNvPr>
              <p14:cNvContentPartPr/>
              <p14:nvPr/>
            </p14:nvContentPartPr>
            <p14:xfrm>
              <a:off x="5209037" y="5424670"/>
              <a:ext cx="68040" cy="2476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CEE69FA-CFD3-589F-7384-9F650109893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202917" y="5418550"/>
                <a:ext cx="802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65053DB-996D-026C-4C3E-18F9C49B2A30}"/>
                  </a:ext>
                </a:extLst>
              </p14:cNvPr>
              <p14:cNvContentPartPr/>
              <p14:nvPr/>
            </p14:nvContentPartPr>
            <p14:xfrm>
              <a:off x="5165477" y="5630590"/>
              <a:ext cx="190080" cy="831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65053DB-996D-026C-4C3E-18F9C49B2A3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159357" y="5624470"/>
                <a:ext cx="2023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CB78E2A-F07A-2896-4238-3542ADED9F44}"/>
                  </a:ext>
                </a:extLst>
              </p14:cNvPr>
              <p14:cNvContentPartPr/>
              <p14:nvPr/>
            </p14:nvContentPartPr>
            <p14:xfrm>
              <a:off x="5167637" y="5400910"/>
              <a:ext cx="245520" cy="1202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CB78E2A-F07A-2896-4238-3542ADED9F4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161517" y="5394790"/>
                <a:ext cx="2577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DE55021-6EA9-0EE2-A696-F7DD3C2C1A33}"/>
                  </a:ext>
                </a:extLst>
              </p14:cNvPr>
              <p14:cNvContentPartPr/>
              <p14:nvPr/>
            </p14:nvContentPartPr>
            <p14:xfrm>
              <a:off x="5633117" y="5363830"/>
              <a:ext cx="112680" cy="2325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DE55021-6EA9-0EE2-A696-F7DD3C2C1A33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626997" y="5357710"/>
                <a:ext cx="1249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BF9EB6F-258A-2DC0-D15B-D506A9D9992D}"/>
                  </a:ext>
                </a:extLst>
              </p14:cNvPr>
              <p14:cNvContentPartPr/>
              <p14:nvPr/>
            </p14:nvContentPartPr>
            <p14:xfrm>
              <a:off x="5812397" y="5385430"/>
              <a:ext cx="376560" cy="1890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BF9EB6F-258A-2DC0-D15B-D506A9D9992D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806277" y="5379310"/>
                <a:ext cx="3888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6C231A0-8055-2907-C934-361B3AD333FD}"/>
                  </a:ext>
                </a:extLst>
              </p14:cNvPr>
              <p14:cNvContentPartPr/>
              <p14:nvPr/>
            </p14:nvContentPartPr>
            <p14:xfrm>
              <a:off x="6360677" y="5372470"/>
              <a:ext cx="183240" cy="1008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6C231A0-8055-2907-C934-361B3AD333F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354557" y="5366350"/>
                <a:ext cx="1954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EAE8E30-6924-5363-8E72-B1E3AE797F60}"/>
                  </a:ext>
                </a:extLst>
              </p14:cNvPr>
              <p14:cNvContentPartPr/>
              <p14:nvPr/>
            </p14:nvContentPartPr>
            <p14:xfrm>
              <a:off x="6867557" y="5279950"/>
              <a:ext cx="360" cy="111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EAE8E30-6924-5363-8E72-B1E3AE797F6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861437" y="5273830"/>
                <a:ext cx="126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CB02A3C-7831-E31F-01DE-47B93A2651CE}"/>
                  </a:ext>
                </a:extLst>
              </p14:cNvPr>
              <p14:cNvContentPartPr/>
              <p14:nvPr/>
            </p14:nvContentPartPr>
            <p14:xfrm>
              <a:off x="6736877" y="5313430"/>
              <a:ext cx="371160" cy="1062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CB02A3C-7831-E31F-01DE-47B93A2651C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730757" y="5307310"/>
                <a:ext cx="3834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A755106-4938-F0F9-3EBB-2BFABE85C0BE}"/>
                  </a:ext>
                </a:extLst>
              </p14:cNvPr>
              <p14:cNvContentPartPr/>
              <p14:nvPr/>
            </p14:nvContentPartPr>
            <p14:xfrm>
              <a:off x="4977197" y="5072950"/>
              <a:ext cx="2309400" cy="10486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A755106-4938-F0F9-3EBB-2BFABE85C0BE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971077" y="5066830"/>
                <a:ext cx="2321640" cy="10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8F6E5AC-D439-DA81-8420-037FB2F0142F}"/>
                  </a:ext>
                </a:extLst>
              </p14:cNvPr>
              <p14:cNvContentPartPr/>
              <p14:nvPr/>
            </p14:nvContentPartPr>
            <p14:xfrm>
              <a:off x="4793957" y="2786230"/>
              <a:ext cx="217080" cy="2811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8F6E5AC-D439-DA81-8420-037FB2F0142F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787837" y="2780110"/>
                <a:ext cx="22932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1749152-D02C-67AF-6F3F-346A26CB2DA4}"/>
                  </a:ext>
                </a:extLst>
              </p14:cNvPr>
              <p14:cNvContentPartPr/>
              <p14:nvPr/>
            </p14:nvContentPartPr>
            <p14:xfrm>
              <a:off x="5150357" y="2793430"/>
              <a:ext cx="198720" cy="2044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1749152-D02C-67AF-6F3F-346A26CB2DA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144237" y="2787310"/>
                <a:ext cx="2109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22BF5DC-7A98-9FB7-FD59-B1E763167041}"/>
                  </a:ext>
                </a:extLst>
              </p14:cNvPr>
              <p14:cNvContentPartPr/>
              <p14:nvPr/>
            </p14:nvContentPartPr>
            <p14:xfrm>
              <a:off x="5469317" y="2780470"/>
              <a:ext cx="209520" cy="1634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22BF5DC-7A98-9FB7-FD59-B1E763167041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463197" y="2774350"/>
                <a:ext cx="2217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D2DB5F4-37AC-54F0-AA28-916F6C0DF265}"/>
                  </a:ext>
                </a:extLst>
              </p14:cNvPr>
              <p14:cNvContentPartPr/>
              <p14:nvPr/>
            </p14:nvContentPartPr>
            <p14:xfrm>
              <a:off x="5762717" y="2718550"/>
              <a:ext cx="164880" cy="1670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D2DB5F4-37AC-54F0-AA28-916F6C0DF26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756597" y="2712430"/>
                <a:ext cx="1771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EF86F62-6DC9-1BDE-3620-8FE976077A53}"/>
                  </a:ext>
                </a:extLst>
              </p14:cNvPr>
              <p14:cNvContentPartPr/>
              <p14:nvPr/>
            </p14:nvContentPartPr>
            <p14:xfrm>
              <a:off x="5952437" y="2736910"/>
              <a:ext cx="105840" cy="1242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EF86F62-6DC9-1BDE-3620-8FE976077A5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946317" y="2730790"/>
                <a:ext cx="1180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80C83F0-10E0-1965-562F-5B56667E31A5}"/>
                  </a:ext>
                </a:extLst>
              </p14:cNvPr>
              <p14:cNvContentPartPr/>
              <p14:nvPr/>
            </p14:nvContentPartPr>
            <p14:xfrm>
              <a:off x="6124517" y="2645470"/>
              <a:ext cx="42840" cy="1843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80C83F0-10E0-1965-562F-5B56667E31A5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118397" y="2639350"/>
                <a:ext cx="550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F030920-F728-3187-D69A-BEB7479E8822}"/>
                  </a:ext>
                </a:extLst>
              </p14:cNvPr>
              <p14:cNvContentPartPr/>
              <p14:nvPr/>
            </p14:nvContentPartPr>
            <p14:xfrm>
              <a:off x="6542837" y="2677150"/>
              <a:ext cx="185760" cy="1332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F030920-F728-3187-D69A-BEB7479E882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536717" y="2671030"/>
                <a:ext cx="1980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115C946-A754-CCAD-7B9B-6E2720045138}"/>
                  </a:ext>
                </a:extLst>
              </p14:cNvPr>
              <p14:cNvContentPartPr/>
              <p14:nvPr/>
            </p14:nvContentPartPr>
            <p14:xfrm>
              <a:off x="6805277" y="2503630"/>
              <a:ext cx="68040" cy="4546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115C946-A754-CCAD-7B9B-6E272004513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799157" y="2497510"/>
                <a:ext cx="8028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94207F5-1DC1-128F-B525-2195B2982492}"/>
                  </a:ext>
                </a:extLst>
              </p14:cNvPr>
              <p14:cNvContentPartPr/>
              <p14:nvPr/>
            </p14:nvContentPartPr>
            <p14:xfrm>
              <a:off x="3458357" y="2487070"/>
              <a:ext cx="14760" cy="267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94207F5-1DC1-128F-B525-2195B298249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452237" y="2480950"/>
                <a:ext cx="270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EC8A89C-31FC-BF59-0429-358C02E3C79E}"/>
                  </a:ext>
                </a:extLst>
              </p14:cNvPr>
              <p14:cNvContentPartPr/>
              <p14:nvPr/>
            </p14:nvContentPartPr>
            <p14:xfrm>
              <a:off x="3687677" y="2545030"/>
              <a:ext cx="211320" cy="1170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EC8A89C-31FC-BF59-0429-358C02E3C79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681557" y="2538910"/>
                <a:ext cx="223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224669E-9B0C-970F-0ACC-4CB93E17D54C}"/>
                  </a:ext>
                </a:extLst>
              </p14:cNvPr>
              <p14:cNvContentPartPr/>
              <p14:nvPr/>
            </p14:nvContentPartPr>
            <p14:xfrm>
              <a:off x="2687957" y="2903590"/>
              <a:ext cx="230400" cy="273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224669E-9B0C-970F-0ACC-4CB93E17D54C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681837" y="2897470"/>
                <a:ext cx="2426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DFC93EB-54EC-E80D-E0B6-F15C4B749DDA}"/>
                  </a:ext>
                </a:extLst>
              </p14:cNvPr>
              <p14:cNvContentPartPr/>
              <p14:nvPr/>
            </p14:nvContentPartPr>
            <p14:xfrm>
              <a:off x="2974517" y="2878750"/>
              <a:ext cx="181440" cy="2606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DFC93EB-54EC-E80D-E0B6-F15C4B749DD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968397" y="2872630"/>
                <a:ext cx="1936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EE24EF4-209B-E5FD-FA93-6138CB180968}"/>
                  </a:ext>
                </a:extLst>
              </p14:cNvPr>
              <p14:cNvContentPartPr/>
              <p14:nvPr/>
            </p14:nvContentPartPr>
            <p14:xfrm>
              <a:off x="3252437" y="2759230"/>
              <a:ext cx="182160" cy="338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EE24EF4-209B-E5FD-FA93-6138CB180968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3246317" y="2753110"/>
                <a:ext cx="1944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708E138-1AC3-C88A-B50E-32696354D864}"/>
                  </a:ext>
                </a:extLst>
              </p14:cNvPr>
              <p14:cNvContentPartPr/>
              <p14:nvPr/>
            </p14:nvContentPartPr>
            <p14:xfrm>
              <a:off x="2821157" y="3555550"/>
              <a:ext cx="202680" cy="2088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708E138-1AC3-C88A-B50E-32696354D86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815037" y="3549430"/>
                <a:ext cx="2149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13FEDF1-E9E0-677E-32EE-D98A76360DC3}"/>
                  </a:ext>
                </a:extLst>
              </p14:cNvPr>
              <p14:cNvContentPartPr/>
              <p14:nvPr/>
            </p14:nvContentPartPr>
            <p14:xfrm>
              <a:off x="3070277" y="3567070"/>
              <a:ext cx="134280" cy="2044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13FEDF1-E9E0-677E-32EE-D98A76360DC3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064157" y="3560950"/>
                <a:ext cx="1465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3DA0F32-1C0E-1534-850B-BA8384AD9EAF}"/>
                  </a:ext>
                </a:extLst>
              </p14:cNvPr>
              <p14:cNvContentPartPr/>
              <p14:nvPr/>
            </p14:nvContentPartPr>
            <p14:xfrm>
              <a:off x="3261077" y="3476350"/>
              <a:ext cx="470520" cy="2678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3DA0F32-1C0E-1534-850B-BA8384AD9EA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3254957" y="3470230"/>
                <a:ext cx="4827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E15BE31-B958-D2E4-F97F-6B46051FBB12}"/>
                  </a:ext>
                </a:extLst>
              </p14:cNvPr>
              <p14:cNvContentPartPr/>
              <p14:nvPr/>
            </p14:nvContentPartPr>
            <p14:xfrm>
              <a:off x="3794957" y="3319750"/>
              <a:ext cx="32040" cy="2631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E15BE31-B958-D2E4-F97F-6B46051FBB12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788837" y="3313630"/>
                <a:ext cx="4428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9514443-B1EA-8697-B59C-8A63D3934F34}"/>
                  </a:ext>
                </a:extLst>
              </p14:cNvPr>
              <p14:cNvContentPartPr/>
              <p14:nvPr/>
            </p14:nvContentPartPr>
            <p14:xfrm>
              <a:off x="3815477" y="3422350"/>
              <a:ext cx="87480" cy="648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9514443-B1EA-8697-B59C-8A63D3934F3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809357" y="3416230"/>
                <a:ext cx="997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2837A91-0778-8BF5-24AC-14D299F7C0E4}"/>
                  </a:ext>
                </a:extLst>
              </p14:cNvPr>
              <p14:cNvContentPartPr/>
              <p14:nvPr/>
            </p14:nvContentPartPr>
            <p14:xfrm>
              <a:off x="3938237" y="3312190"/>
              <a:ext cx="228600" cy="2383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2837A91-0778-8BF5-24AC-14D299F7C0E4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932117" y="3306070"/>
                <a:ext cx="2408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C5CD7E3-15FE-6BF5-50E4-55B20B976A55}"/>
                  </a:ext>
                </a:extLst>
              </p14:cNvPr>
              <p14:cNvContentPartPr/>
              <p14:nvPr/>
            </p14:nvContentPartPr>
            <p14:xfrm>
              <a:off x="4243877" y="3208510"/>
              <a:ext cx="349920" cy="178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C5CD7E3-15FE-6BF5-50E4-55B20B976A5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237757" y="3202390"/>
                <a:ext cx="3621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3438BAC-B23C-1A50-5719-F093FC998B24}"/>
                  </a:ext>
                </a:extLst>
              </p14:cNvPr>
              <p14:cNvContentPartPr/>
              <p14:nvPr/>
            </p14:nvContentPartPr>
            <p14:xfrm>
              <a:off x="2875157" y="3090430"/>
              <a:ext cx="620280" cy="2548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3438BAC-B23C-1A50-5719-F093FC998B24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869037" y="3084310"/>
                <a:ext cx="6325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E6EADDC-C94B-01F9-2B89-FAA52AC4D2AC}"/>
                  </a:ext>
                </a:extLst>
              </p14:cNvPr>
              <p14:cNvContentPartPr/>
              <p14:nvPr/>
            </p14:nvContentPartPr>
            <p14:xfrm>
              <a:off x="3053357" y="3755710"/>
              <a:ext cx="1146600" cy="334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E6EADDC-C94B-01F9-2B89-FAA52AC4D2AC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047237" y="3749590"/>
                <a:ext cx="115884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9A9D5D8-0230-3E31-34B8-A41B90878FE5}"/>
                  </a:ext>
                </a:extLst>
              </p14:cNvPr>
              <p14:cNvContentPartPr/>
              <p14:nvPr/>
            </p14:nvContentPartPr>
            <p14:xfrm>
              <a:off x="4850837" y="4074670"/>
              <a:ext cx="233640" cy="3495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9A9D5D8-0230-3E31-34B8-A41B90878FE5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844717" y="4068550"/>
                <a:ext cx="2458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8B0C799-D818-6C17-7A58-E402DD932AFD}"/>
                  </a:ext>
                </a:extLst>
              </p14:cNvPr>
              <p14:cNvContentPartPr/>
              <p14:nvPr/>
            </p14:nvContentPartPr>
            <p14:xfrm>
              <a:off x="5054597" y="3686590"/>
              <a:ext cx="199800" cy="2451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8B0C799-D818-6C17-7A58-E402DD932AFD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5048477" y="3680470"/>
                <a:ext cx="2120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5132817-E54E-EB1C-11FC-E226CD726D00}"/>
                  </a:ext>
                </a:extLst>
              </p14:cNvPr>
              <p14:cNvContentPartPr/>
              <p14:nvPr/>
            </p14:nvContentPartPr>
            <p14:xfrm>
              <a:off x="5333237" y="3665350"/>
              <a:ext cx="402480" cy="1497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5132817-E54E-EB1C-11FC-E226CD726D00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5327117" y="3659230"/>
                <a:ext cx="4147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3CBAB1E-29C3-18AB-4D11-FB38248F7574}"/>
                  </a:ext>
                </a:extLst>
              </p14:cNvPr>
              <p14:cNvContentPartPr/>
              <p14:nvPr/>
            </p14:nvContentPartPr>
            <p14:xfrm>
              <a:off x="5749757" y="3620710"/>
              <a:ext cx="308880" cy="1126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3CBAB1E-29C3-18AB-4D11-FB38248F7574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5743637" y="3614590"/>
                <a:ext cx="3211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AD443EFE-B1C1-C177-CC9B-E4C5BCB81289}"/>
                  </a:ext>
                </a:extLst>
              </p14:cNvPr>
              <p14:cNvContentPartPr/>
              <p14:nvPr/>
            </p14:nvContentPartPr>
            <p14:xfrm>
              <a:off x="6099317" y="3507310"/>
              <a:ext cx="71280" cy="1987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AD443EFE-B1C1-C177-CC9B-E4C5BCB81289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6093197" y="3501190"/>
                <a:ext cx="835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BCA17A6-116C-4BCF-904E-7923E670BF07}"/>
                  </a:ext>
                </a:extLst>
              </p14:cNvPr>
              <p14:cNvContentPartPr/>
              <p14:nvPr/>
            </p14:nvContentPartPr>
            <p14:xfrm>
              <a:off x="6364277" y="3491110"/>
              <a:ext cx="282960" cy="1425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BCA17A6-116C-4BCF-904E-7923E670BF0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6358157" y="3484990"/>
                <a:ext cx="2952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E2A8846-7583-83A3-CE01-D5A5A3094BDA}"/>
                  </a:ext>
                </a:extLst>
              </p14:cNvPr>
              <p14:cNvContentPartPr/>
              <p14:nvPr/>
            </p14:nvContentPartPr>
            <p14:xfrm>
              <a:off x="2553677" y="2628910"/>
              <a:ext cx="1056240" cy="702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E2A8846-7583-83A3-CE01-D5A5A3094BDA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2547557" y="2622790"/>
                <a:ext cx="1068480" cy="71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4D1A2B9-56A5-ABB2-5555-E83481BE4FF0}"/>
                  </a:ext>
                </a:extLst>
              </p14:cNvPr>
              <p14:cNvContentPartPr/>
              <p14:nvPr/>
            </p14:nvContentPartPr>
            <p14:xfrm>
              <a:off x="2462237" y="3977830"/>
              <a:ext cx="60480" cy="669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4D1A2B9-56A5-ABB2-5555-E83481BE4FF0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456117" y="3971710"/>
                <a:ext cx="727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E0F7158-D9A0-EE1A-33B8-5CBA61FE3F23}"/>
                  </a:ext>
                </a:extLst>
              </p14:cNvPr>
              <p14:cNvContentPartPr/>
              <p14:nvPr/>
            </p14:nvContentPartPr>
            <p14:xfrm>
              <a:off x="671597" y="5397670"/>
              <a:ext cx="4133880" cy="2631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E0F7158-D9A0-EE1A-33B8-5CBA61FE3F23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65477" y="5391550"/>
                <a:ext cx="41461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E2784DB-829A-C25D-5A8A-8C032FAD5E77}"/>
                  </a:ext>
                </a:extLst>
              </p14:cNvPr>
              <p14:cNvContentPartPr/>
              <p14:nvPr/>
            </p14:nvContentPartPr>
            <p14:xfrm>
              <a:off x="4400837" y="5239630"/>
              <a:ext cx="522000" cy="2937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E2784DB-829A-C25D-5A8A-8C032FAD5E77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394717" y="5233510"/>
                <a:ext cx="5342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05CAB1C-8040-2034-D9BB-79806A55C193}"/>
                  </a:ext>
                </a:extLst>
              </p14:cNvPr>
              <p14:cNvContentPartPr/>
              <p14:nvPr/>
            </p14:nvContentPartPr>
            <p14:xfrm>
              <a:off x="585557" y="5526190"/>
              <a:ext cx="41400" cy="3326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05CAB1C-8040-2034-D9BB-79806A55C193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79437" y="5520070"/>
                <a:ext cx="5364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8104B0C-A497-E5FB-9074-B5AEB8E70240}"/>
                  </a:ext>
                </a:extLst>
              </p14:cNvPr>
              <p14:cNvContentPartPr/>
              <p14:nvPr/>
            </p14:nvContentPartPr>
            <p14:xfrm>
              <a:off x="482597" y="5739670"/>
              <a:ext cx="312480" cy="1954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8104B0C-A497-E5FB-9074-B5AEB8E70240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476477" y="5733550"/>
                <a:ext cx="3247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2F8DDA2B-F454-F101-5049-F32BDF525769}"/>
                  </a:ext>
                </a:extLst>
              </p14:cNvPr>
              <p14:cNvContentPartPr/>
              <p14:nvPr/>
            </p14:nvContentPartPr>
            <p14:xfrm>
              <a:off x="555677" y="5494510"/>
              <a:ext cx="177840" cy="1868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2F8DDA2B-F454-F101-5049-F32BDF525769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49557" y="5488390"/>
                <a:ext cx="1900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D5A04C9-E01D-AF90-CB57-F3D06A3DE3F9}"/>
                  </a:ext>
                </a:extLst>
              </p14:cNvPr>
              <p14:cNvContentPartPr/>
              <p14:nvPr/>
            </p14:nvContentPartPr>
            <p14:xfrm>
              <a:off x="857357" y="5413150"/>
              <a:ext cx="96120" cy="3999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D5A04C9-E01D-AF90-CB57-F3D06A3DE3F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51237" y="5407030"/>
                <a:ext cx="10836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C6D44E6-4DAD-326A-FFA1-D76D3405AD17}"/>
                  </a:ext>
                </a:extLst>
              </p14:cNvPr>
              <p14:cNvContentPartPr/>
              <p14:nvPr/>
            </p14:nvContentPartPr>
            <p14:xfrm>
              <a:off x="796517" y="5225230"/>
              <a:ext cx="808920" cy="70452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C6D44E6-4DAD-326A-FFA1-D76D3405AD17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790397" y="5219110"/>
                <a:ext cx="821160" cy="7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A64B2A5-4BD8-D6E8-65FD-3B25F3BAB3EC}"/>
                  </a:ext>
                </a:extLst>
              </p14:cNvPr>
              <p14:cNvContentPartPr/>
              <p14:nvPr/>
            </p14:nvContentPartPr>
            <p14:xfrm>
              <a:off x="1035917" y="5599270"/>
              <a:ext cx="12240" cy="154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A64B2A5-4BD8-D6E8-65FD-3B25F3BAB3EC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029797" y="5593150"/>
                <a:ext cx="24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56298CA-1DAB-FE69-C8D2-B2D74D08EED3}"/>
                  </a:ext>
                </a:extLst>
              </p14:cNvPr>
              <p14:cNvContentPartPr/>
              <p14:nvPr/>
            </p14:nvContentPartPr>
            <p14:xfrm>
              <a:off x="1092797" y="5591350"/>
              <a:ext cx="360" cy="3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56298CA-1DAB-FE69-C8D2-B2D74D08EED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86677" y="55852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807EBAE-B6B8-241C-DFF1-01E8E13697B0}"/>
                  </a:ext>
                </a:extLst>
              </p14:cNvPr>
              <p14:cNvContentPartPr/>
              <p14:nvPr/>
            </p14:nvContentPartPr>
            <p14:xfrm>
              <a:off x="991637" y="5569750"/>
              <a:ext cx="108000" cy="1519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807EBAE-B6B8-241C-DFF1-01E8E13697B0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85517" y="5563630"/>
                <a:ext cx="1202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9B25BE95-CEDD-426F-E22D-385FAA64E54C}"/>
                  </a:ext>
                </a:extLst>
              </p14:cNvPr>
              <p14:cNvContentPartPr/>
              <p14:nvPr/>
            </p14:nvContentPartPr>
            <p14:xfrm>
              <a:off x="1036997" y="5463550"/>
              <a:ext cx="383400" cy="1972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9B25BE95-CEDD-426F-E22D-385FAA64E54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30877" y="5457430"/>
                <a:ext cx="3956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BF60EC0-684D-F1F9-F9AB-56398BB4F6E4}"/>
                  </a:ext>
                </a:extLst>
              </p14:cNvPr>
              <p14:cNvContentPartPr/>
              <p14:nvPr/>
            </p14:nvContentPartPr>
            <p14:xfrm>
              <a:off x="1439117" y="5324590"/>
              <a:ext cx="330120" cy="1821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BF60EC0-684D-F1F9-F9AB-56398BB4F6E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432997" y="5318470"/>
                <a:ext cx="34236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FA7314B5-14A0-3EC9-9EDE-F68DC95312D5}"/>
                  </a:ext>
                </a:extLst>
              </p14:cNvPr>
              <p14:cNvContentPartPr/>
              <p14:nvPr/>
            </p14:nvContentPartPr>
            <p14:xfrm>
              <a:off x="1570877" y="5260150"/>
              <a:ext cx="171360" cy="993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FA7314B5-14A0-3EC9-9EDE-F68DC95312D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564757" y="5254030"/>
                <a:ext cx="1836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2806592-0710-EA7C-B0F1-7A78947C0FF0}"/>
                  </a:ext>
                </a:extLst>
              </p14:cNvPr>
              <p14:cNvContentPartPr/>
              <p14:nvPr/>
            </p14:nvContentPartPr>
            <p14:xfrm>
              <a:off x="1763837" y="5223430"/>
              <a:ext cx="100440" cy="1530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2806592-0710-EA7C-B0F1-7A78947C0FF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757717" y="5217310"/>
                <a:ext cx="1126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09404C2-A058-87CE-46E0-D1A970A71361}"/>
                  </a:ext>
                </a:extLst>
              </p14:cNvPr>
              <p14:cNvContentPartPr/>
              <p14:nvPr/>
            </p14:nvContentPartPr>
            <p14:xfrm>
              <a:off x="1886957" y="5248990"/>
              <a:ext cx="118800" cy="1630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09404C2-A058-87CE-46E0-D1A970A7136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880837" y="5242870"/>
                <a:ext cx="13104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AB2B951-42DD-7C17-627A-41F77E7F994A}"/>
                  </a:ext>
                </a:extLst>
              </p14:cNvPr>
              <p14:cNvContentPartPr/>
              <p14:nvPr/>
            </p14:nvContentPartPr>
            <p14:xfrm>
              <a:off x="1988477" y="5185270"/>
              <a:ext cx="112680" cy="2638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AB2B951-42DD-7C17-627A-41F77E7F994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982357" y="5179150"/>
                <a:ext cx="1249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AC74168-34DE-4FF6-7CE1-1FBA407D2075}"/>
                  </a:ext>
                </a:extLst>
              </p14:cNvPr>
              <p14:cNvContentPartPr/>
              <p14:nvPr/>
            </p14:nvContentPartPr>
            <p14:xfrm>
              <a:off x="1904957" y="5303710"/>
              <a:ext cx="84960" cy="2498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AC74168-34DE-4FF6-7CE1-1FBA407D207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898837" y="5297590"/>
                <a:ext cx="97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6952A1E-B606-59C2-12B8-11A495DFC3F3}"/>
                  </a:ext>
                </a:extLst>
              </p14:cNvPr>
              <p14:cNvContentPartPr/>
              <p14:nvPr/>
            </p14:nvContentPartPr>
            <p14:xfrm>
              <a:off x="1409957" y="5519710"/>
              <a:ext cx="360" cy="3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6952A1E-B606-59C2-12B8-11A495DFC3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03837" y="55135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47D358C-5398-0F0A-57F6-BD3F1E450B05}"/>
                  </a:ext>
                </a:extLst>
              </p14:cNvPr>
              <p14:cNvContentPartPr/>
              <p14:nvPr/>
            </p14:nvContentPartPr>
            <p14:xfrm>
              <a:off x="475757" y="4936510"/>
              <a:ext cx="3646800" cy="14785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47D358C-5398-0F0A-57F6-BD3F1E450B05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469637" y="4930390"/>
                <a:ext cx="3659040" cy="14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F204A99-0598-F136-85E6-4AA37C276947}"/>
                  </a:ext>
                </a:extLst>
              </p14:cNvPr>
              <p14:cNvContentPartPr/>
              <p14:nvPr/>
            </p14:nvContentPartPr>
            <p14:xfrm>
              <a:off x="2480957" y="4948750"/>
              <a:ext cx="2563200" cy="16513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F204A99-0598-F136-85E6-4AA37C276947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2474837" y="4942630"/>
                <a:ext cx="2575440" cy="166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EBDAB87-00CF-436A-3AEC-A704D2C6D834}"/>
              </a:ext>
            </a:extLst>
          </p:cNvPr>
          <p:cNvGrpSpPr/>
          <p:nvPr/>
        </p:nvGrpSpPr>
        <p:grpSpPr>
          <a:xfrm>
            <a:off x="5774597" y="343270"/>
            <a:ext cx="483120" cy="424440"/>
            <a:chOff x="5774597" y="343270"/>
            <a:chExt cx="48312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DA567D6-796C-FAFC-13C5-9E16869753A7}"/>
                    </a:ext>
                  </a:extLst>
                </p14:cNvPr>
                <p14:cNvContentPartPr/>
                <p14:nvPr/>
              </p14:nvContentPartPr>
              <p14:xfrm>
                <a:off x="5822477" y="458830"/>
                <a:ext cx="183960" cy="308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DA567D6-796C-FAFC-13C5-9E16869753A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816357" y="452710"/>
                  <a:ext cx="196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32ADAAB-E4D6-EE5A-1C3F-09D7678F3803}"/>
                    </a:ext>
                  </a:extLst>
                </p14:cNvPr>
                <p14:cNvContentPartPr/>
                <p14:nvPr/>
              </p14:nvContentPartPr>
              <p14:xfrm>
                <a:off x="6140357" y="343270"/>
                <a:ext cx="87840" cy="414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32ADAAB-E4D6-EE5A-1C3F-09D7678F380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134237" y="337150"/>
                  <a:ext cx="1000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13D9042-1F75-1BFB-69F9-D5532EE90281}"/>
                    </a:ext>
                  </a:extLst>
                </p14:cNvPr>
                <p14:cNvContentPartPr/>
                <p14:nvPr/>
              </p14:nvContentPartPr>
              <p14:xfrm>
                <a:off x="5774597" y="528310"/>
                <a:ext cx="483120" cy="160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13D9042-1F75-1BFB-69F9-D5532EE9028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768477" y="522190"/>
                  <a:ext cx="49536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840219A8-29A0-94DC-7CF5-C80460A71995}"/>
              </a:ext>
            </a:extLst>
          </p:cNvPr>
          <p:cNvGrpSpPr/>
          <p:nvPr/>
        </p:nvGrpSpPr>
        <p:grpSpPr>
          <a:xfrm>
            <a:off x="6603677" y="280270"/>
            <a:ext cx="661680" cy="239760"/>
            <a:chOff x="6603677" y="280270"/>
            <a:chExt cx="66168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2E21B40-EFBF-B63D-32C4-6CFC77839CF5}"/>
                    </a:ext>
                  </a:extLst>
                </p14:cNvPr>
                <p14:cNvContentPartPr/>
                <p14:nvPr/>
              </p14:nvContentPartPr>
              <p14:xfrm>
                <a:off x="6603677" y="349750"/>
                <a:ext cx="171720" cy="170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2E21B40-EFBF-B63D-32C4-6CFC77839CF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97557" y="343630"/>
                  <a:ext cx="183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AAF6786-0F75-42ED-597E-EFE6E23A27E0}"/>
                    </a:ext>
                  </a:extLst>
                </p14:cNvPr>
                <p14:cNvContentPartPr/>
                <p14:nvPr/>
              </p14:nvContentPartPr>
              <p14:xfrm>
                <a:off x="6886997" y="322390"/>
                <a:ext cx="121320" cy="137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AAF6786-0F75-42ED-597E-EFE6E23A27E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880877" y="316270"/>
                  <a:ext cx="133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34D17EA-4CC8-51BC-4881-A5CF66FB4CCD}"/>
                    </a:ext>
                  </a:extLst>
                </p14:cNvPr>
                <p14:cNvContentPartPr/>
                <p14:nvPr/>
              </p14:nvContentPartPr>
              <p14:xfrm>
                <a:off x="7110557" y="280270"/>
                <a:ext cx="154800" cy="92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34D17EA-4CC8-51BC-4881-A5CF66FB4CC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104437" y="274150"/>
                  <a:ext cx="16704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A68A358-B9EE-EB51-CD5F-2D4CEA087159}"/>
              </a:ext>
            </a:extLst>
          </p:cNvPr>
          <p:cNvGrpSpPr/>
          <p:nvPr/>
        </p:nvGrpSpPr>
        <p:grpSpPr>
          <a:xfrm>
            <a:off x="6857837" y="703630"/>
            <a:ext cx="513360" cy="209880"/>
            <a:chOff x="6857837" y="703630"/>
            <a:chExt cx="51336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CCFF44E-BD46-01EA-C344-233A9DF2068D}"/>
                    </a:ext>
                  </a:extLst>
                </p14:cNvPr>
                <p14:cNvContentPartPr/>
                <p14:nvPr/>
              </p14:nvContentPartPr>
              <p14:xfrm>
                <a:off x="6980957" y="781390"/>
                <a:ext cx="360" cy="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CCFF44E-BD46-01EA-C344-233A9DF206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74837" y="7752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AE662D1-5E24-9A06-841A-E504C2E1E23E}"/>
                    </a:ext>
                  </a:extLst>
                </p14:cNvPr>
                <p14:cNvContentPartPr/>
                <p14:nvPr/>
              </p14:nvContentPartPr>
              <p14:xfrm>
                <a:off x="6858557" y="703630"/>
                <a:ext cx="122400" cy="145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AE662D1-5E24-9A06-841A-E504C2E1E23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852437" y="697510"/>
                  <a:ext cx="13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CC01C89-8165-79AE-A192-890E59A257D1}"/>
                    </a:ext>
                  </a:extLst>
                </p14:cNvPr>
                <p14:cNvContentPartPr/>
                <p14:nvPr/>
              </p14:nvContentPartPr>
              <p14:xfrm>
                <a:off x="6857837" y="729910"/>
                <a:ext cx="211320" cy="170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CC01C89-8165-79AE-A192-890E59A257D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51717" y="723790"/>
                  <a:ext cx="223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66AF137-AD39-344F-4E0E-75C90AC63A44}"/>
                    </a:ext>
                  </a:extLst>
                </p14:cNvPr>
                <p14:cNvContentPartPr/>
                <p14:nvPr/>
              </p14:nvContentPartPr>
              <p14:xfrm>
                <a:off x="7018037" y="784630"/>
                <a:ext cx="56880" cy="128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66AF137-AD39-344F-4E0E-75C90AC63A4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011917" y="778510"/>
                  <a:ext cx="691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E17AC86-A256-ACA9-F669-4256BEFDA769}"/>
                    </a:ext>
                  </a:extLst>
                </p14:cNvPr>
                <p14:cNvContentPartPr/>
                <p14:nvPr/>
              </p14:nvContentPartPr>
              <p14:xfrm>
                <a:off x="7237997" y="720190"/>
                <a:ext cx="133200" cy="185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E17AC86-A256-ACA9-F669-4256BEFDA76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31877" y="714070"/>
                  <a:ext cx="1454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8205815-C9D1-753D-89DC-0C0C35A4EC59}"/>
              </a:ext>
            </a:extLst>
          </p:cNvPr>
          <p:cNvGrpSpPr/>
          <p:nvPr/>
        </p:nvGrpSpPr>
        <p:grpSpPr>
          <a:xfrm>
            <a:off x="7720037" y="105670"/>
            <a:ext cx="2012400" cy="1908720"/>
            <a:chOff x="7720037" y="105670"/>
            <a:chExt cx="2012400" cy="19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329431-4307-32E1-5454-5514700D1AA7}"/>
                    </a:ext>
                  </a:extLst>
                </p14:cNvPr>
                <p14:cNvContentPartPr/>
                <p14:nvPr/>
              </p14:nvContentPartPr>
              <p14:xfrm>
                <a:off x="8057357" y="1575190"/>
                <a:ext cx="41760" cy="352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329431-4307-32E1-5454-5514700D1AA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053037" y="1570870"/>
                  <a:ext cx="504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DBE9FD-DD23-0511-E04C-70023D7D6F3E}"/>
                    </a:ext>
                  </a:extLst>
                </p14:cNvPr>
                <p14:cNvContentPartPr/>
                <p14:nvPr/>
              </p14:nvContentPartPr>
              <p14:xfrm>
                <a:off x="8204237" y="1713790"/>
                <a:ext cx="203040" cy="176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DBE9FD-DD23-0511-E04C-70023D7D6F3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199917" y="1709470"/>
                  <a:ext cx="211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312507-4D2B-602B-5F00-17EFC858E154}"/>
                    </a:ext>
                  </a:extLst>
                </p14:cNvPr>
                <p14:cNvContentPartPr/>
                <p14:nvPr/>
              </p14:nvContentPartPr>
              <p14:xfrm>
                <a:off x="8482157" y="1725670"/>
                <a:ext cx="78840" cy="125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312507-4D2B-602B-5F00-17EFC858E1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77837" y="1721350"/>
                  <a:ext cx="87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6D77D4-760C-0FE2-BE06-5F914EA54E27}"/>
                    </a:ext>
                  </a:extLst>
                </p14:cNvPr>
                <p14:cNvContentPartPr/>
                <p14:nvPr/>
              </p14:nvContentPartPr>
              <p14:xfrm>
                <a:off x="8643437" y="1650790"/>
                <a:ext cx="661680" cy="363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6D77D4-760C-0FE2-BE06-5F914EA54E2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639117" y="1646470"/>
                  <a:ext cx="6703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3807D2-2271-56CF-1903-7348B0FB3075}"/>
                    </a:ext>
                  </a:extLst>
                </p14:cNvPr>
                <p14:cNvContentPartPr/>
                <p14:nvPr/>
              </p14:nvContentPartPr>
              <p14:xfrm>
                <a:off x="7720037" y="964270"/>
                <a:ext cx="43560" cy="812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3807D2-2271-56CF-1903-7348B0FB307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713917" y="958150"/>
                  <a:ext cx="5580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B0FB54-38E1-E5E2-AD3B-3E765D5FBA77}"/>
                    </a:ext>
                  </a:extLst>
                </p14:cNvPr>
                <p14:cNvContentPartPr/>
                <p14:nvPr/>
              </p14:nvContentPartPr>
              <p14:xfrm>
                <a:off x="8166437" y="1114750"/>
                <a:ext cx="11160" cy="19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B0FB54-38E1-E5E2-AD3B-3E765D5FBA7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60317" y="1108630"/>
                  <a:ext cx="23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08A45F0-70DB-3425-3467-806064690CB7}"/>
                    </a:ext>
                  </a:extLst>
                </p14:cNvPr>
                <p14:cNvContentPartPr/>
                <p14:nvPr/>
              </p14:nvContentPartPr>
              <p14:xfrm>
                <a:off x="8082557" y="1294390"/>
                <a:ext cx="159480" cy="91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08A45F0-70DB-3425-3467-806064690CB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76437" y="1288270"/>
                  <a:ext cx="171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AC29D5C-2C20-5D0D-52E2-47F9321B9FF6}"/>
                    </a:ext>
                  </a:extLst>
                </p14:cNvPr>
                <p14:cNvContentPartPr/>
                <p14:nvPr/>
              </p14:nvContentPartPr>
              <p14:xfrm>
                <a:off x="8051957" y="1100350"/>
                <a:ext cx="165960" cy="92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AC29D5C-2C20-5D0D-52E2-47F9321B9FF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045837" y="1094230"/>
                  <a:ext cx="178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522CEE-7379-4F31-F3A2-9E312556DD06}"/>
                    </a:ext>
                  </a:extLst>
                </p14:cNvPr>
                <p14:cNvContentPartPr/>
                <p14:nvPr/>
              </p14:nvContentPartPr>
              <p14:xfrm>
                <a:off x="8590877" y="1101430"/>
                <a:ext cx="122760" cy="232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522CEE-7379-4F31-F3A2-9E312556DD0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584757" y="1095310"/>
                  <a:ext cx="135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D9720B-4CB0-DE91-DDD4-9E85791423F7}"/>
                    </a:ext>
                  </a:extLst>
                </p14:cNvPr>
                <p14:cNvContentPartPr/>
                <p14:nvPr/>
              </p14:nvContentPartPr>
              <p14:xfrm>
                <a:off x="8776997" y="1120870"/>
                <a:ext cx="323280" cy="85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D9720B-4CB0-DE91-DDD4-9E85791423F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70877" y="1114750"/>
                  <a:ext cx="335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B0FA28-6D65-DB6A-1642-5DA89758D030}"/>
                    </a:ext>
                  </a:extLst>
                </p14:cNvPr>
                <p14:cNvContentPartPr/>
                <p14:nvPr/>
              </p14:nvContentPartPr>
              <p14:xfrm>
                <a:off x="9324917" y="1020790"/>
                <a:ext cx="243720" cy="120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B0FA28-6D65-DB6A-1642-5DA89758D03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318797" y="1014670"/>
                  <a:ext cx="255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3E0D92-43BF-72C3-ABB8-7B9AC44C9C8B}"/>
                    </a:ext>
                  </a:extLst>
                </p14:cNvPr>
                <p14:cNvContentPartPr/>
                <p14:nvPr/>
              </p14:nvContentPartPr>
              <p14:xfrm>
                <a:off x="9240677" y="909910"/>
                <a:ext cx="491760" cy="667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3E0D92-43BF-72C3-ABB8-7B9AC44C9C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34557" y="903790"/>
                  <a:ext cx="50400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EB36B9B-B0D7-8F9B-4EB8-17FC500A0CF8}"/>
                    </a:ext>
                  </a:extLst>
                </p14:cNvPr>
                <p14:cNvContentPartPr/>
                <p14:nvPr/>
              </p14:nvContentPartPr>
              <p14:xfrm>
                <a:off x="7749197" y="216190"/>
                <a:ext cx="191880" cy="261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EB36B9B-B0D7-8F9B-4EB8-17FC500A0CF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743077" y="210070"/>
                  <a:ext cx="204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D8661B0-D50C-214E-706A-0B6663A74D8B}"/>
                    </a:ext>
                  </a:extLst>
                </p14:cNvPr>
                <p14:cNvContentPartPr/>
                <p14:nvPr/>
              </p14:nvContentPartPr>
              <p14:xfrm>
                <a:off x="8057717" y="183070"/>
                <a:ext cx="84960" cy="411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D8661B0-D50C-214E-706A-0B6663A74D8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51597" y="176950"/>
                  <a:ext cx="972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EB913C1-DEEB-D140-1929-1C7DE518FB81}"/>
                    </a:ext>
                  </a:extLst>
                </p14:cNvPr>
                <p14:cNvContentPartPr/>
                <p14:nvPr/>
              </p14:nvContentPartPr>
              <p14:xfrm>
                <a:off x="8113517" y="288550"/>
                <a:ext cx="146160" cy="1371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EB913C1-DEEB-D140-1929-1C7DE518FB8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107397" y="282430"/>
                  <a:ext cx="158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DDB38F8-2E3C-BCE8-F3B0-39E3331AC51C}"/>
                    </a:ext>
                  </a:extLst>
                </p14:cNvPr>
                <p14:cNvContentPartPr/>
                <p14:nvPr/>
              </p14:nvContentPartPr>
              <p14:xfrm>
                <a:off x="8210357" y="307270"/>
                <a:ext cx="32400" cy="218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DDB38F8-2E3C-BCE8-F3B0-39E3331AC51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204237" y="301150"/>
                  <a:ext cx="44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F54AF69-C1EE-AC86-E647-9A8AEE35CEBC}"/>
                    </a:ext>
                  </a:extLst>
                </p14:cNvPr>
                <p14:cNvContentPartPr/>
                <p14:nvPr/>
              </p14:nvContentPartPr>
              <p14:xfrm>
                <a:off x="8440757" y="105670"/>
                <a:ext cx="77760" cy="523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F54AF69-C1EE-AC86-E647-9A8AEE35CEB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34637" y="99550"/>
                  <a:ext cx="9000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773794F-5B4E-BC89-6FC1-BDCDA1A241F7}"/>
                    </a:ext>
                  </a:extLst>
                </p14:cNvPr>
                <p14:cNvContentPartPr/>
                <p14:nvPr/>
              </p14:nvContentPartPr>
              <p14:xfrm>
                <a:off x="8758997" y="256510"/>
                <a:ext cx="192240" cy="234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773794F-5B4E-BC89-6FC1-BDCDA1A241F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752877" y="250390"/>
                  <a:ext cx="204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6AB69F4-6E63-C298-386E-08A65B9DDFDD}"/>
                    </a:ext>
                  </a:extLst>
                </p14:cNvPr>
                <p14:cNvContentPartPr/>
                <p14:nvPr/>
              </p14:nvContentPartPr>
              <p14:xfrm>
                <a:off x="8847197" y="149230"/>
                <a:ext cx="339120" cy="516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6AB69F4-6E63-C298-386E-08A65B9DDFD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41077" y="143110"/>
                  <a:ext cx="35136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54E25A3-FF5C-ADA1-0C1E-F2AE69BC925E}"/>
                    </a:ext>
                  </a:extLst>
                </p14:cNvPr>
                <p14:cNvContentPartPr/>
                <p14:nvPr/>
              </p14:nvContentPartPr>
              <p14:xfrm>
                <a:off x="8142317" y="268390"/>
                <a:ext cx="81000" cy="132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54E25A3-FF5C-ADA1-0C1E-F2AE69BC925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136197" y="262270"/>
                  <a:ext cx="93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068CDB8-B9B8-D0F3-089F-35F19C2B3B69}"/>
                    </a:ext>
                  </a:extLst>
                </p14:cNvPr>
                <p14:cNvContentPartPr/>
                <p14:nvPr/>
              </p14:nvContentPartPr>
              <p14:xfrm>
                <a:off x="8026037" y="759070"/>
                <a:ext cx="156600" cy="194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068CDB8-B9B8-D0F3-089F-35F19C2B3B6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19917" y="752950"/>
                  <a:ext cx="1688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76B4527-CEE4-3A8B-041C-96655A93D4B6}"/>
                    </a:ext>
                  </a:extLst>
                </p14:cNvPr>
                <p14:cNvContentPartPr/>
                <p14:nvPr/>
              </p14:nvContentPartPr>
              <p14:xfrm>
                <a:off x="8272997" y="749710"/>
                <a:ext cx="71280" cy="161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76B4527-CEE4-3A8B-041C-96655A93D4B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266877" y="743590"/>
                  <a:ext cx="83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D031526-5DAA-9344-9648-FBFACFA7072E}"/>
                    </a:ext>
                  </a:extLst>
                </p14:cNvPr>
                <p14:cNvContentPartPr/>
                <p14:nvPr/>
              </p14:nvContentPartPr>
              <p14:xfrm>
                <a:off x="8758997" y="784630"/>
                <a:ext cx="165960" cy="169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D031526-5DAA-9344-9648-FBFACFA7072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752877" y="778510"/>
                  <a:ext cx="178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4244FE8-51E0-BE70-6A09-AA59F41CAB2A}"/>
                    </a:ext>
                  </a:extLst>
                </p14:cNvPr>
                <p14:cNvContentPartPr/>
                <p14:nvPr/>
              </p14:nvContentPartPr>
              <p14:xfrm>
                <a:off x="8957357" y="729910"/>
                <a:ext cx="78840" cy="243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4244FE8-51E0-BE70-6A09-AA59F41CAB2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951237" y="723790"/>
                  <a:ext cx="91080" cy="25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827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2075" y="1267674"/>
            <a:ext cx="11876244" cy="5313430"/>
          </a:xfrm>
        </p:spPr>
        <p:txBody>
          <a:bodyPr>
            <a:normAutofit/>
          </a:bodyPr>
          <a:lstStyle/>
          <a:p>
            <a:r>
              <a:rPr lang="en-GB" dirty="0"/>
              <a:t>Probability</a:t>
            </a:r>
            <a:r>
              <a:rPr lang="en-US" dirty="0"/>
              <a:t> of a sequence of words:</a:t>
            </a:r>
          </a:p>
          <a:p>
            <a:endParaRPr lang="en-US" dirty="0"/>
          </a:p>
          <a:p>
            <a:r>
              <a:rPr lang="en-US" b="1" dirty="0">
                <a:solidFill>
                  <a:schemeClr val="tx2"/>
                </a:solidFill>
              </a:rPr>
              <a:t>Conditional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probability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of an upcoming word:</a:t>
            </a:r>
          </a:p>
          <a:p>
            <a:endParaRPr lang="en-GB" dirty="0"/>
          </a:p>
          <a:p>
            <a:r>
              <a:rPr lang="en-GB" dirty="0"/>
              <a:t>Chain rule of probability:</a:t>
            </a:r>
          </a:p>
          <a:p>
            <a:endParaRPr lang="en-GB" dirty="0"/>
          </a:p>
          <a:p>
            <a:pPr marL="0" indent="0"/>
            <a:endParaRPr lang="en-GB" dirty="0"/>
          </a:p>
          <a:p>
            <a:r>
              <a:rPr lang="en-GB" dirty="0"/>
              <a:t>(</a:t>
            </a:r>
            <a:r>
              <a:rPr lang="en-GB" i="1" dirty="0"/>
              <a:t>n</a:t>
            </a:r>
            <a:r>
              <a:rPr lang="en-GB" dirty="0"/>
              <a:t>-1)</a:t>
            </a:r>
            <a:r>
              <a:rPr lang="en-GB" baseline="30000" dirty="0" err="1"/>
              <a:t>th</a:t>
            </a:r>
            <a:r>
              <a:rPr lang="en-GB" dirty="0"/>
              <a:t> order Markov assumption</a:t>
            </a:r>
          </a:p>
          <a:p>
            <a:endParaRPr lang="en-GB" dirty="0"/>
          </a:p>
          <a:p>
            <a:pPr marL="388390">
              <a:spcBef>
                <a:spcPts val="2362"/>
              </a:spcBef>
              <a:tabLst>
                <a:tab pos="279848" algn="l"/>
              </a:tabLst>
            </a:pPr>
            <a:r>
              <a:rPr lang="en-IN" spc="45" dirty="0">
                <a:cs typeface="Cambria"/>
              </a:rPr>
              <a:t>Each</a:t>
            </a:r>
            <a:r>
              <a:rPr lang="en-IN" spc="59" dirty="0">
                <a:cs typeface="Cambria"/>
              </a:rPr>
              <a:t> </a:t>
            </a:r>
            <a:r>
              <a:rPr lang="en-IN" i="1" spc="91" dirty="0">
                <a:cs typeface="Calibri"/>
              </a:rPr>
              <a:t>p</a:t>
            </a:r>
            <a:r>
              <a:rPr lang="en-IN" spc="91" dirty="0">
                <a:cs typeface="Tahoma"/>
              </a:rPr>
              <a:t>(</a:t>
            </a:r>
            <a:r>
              <a:rPr lang="en-IN" i="1" spc="91" dirty="0">
                <a:cs typeface="Calibri"/>
              </a:rPr>
              <a:t>w</a:t>
            </a:r>
            <a:r>
              <a:rPr lang="en-IN" i="1" spc="136" baseline="-11494" dirty="0">
                <a:cs typeface="Calibri"/>
              </a:rPr>
              <a:t>i</a:t>
            </a:r>
            <a:r>
              <a:rPr lang="en-IN" spc="91" dirty="0">
                <a:cs typeface="Lucida Sans Unicode"/>
              </a:rPr>
              <a:t>|</a:t>
            </a:r>
            <a:r>
              <a:rPr lang="en-IN" i="1" spc="91" dirty="0">
                <a:cs typeface="Calibri"/>
              </a:rPr>
              <a:t>w</a:t>
            </a:r>
            <a:r>
              <a:rPr lang="en-IN" i="1" spc="136" baseline="-11494" dirty="0">
                <a:cs typeface="Calibri"/>
              </a:rPr>
              <a:t>i</a:t>
            </a:r>
            <a:r>
              <a:rPr lang="en-IN" i="1" spc="136" baseline="-11494" dirty="0">
                <a:cs typeface="Arial"/>
              </a:rPr>
              <a:t>−</a:t>
            </a:r>
            <a:r>
              <a:rPr lang="en-IN" spc="136" baseline="-11494" dirty="0">
                <a:cs typeface="Calibri"/>
              </a:rPr>
              <a:t>4</a:t>
            </a:r>
            <a:r>
              <a:rPr lang="en-IN" i="1" spc="91" dirty="0">
                <a:cs typeface="Calibri"/>
              </a:rPr>
              <a:t>,</a:t>
            </a:r>
            <a:r>
              <a:rPr lang="en-IN" i="1" spc="-103" dirty="0">
                <a:cs typeface="Calibri"/>
              </a:rPr>
              <a:t> </a:t>
            </a:r>
            <a:r>
              <a:rPr lang="en-IN" i="1" spc="163" dirty="0">
                <a:cs typeface="Calibri"/>
              </a:rPr>
              <a:t>w</a:t>
            </a:r>
            <a:r>
              <a:rPr lang="en-IN" i="1" spc="245" baseline="-11494" dirty="0">
                <a:cs typeface="Calibri"/>
              </a:rPr>
              <a:t>i</a:t>
            </a:r>
            <a:r>
              <a:rPr lang="en-IN" i="1" spc="245" baseline="-11494" dirty="0">
                <a:cs typeface="Arial"/>
              </a:rPr>
              <a:t>−</a:t>
            </a:r>
            <a:r>
              <a:rPr lang="en-IN" spc="245" baseline="-11494" dirty="0">
                <a:cs typeface="Calibri"/>
              </a:rPr>
              <a:t>3</a:t>
            </a:r>
            <a:r>
              <a:rPr lang="en-IN" i="1" spc="163" dirty="0">
                <a:cs typeface="Calibri"/>
              </a:rPr>
              <a:t>,</a:t>
            </a:r>
            <a:r>
              <a:rPr lang="en-IN" i="1" spc="-103" dirty="0">
                <a:cs typeface="Calibri"/>
              </a:rPr>
              <a:t> </a:t>
            </a:r>
            <a:r>
              <a:rPr lang="en-IN" i="1" spc="163" dirty="0">
                <a:cs typeface="Calibri"/>
              </a:rPr>
              <a:t>w</a:t>
            </a:r>
            <a:r>
              <a:rPr lang="en-IN" i="1" spc="245" baseline="-11494" dirty="0">
                <a:cs typeface="Calibri"/>
              </a:rPr>
              <a:t>i</a:t>
            </a:r>
            <a:r>
              <a:rPr lang="en-IN" i="1" spc="245" baseline="-11494" dirty="0">
                <a:cs typeface="Arial"/>
              </a:rPr>
              <a:t>−</a:t>
            </a:r>
            <a:r>
              <a:rPr lang="en-IN" spc="245" baseline="-11494" dirty="0">
                <a:cs typeface="Calibri"/>
              </a:rPr>
              <a:t>2</a:t>
            </a:r>
            <a:r>
              <a:rPr lang="en-IN" i="1" spc="163" dirty="0">
                <a:cs typeface="Calibri"/>
              </a:rPr>
              <a:t>,</a:t>
            </a:r>
            <a:r>
              <a:rPr lang="en-IN" i="1" spc="-109" dirty="0">
                <a:cs typeface="Calibri"/>
              </a:rPr>
              <a:t> </a:t>
            </a:r>
            <a:r>
              <a:rPr lang="en-IN" i="1" spc="154" dirty="0">
                <a:cs typeface="Calibri"/>
              </a:rPr>
              <a:t>w</a:t>
            </a:r>
            <a:r>
              <a:rPr lang="en-IN" i="1" spc="230" baseline="-11494" dirty="0">
                <a:cs typeface="Calibri"/>
              </a:rPr>
              <a:t>i</a:t>
            </a:r>
            <a:r>
              <a:rPr lang="en-IN" i="1" spc="230" baseline="-11494" dirty="0">
                <a:cs typeface="Arial"/>
              </a:rPr>
              <a:t>−</a:t>
            </a:r>
            <a:r>
              <a:rPr lang="en-IN" spc="230" baseline="-11494" dirty="0">
                <a:cs typeface="Calibri"/>
              </a:rPr>
              <a:t>1</a:t>
            </a:r>
            <a:r>
              <a:rPr lang="en-IN" spc="154" dirty="0">
                <a:cs typeface="Tahoma"/>
              </a:rPr>
              <a:t>)</a:t>
            </a:r>
            <a:r>
              <a:rPr lang="en-IN" spc="-109" dirty="0">
                <a:cs typeface="Tahoma"/>
              </a:rPr>
              <a:t> </a:t>
            </a:r>
            <a:r>
              <a:rPr lang="en-IN" spc="77" dirty="0">
                <a:cs typeface="Cambria"/>
              </a:rPr>
              <a:t>may</a:t>
            </a:r>
            <a:r>
              <a:rPr lang="en-IN" spc="63" dirty="0">
                <a:cs typeface="Cambria"/>
              </a:rPr>
              <a:t> </a:t>
            </a:r>
            <a:r>
              <a:rPr lang="en-IN" spc="23" dirty="0">
                <a:cs typeface="Cambria"/>
              </a:rPr>
              <a:t>not</a:t>
            </a:r>
            <a:r>
              <a:rPr lang="en-IN" spc="63" dirty="0">
                <a:cs typeface="Cambria"/>
              </a:rPr>
              <a:t> </a:t>
            </a:r>
            <a:r>
              <a:rPr lang="en-IN" spc="50" dirty="0">
                <a:cs typeface="Cambria"/>
              </a:rPr>
              <a:t>have</a:t>
            </a:r>
            <a:r>
              <a:rPr lang="en-IN" spc="63" dirty="0">
                <a:cs typeface="Cambria"/>
              </a:rPr>
              <a:t> </a:t>
            </a:r>
            <a:r>
              <a:rPr lang="en-IN" spc="59" dirty="0">
                <a:cs typeface="Cambria"/>
              </a:rPr>
              <a:t>enough</a:t>
            </a:r>
            <a:r>
              <a:rPr lang="en-IN" spc="63" dirty="0">
                <a:cs typeface="Cambria"/>
              </a:rPr>
              <a:t> </a:t>
            </a:r>
            <a:r>
              <a:rPr lang="en-IN" dirty="0">
                <a:cs typeface="Cambria"/>
              </a:rPr>
              <a:t>statistics</a:t>
            </a:r>
            <a:r>
              <a:rPr lang="en-IN" spc="63" dirty="0">
                <a:cs typeface="Cambria"/>
              </a:rPr>
              <a:t> </a:t>
            </a:r>
            <a:r>
              <a:rPr lang="en-IN" spc="9" dirty="0">
                <a:cs typeface="Cambria"/>
              </a:rPr>
              <a:t>to</a:t>
            </a:r>
            <a:r>
              <a:rPr lang="en-IN" spc="63" dirty="0">
                <a:cs typeface="Cambria"/>
              </a:rPr>
              <a:t> </a:t>
            </a:r>
            <a:r>
              <a:rPr lang="en-IN" spc="9" dirty="0">
                <a:cs typeface="Cambria"/>
              </a:rPr>
              <a:t>estimate</a:t>
            </a:r>
            <a:endParaRPr lang="en-IN" dirty="0">
              <a:cs typeface="Cambria"/>
            </a:endParaRPr>
          </a:p>
          <a:p>
            <a:pPr algn="ctr">
              <a:spcBef>
                <a:spcPts val="1283"/>
              </a:spcBef>
            </a:pPr>
            <a:r>
              <a:rPr lang="en-IN" spc="54" dirty="0">
                <a:cs typeface="Cambria"/>
              </a:rPr>
              <a:t>we</a:t>
            </a:r>
            <a:r>
              <a:rPr lang="en-IN" spc="-18" dirty="0">
                <a:cs typeface="Cambria"/>
              </a:rPr>
              <a:t> </a:t>
            </a:r>
            <a:r>
              <a:rPr lang="en-IN" spc="32" dirty="0">
                <a:cs typeface="Cambria"/>
              </a:rPr>
              <a:t>back</a:t>
            </a:r>
            <a:r>
              <a:rPr lang="en-IN" spc="-18" dirty="0">
                <a:cs typeface="Cambria"/>
              </a:rPr>
              <a:t> </a:t>
            </a:r>
            <a:r>
              <a:rPr lang="en-IN" spc="41" dirty="0">
                <a:cs typeface="Cambria"/>
              </a:rPr>
              <a:t>off</a:t>
            </a:r>
            <a:r>
              <a:rPr lang="en-IN" spc="-18" dirty="0">
                <a:cs typeface="Cambria"/>
              </a:rPr>
              <a:t> </a:t>
            </a:r>
            <a:r>
              <a:rPr lang="en-IN" spc="9" dirty="0">
                <a:cs typeface="Cambria"/>
              </a:rPr>
              <a:t>to</a:t>
            </a:r>
            <a:r>
              <a:rPr lang="en-IN" spc="-23" dirty="0">
                <a:cs typeface="Cambria"/>
              </a:rPr>
              <a:t> </a:t>
            </a:r>
            <a:r>
              <a:rPr lang="en-IN" i="1" spc="91" dirty="0">
                <a:cs typeface="Calibri"/>
              </a:rPr>
              <a:t>p</a:t>
            </a:r>
            <a:r>
              <a:rPr lang="en-IN" spc="91" dirty="0">
                <a:cs typeface="Tahoma"/>
              </a:rPr>
              <a:t>(</a:t>
            </a:r>
            <a:r>
              <a:rPr lang="en-IN" i="1" spc="91" dirty="0">
                <a:cs typeface="Calibri"/>
              </a:rPr>
              <a:t>w</a:t>
            </a:r>
            <a:r>
              <a:rPr lang="en-IN" i="1" spc="136" baseline="-11494" dirty="0">
                <a:cs typeface="Calibri"/>
              </a:rPr>
              <a:t>i</a:t>
            </a:r>
            <a:r>
              <a:rPr lang="en-IN" spc="91" dirty="0">
                <a:cs typeface="Lucida Sans Unicode"/>
              </a:rPr>
              <a:t>|</a:t>
            </a:r>
            <a:r>
              <a:rPr lang="en-IN" i="1" spc="91" dirty="0">
                <a:cs typeface="Calibri"/>
              </a:rPr>
              <a:t>w</a:t>
            </a:r>
            <a:r>
              <a:rPr lang="en-IN" i="1" spc="136" baseline="-11494" dirty="0">
                <a:cs typeface="Calibri"/>
              </a:rPr>
              <a:t>i</a:t>
            </a:r>
            <a:r>
              <a:rPr lang="en-IN" i="1" spc="136" baseline="-11494" dirty="0">
                <a:cs typeface="Arial"/>
              </a:rPr>
              <a:t>−</a:t>
            </a:r>
            <a:r>
              <a:rPr lang="en-IN" spc="136" baseline="-11494" dirty="0">
                <a:cs typeface="Calibri"/>
              </a:rPr>
              <a:t>3</a:t>
            </a:r>
            <a:r>
              <a:rPr lang="en-IN" i="1" spc="91" dirty="0">
                <a:cs typeface="Calibri"/>
              </a:rPr>
              <a:t>,</a:t>
            </a:r>
            <a:r>
              <a:rPr lang="en-IN" i="1" spc="-103" dirty="0">
                <a:cs typeface="Calibri"/>
              </a:rPr>
              <a:t> </a:t>
            </a:r>
            <a:r>
              <a:rPr lang="en-IN" i="1" spc="163" dirty="0">
                <a:cs typeface="Calibri"/>
              </a:rPr>
              <a:t>w</a:t>
            </a:r>
            <a:r>
              <a:rPr lang="en-IN" i="1" spc="245" baseline="-11494" dirty="0">
                <a:cs typeface="Calibri"/>
              </a:rPr>
              <a:t>i</a:t>
            </a:r>
            <a:r>
              <a:rPr lang="en-IN" i="1" spc="245" baseline="-11494" dirty="0">
                <a:cs typeface="Arial"/>
              </a:rPr>
              <a:t>−</a:t>
            </a:r>
            <a:r>
              <a:rPr lang="en-IN" spc="245" baseline="-11494" dirty="0">
                <a:cs typeface="Calibri"/>
              </a:rPr>
              <a:t>2</a:t>
            </a:r>
            <a:r>
              <a:rPr lang="en-IN" i="1" spc="163" dirty="0">
                <a:cs typeface="Calibri"/>
              </a:rPr>
              <a:t>,</a:t>
            </a:r>
            <a:r>
              <a:rPr lang="en-IN" i="1" spc="-109" dirty="0">
                <a:cs typeface="Calibri"/>
              </a:rPr>
              <a:t> </a:t>
            </a:r>
            <a:r>
              <a:rPr lang="en-IN" i="1" spc="141" dirty="0">
                <a:cs typeface="Calibri"/>
              </a:rPr>
              <a:t>w</a:t>
            </a:r>
            <a:r>
              <a:rPr lang="en-IN" i="1" spc="210" baseline="-11494" dirty="0">
                <a:cs typeface="Calibri"/>
              </a:rPr>
              <a:t>i</a:t>
            </a:r>
            <a:r>
              <a:rPr lang="en-IN" i="1" spc="210" baseline="-11494" dirty="0">
                <a:cs typeface="Arial"/>
              </a:rPr>
              <a:t>−</a:t>
            </a:r>
            <a:r>
              <a:rPr lang="en-IN" spc="210" baseline="-11494" dirty="0">
                <a:cs typeface="Calibri"/>
              </a:rPr>
              <a:t>1</a:t>
            </a:r>
            <a:r>
              <a:rPr lang="en-IN" spc="141" dirty="0">
                <a:cs typeface="Tahoma"/>
              </a:rPr>
              <a:t>)</a:t>
            </a:r>
            <a:r>
              <a:rPr lang="en-IN" spc="141" dirty="0">
                <a:cs typeface="Cambria"/>
              </a:rPr>
              <a:t>,</a:t>
            </a:r>
            <a:r>
              <a:rPr lang="en-IN" dirty="0">
                <a:cs typeface="Cambria"/>
              </a:rPr>
              <a:t> </a:t>
            </a:r>
            <a:r>
              <a:rPr lang="en-IN" i="1" spc="91" dirty="0">
                <a:cs typeface="Calibri"/>
              </a:rPr>
              <a:t>p</a:t>
            </a:r>
            <a:r>
              <a:rPr lang="en-IN" spc="91" dirty="0">
                <a:cs typeface="Tahoma"/>
              </a:rPr>
              <a:t>(</a:t>
            </a:r>
            <a:r>
              <a:rPr lang="en-IN" i="1" spc="91" dirty="0">
                <a:cs typeface="Calibri"/>
              </a:rPr>
              <a:t>w</a:t>
            </a:r>
            <a:r>
              <a:rPr lang="en-IN" i="1" spc="136" baseline="-11494" dirty="0">
                <a:cs typeface="Calibri"/>
              </a:rPr>
              <a:t>i</a:t>
            </a:r>
            <a:r>
              <a:rPr lang="en-IN" spc="91" dirty="0">
                <a:cs typeface="Lucida Sans Unicode"/>
              </a:rPr>
              <a:t>|</a:t>
            </a:r>
            <a:r>
              <a:rPr lang="en-IN" i="1" spc="91" dirty="0">
                <a:cs typeface="Calibri"/>
              </a:rPr>
              <a:t>w</a:t>
            </a:r>
            <a:r>
              <a:rPr lang="en-IN" i="1" spc="136" baseline="-11494" dirty="0">
                <a:cs typeface="Calibri"/>
              </a:rPr>
              <a:t>i</a:t>
            </a:r>
            <a:r>
              <a:rPr lang="en-IN" i="1" spc="136" baseline="-11494" dirty="0">
                <a:cs typeface="Arial"/>
              </a:rPr>
              <a:t>−</a:t>
            </a:r>
            <a:r>
              <a:rPr lang="en-IN" spc="136" baseline="-11494" dirty="0">
                <a:cs typeface="Calibri"/>
              </a:rPr>
              <a:t>2</a:t>
            </a:r>
            <a:r>
              <a:rPr lang="en-IN" i="1" spc="91" dirty="0">
                <a:cs typeface="Calibri"/>
              </a:rPr>
              <a:t>,</a:t>
            </a:r>
            <a:r>
              <a:rPr lang="en-IN" i="1" spc="-109" dirty="0">
                <a:cs typeface="Calibri"/>
              </a:rPr>
              <a:t> </a:t>
            </a:r>
            <a:r>
              <a:rPr lang="en-IN" i="1" spc="141" dirty="0">
                <a:cs typeface="Calibri"/>
              </a:rPr>
              <a:t>w</a:t>
            </a:r>
            <a:r>
              <a:rPr lang="en-IN" i="1" spc="210" baseline="-11494" dirty="0">
                <a:cs typeface="Calibri"/>
              </a:rPr>
              <a:t>i</a:t>
            </a:r>
            <a:r>
              <a:rPr lang="en-IN" i="1" spc="210" baseline="-11494" dirty="0">
                <a:cs typeface="Arial"/>
              </a:rPr>
              <a:t>−</a:t>
            </a:r>
            <a:r>
              <a:rPr lang="en-IN" spc="210" baseline="-11494" dirty="0">
                <a:cs typeface="Calibri"/>
              </a:rPr>
              <a:t>1</a:t>
            </a:r>
            <a:r>
              <a:rPr lang="en-IN" spc="141" dirty="0">
                <a:cs typeface="Tahoma"/>
              </a:rPr>
              <a:t>)</a:t>
            </a:r>
            <a:r>
              <a:rPr lang="en-IN" spc="141" dirty="0">
                <a:cs typeface="Cambria"/>
              </a:rPr>
              <a:t>,</a:t>
            </a:r>
            <a:r>
              <a:rPr lang="en-IN" dirty="0">
                <a:cs typeface="Cambria"/>
              </a:rPr>
              <a:t> </a:t>
            </a:r>
            <a:r>
              <a:rPr lang="en-IN" spc="32" dirty="0">
                <a:cs typeface="Cambria"/>
              </a:rPr>
              <a:t>etc.,</a:t>
            </a:r>
            <a:r>
              <a:rPr lang="en-IN" spc="-9" dirty="0">
                <a:cs typeface="Cambria"/>
              </a:rPr>
              <a:t> </a:t>
            </a:r>
            <a:r>
              <a:rPr lang="en-IN" spc="36" dirty="0">
                <a:cs typeface="Cambria"/>
              </a:rPr>
              <a:t>all</a:t>
            </a:r>
            <a:r>
              <a:rPr lang="en-IN" spc="-14" dirty="0">
                <a:cs typeface="Cambria"/>
              </a:rPr>
              <a:t> </a:t>
            </a:r>
            <a:r>
              <a:rPr lang="en-IN" spc="9" dirty="0">
                <a:cs typeface="Cambria"/>
              </a:rPr>
              <a:t>the</a:t>
            </a:r>
            <a:r>
              <a:rPr lang="en-IN" spc="-23" dirty="0">
                <a:cs typeface="Cambria"/>
              </a:rPr>
              <a:t> </a:t>
            </a:r>
            <a:r>
              <a:rPr lang="en-IN" spc="82" dirty="0">
                <a:cs typeface="Cambria"/>
              </a:rPr>
              <a:t>way</a:t>
            </a:r>
            <a:r>
              <a:rPr lang="en-IN" spc="-14" dirty="0">
                <a:cs typeface="Cambria"/>
              </a:rPr>
              <a:t> </a:t>
            </a:r>
            <a:r>
              <a:rPr lang="en-IN" spc="5" dirty="0">
                <a:cs typeface="Cambria"/>
              </a:rPr>
              <a:t>to</a:t>
            </a:r>
            <a:r>
              <a:rPr lang="en-IN" spc="-18" dirty="0">
                <a:cs typeface="Cambria"/>
              </a:rPr>
              <a:t> </a:t>
            </a:r>
            <a:r>
              <a:rPr lang="en-IN" i="1" spc="59" dirty="0">
                <a:cs typeface="Calibri"/>
              </a:rPr>
              <a:t>p</a:t>
            </a:r>
            <a:r>
              <a:rPr lang="en-IN" spc="59" dirty="0">
                <a:cs typeface="Tahoma"/>
              </a:rPr>
              <a:t>(</a:t>
            </a:r>
            <a:r>
              <a:rPr lang="en-IN" i="1" spc="59" dirty="0" err="1">
                <a:cs typeface="Calibri"/>
              </a:rPr>
              <a:t>w</a:t>
            </a:r>
            <a:r>
              <a:rPr lang="en-IN" i="1" spc="88" baseline="-11494" dirty="0" err="1">
                <a:cs typeface="Calibri"/>
              </a:rPr>
              <a:t>i</a:t>
            </a:r>
            <a:r>
              <a:rPr lang="en-IN" spc="59" dirty="0">
                <a:cs typeface="Tahoma"/>
              </a:rPr>
              <a:t>)</a:t>
            </a:r>
            <a:endParaRPr lang="en-IN" dirty="0">
              <a:cs typeface="Tahoma"/>
            </a:endParaRPr>
          </a:p>
          <a:p>
            <a:pPr>
              <a:spcBef>
                <a:spcPts val="789"/>
              </a:spcBef>
            </a:pPr>
            <a:endParaRPr lang="en-IN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06400" y="105541"/>
            <a:ext cx="10058400" cy="906462"/>
          </a:xfrm>
        </p:spPr>
        <p:txBody>
          <a:bodyPr>
            <a:noAutofit/>
          </a:bodyPr>
          <a:lstStyle/>
          <a:p>
            <a:r>
              <a:rPr lang="en-GB" b="0" dirty="0"/>
              <a:t>Probabilistic Language Models</a:t>
            </a:r>
            <a:endParaRPr lang="en-US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880725" y="6459538"/>
            <a:ext cx="1311275" cy="365125"/>
          </a:xfrm>
          <a:prstGeom prst="rect">
            <a:avLst/>
          </a:prstGeom>
        </p:spPr>
        <p:txBody>
          <a:bodyPr/>
          <a:lstStyle/>
          <a:p>
            <a:fld id="{4CE482DC-2269-4F26-9D2A-7E44B1A4CD85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157206"/>
              </p:ext>
            </p:extLst>
          </p:nvPr>
        </p:nvGraphicFramePr>
        <p:xfrm>
          <a:off x="5391324" y="1361200"/>
          <a:ext cx="26463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680" imgH="228600" progId="Equation.3">
                  <p:embed/>
                </p:oleObj>
              </mc:Choice>
              <mc:Fallback>
                <p:oleObj name="Equation" r:id="rId3" imgW="1777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1324" y="1361200"/>
                        <a:ext cx="2646362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697441"/>
              </p:ext>
            </p:extLst>
          </p:nvPr>
        </p:nvGraphicFramePr>
        <p:xfrm>
          <a:off x="4006008" y="3100118"/>
          <a:ext cx="6687741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70120" imgH="228600" progId="Equation.3">
                  <p:embed/>
                </p:oleObj>
              </mc:Choice>
              <mc:Fallback>
                <p:oleObj name="Equation" r:id="rId5" imgW="447012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6008" y="3100118"/>
                        <a:ext cx="6687741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456334"/>
              </p:ext>
            </p:extLst>
          </p:nvPr>
        </p:nvGraphicFramePr>
        <p:xfrm>
          <a:off x="6927589" y="2302038"/>
          <a:ext cx="18621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44520" imgH="253800" progId="Equation.3">
                  <p:embed/>
                </p:oleObj>
              </mc:Choice>
              <mc:Fallback>
                <p:oleObj name="Equation" r:id="rId7" imgW="124452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27589" y="2302038"/>
                        <a:ext cx="1862138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666702"/>
              </p:ext>
            </p:extLst>
          </p:nvPr>
        </p:nvGraphicFramePr>
        <p:xfrm>
          <a:off x="4877298" y="4324673"/>
          <a:ext cx="42926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69920" imgH="431640" progId="Equation.3">
                  <p:embed/>
                </p:oleObj>
              </mc:Choice>
              <mc:Fallback>
                <p:oleObj name="Equation" r:id="rId9" imgW="286992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77298" y="4324673"/>
                        <a:ext cx="4292600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3737B5-E55E-9E0D-7FA9-78A87F159299}"/>
                  </a:ext>
                </a:extLst>
              </p14:cNvPr>
              <p14:cNvContentPartPr/>
              <p14:nvPr/>
            </p14:nvContentPartPr>
            <p14:xfrm>
              <a:off x="3095837" y="1716616"/>
              <a:ext cx="575280" cy="20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3737B5-E55E-9E0D-7FA9-78A87F15929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89717" y="1710496"/>
                <a:ext cx="5875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689A45-0744-1418-0637-E672884C319B}"/>
                  </a:ext>
                </a:extLst>
              </p14:cNvPr>
              <p14:cNvContentPartPr/>
              <p14:nvPr/>
            </p14:nvContentPartPr>
            <p14:xfrm>
              <a:off x="2601917" y="2506096"/>
              <a:ext cx="436320" cy="196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689A45-0744-1418-0637-E672884C319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95797" y="2499976"/>
                <a:ext cx="4485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FF1F90-CD8C-9488-FB79-CAEEB6CF687B}"/>
                  </a:ext>
                </a:extLst>
              </p14:cNvPr>
              <p14:cNvContentPartPr/>
              <p14:nvPr/>
            </p14:nvContentPartPr>
            <p14:xfrm>
              <a:off x="2737637" y="3322576"/>
              <a:ext cx="595440" cy="326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FF1F90-CD8C-9488-FB79-CAEEB6CF687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31517" y="3316456"/>
                <a:ext cx="60768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D3DC36-CC77-620E-29AD-2C22FBEEBDBA}"/>
                  </a:ext>
                </a:extLst>
              </p14:cNvPr>
              <p14:cNvContentPartPr/>
              <p14:nvPr/>
            </p14:nvContentPartPr>
            <p14:xfrm>
              <a:off x="2612717" y="4800016"/>
              <a:ext cx="767160" cy="307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D3DC36-CC77-620E-29AD-2C22FBEEBDB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606597" y="4793896"/>
                <a:ext cx="779400" cy="3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2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10858-F6E9-6CC7-20EC-ABA44720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28" y="1397480"/>
            <a:ext cx="9480429" cy="46223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4B161A-B2DF-73FC-DD00-4D8650296076}"/>
                  </a:ext>
                </a:extLst>
              </p14:cNvPr>
              <p14:cNvContentPartPr/>
              <p14:nvPr/>
            </p14:nvContentPartPr>
            <p14:xfrm>
              <a:off x="3040757" y="2500390"/>
              <a:ext cx="249480" cy="2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4B161A-B2DF-73FC-DD00-4D86502960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4637" y="2494270"/>
                <a:ext cx="261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FDA3C1-3C09-DB5A-0F6E-F40A9826DACF}"/>
                  </a:ext>
                </a:extLst>
              </p14:cNvPr>
              <p14:cNvContentPartPr/>
              <p14:nvPr/>
            </p14:nvContentPartPr>
            <p14:xfrm>
              <a:off x="4498757" y="3367630"/>
              <a:ext cx="427320" cy="24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FDA3C1-3C09-DB5A-0F6E-F40A9826DA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92637" y="3361510"/>
                <a:ext cx="4395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76238C-8F82-FDDD-079E-07FBF2B5C53F}"/>
                  </a:ext>
                </a:extLst>
              </p14:cNvPr>
              <p14:cNvContentPartPr/>
              <p14:nvPr/>
            </p14:nvContentPartPr>
            <p14:xfrm>
              <a:off x="4894037" y="2001070"/>
              <a:ext cx="194040" cy="46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76238C-8F82-FDDD-079E-07FBF2B5C5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7917" y="1994950"/>
                <a:ext cx="2062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C68183-B9AB-8A67-B225-B396B4661749}"/>
                  </a:ext>
                </a:extLst>
              </p14:cNvPr>
              <p14:cNvContentPartPr/>
              <p14:nvPr/>
            </p14:nvContentPartPr>
            <p14:xfrm>
              <a:off x="4927877" y="2395990"/>
              <a:ext cx="182520" cy="45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C68183-B9AB-8A67-B225-B396B46617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21757" y="2389870"/>
                <a:ext cx="1947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DDF90C2-9727-CC34-DD56-F3E21FA8D594}"/>
                  </a:ext>
                </a:extLst>
              </p14:cNvPr>
              <p14:cNvContentPartPr/>
              <p14:nvPr/>
            </p14:nvContentPartPr>
            <p14:xfrm>
              <a:off x="5045597" y="2744470"/>
              <a:ext cx="112680" cy="28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DDF90C2-9727-CC34-DD56-F3E21FA8D59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39477" y="2738350"/>
                <a:ext cx="1249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76F1F51-44AD-116C-BD87-729D4D6860CD}"/>
                  </a:ext>
                </a:extLst>
              </p14:cNvPr>
              <p14:cNvContentPartPr/>
              <p14:nvPr/>
            </p14:nvContentPartPr>
            <p14:xfrm>
              <a:off x="5065397" y="2953630"/>
              <a:ext cx="93960" cy="14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76F1F51-44AD-116C-BD87-729D4D6860C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59277" y="2947510"/>
                <a:ext cx="1062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122A8B0-87D8-A774-7F1F-66D11844C6AB}"/>
                  </a:ext>
                </a:extLst>
              </p14:cNvPr>
              <p14:cNvContentPartPr/>
              <p14:nvPr/>
            </p14:nvContentPartPr>
            <p14:xfrm>
              <a:off x="5019677" y="3448270"/>
              <a:ext cx="101520" cy="4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122A8B0-87D8-A774-7F1F-66D11844C6A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13557" y="3442150"/>
                <a:ext cx="11376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689BF7C-926C-80AB-E1BA-32F77D0ED2BA}"/>
              </a:ext>
            </a:extLst>
          </p:cNvPr>
          <p:cNvGrpSpPr/>
          <p:nvPr/>
        </p:nvGrpSpPr>
        <p:grpSpPr>
          <a:xfrm>
            <a:off x="5171957" y="2015830"/>
            <a:ext cx="56880" cy="86040"/>
            <a:chOff x="5171957" y="2015830"/>
            <a:chExt cx="5688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FE68A40-0145-644F-D03E-977ABF954E25}"/>
                    </a:ext>
                  </a:extLst>
                </p14:cNvPr>
                <p14:cNvContentPartPr/>
                <p14:nvPr/>
              </p14:nvContentPartPr>
              <p14:xfrm>
                <a:off x="5171957" y="2042470"/>
                <a:ext cx="56880" cy="59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FE68A40-0145-644F-D03E-977ABF954E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65837" y="2036350"/>
                  <a:ext cx="69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523A55-E394-0BB0-98B9-5BC9194D219E}"/>
                    </a:ext>
                  </a:extLst>
                </p14:cNvPr>
                <p14:cNvContentPartPr/>
                <p14:nvPr/>
              </p14:nvContentPartPr>
              <p14:xfrm>
                <a:off x="5205797" y="201583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523A55-E394-0BB0-98B9-5BC9194D219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99677" y="20097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E2FCC32-630D-D6DA-15A6-89DE4EB2FA59}"/>
                  </a:ext>
                </a:extLst>
              </p14:cNvPr>
              <p14:cNvContentPartPr/>
              <p14:nvPr/>
            </p14:nvContentPartPr>
            <p14:xfrm>
              <a:off x="7789157" y="1631350"/>
              <a:ext cx="861120" cy="512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E2FCC32-630D-D6DA-15A6-89DE4EB2FA5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83037" y="1625230"/>
                <a:ext cx="87336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E86D209-EA82-B464-DAC1-1DCF3AFD4BE6}"/>
                  </a:ext>
                </a:extLst>
              </p14:cNvPr>
              <p14:cNvContentPartPr/>
              <p14:nvPr/>
            </p14:nvContentPartPr>
            <p14:xfrm>
              <a:off x="8170757" y="2281510"/>
              <a:ext cx="26640" cy="41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E86D209-EA82-B464-DAC1-1DCF3AFD4BE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64637" y="2275390"/>
                <a:ext cx="3888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2082B36E-5899-F199-4FB5-A2F4A1363544}"/>
              </a:ext>
            </a:extLst>
          </p:cNvPr>
          <p:cNvGrpSpPr/>
          <p:nvPr/>
        </p:nvGrpSpPr>
        <p:grpSpPr>
          <a:xfrm>
            <a:off x="6848837" y="628750"/>
            <a:ext cx="1808640" cy="634320"/>
            <a:chOff x="6848837" y="628750"/>
            <a:chExt cx="1808640" cy="63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BC5CF62-D8D9-7F0C-A733-7FE87CDEEC93}"/>
                    </a:ext>
                  </a:extLst>
                </p14:cNvPr>
                <p14:cNvContentPartPr/>
                <p14:nvPr/>
              </p14:nvContentPartPr>
              <p14:xfrm>
                <a:off x="6924077" y="700750"/>
                <a:ext cx="205200" cy="246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BC5CF62-D8D9-7F0C-A733-7FE87CDEEC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17957" y="694630"/>
                  <a:ext cx="217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C19D893-4BDF-D764-5A08-26C54103943F}"/>
                    </a:ext>
                  </a:extLst>
                </p14:cNvPr>
                <p14:cNvContentPartPr/>
                <p14:nvPr/>
              </p14:nvContentPartPr>
              <p14:xfrm>
                <a:off x="6876197" y="734590"/>
                <a:ext cx="268200" cy="290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C19D893-4BDF-D764-5A08-26C54103943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70077" y="728470"/>
                  <a:ext cx="2804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045C431-EB7E-9226-6A12-A0F8DEC20030}"/>
                    </a:ext>
                  </a:extLst>
                </p14:cNvPr>
                <p14:cNvContentPartPr/>
                <p14:nvPr/>
              </p14:nvContentPartPr>
              <p14:xfrm>
                <a:off x="7160237" y="751870"/>
                <a:ext cx="200160" cy="125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045C431-EB7E-9226-6A12-A0F8DEC2003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54117" y="745750"/>
                  <a:ext cx="212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9CC848-EEA9-A6CC-F011-E98F9D9064EA}"/>
                    </a:ext>
                  </a:extLst>
                </p14:cNvPr>
                <p14:cNvContentPartPr/>
                <p14:nvPr/>
              </p14:nvContentPartPr>
              <p14:xfrm>
                <a:off x="7463357" y="628750"/>
                <a:ext cx="170640" cy="181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9CC848-EEA9-A6CC-F011-E98F9D9064E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57237" y="622630"/>
                  <a:ext cx="182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DD2E6D-A28F-9F29-43CF-8E8CEFD7692B}"/>
                    </a:ext>
                  </a:extLst>
                </p14:cNvPr>
                <p14:cNvContentPartPr/>
                <p14:nvPr/>
              </p14:nvContentPartPr>
              <p14:xfrm>
                <a:off x="7667837" y="712630"/>
                <a:ext cx="78480" cy="34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DD2E6D-A28F-9F29-43CF-8E8CEFD7692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61717" y="706510"/>
                  <a:ext cx="90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DE831E7-96B1-E44D-58F8-6E04AC5D34A9}"/>
                    </a:ext>
                  </a:extLst>
                </p14:cNvPr>
                <p14:cNvContentPartPr/>
                <p14:nvPr/>
              </p14:nvContentPartPr>
              <p14:xfrm>
                <a:off x="6848837" y="830350"/>
                <a:ext cx="768600" cy="155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DE831E7-96B1-E44D-58F8-6E04AC5D34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42717" y="824230"/>
                  <a:ext cx="780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4944A-A6E8-ED76-08EC-87A52A448CCC}"/>
                    </a:ext>
                  </a:extLst>
                </p14:cNvPr>
                <p14:cNvContentPartPr/>
                <p14:nvPr/>
              </p14:nvContentPartPr>
              <p14:xfrm>
                <a:off x="7707437" y="975070"/>
                <a:ext cx="950040" cy="288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4944A-A6E8-ED76-08EC-87A52A448C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01317" y="968950"/>
                  <a:ext cx="96228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4D64B0-9E9A-F6C7-0DE2-8AF4B1F93C16}"/>
              </a:ext>
            </a:extLst>
          </p:cNvPr>
          <p:cNvGrpSpPr/>
          <p:nvPr/>
        </p:nvGrpSpPr>
        <p:grpSpPr>
          <a:xfrm>
            <a:off x="1411037" y="2151910"/>
            <a:ext cx="1946160" cy="650880"/>
            <a:chOff x="1411037" y="2151910"/>
            <a:chExt cx="1946160" cy="6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7F7FD1-5B96-F0CE-599C-45696200E09F}"/>
                    </a:ext>
                  </a:extLst>
                </p14:cNvPr>
                <p14:cNvContentPartPr/>
                <p14:nvPr/>
              </p14:nvContentPartPr>
              <p14:xfrm>
                <a:off x="1411037" y="2151910"/>
                <a:ext cx="1701000" cy="650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7F7FD1-5B96-F0CE-599C-45696200E09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04917" y="2145790"/>
                  <a:ext cx="17132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315CC0-78DE-E7BD-6B74-B95B5FEB85F8}"/>
                    </a:ext>
                  </a:extLst>
                </p14:cNvPr>
                <p14:cNvContentPartPr/>
                <p14:nvPr/>
              </p14:nvContentPartPr>
              <p14:xfrm>
                <a:off x="2988557" y="2362150"/>
                <a:ext cx="368640" cy="288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315CC0-78DE-E7BD-6B74-B95B5FEB85F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982437" y="2356030"/>
                  <a:ext cx="3808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3722C0-9898-6AC8-A614-0C82C39CFA82}"/>
                    </a:ext>
                  </a:extLst>
                </p14:cNvPr>
                <p14:cNvContentPartPr/>
                <p14:nvPr/>
              </p14:nvContentPartPr>
              <p14:xfrm>
                <a:off x="2878397" y="2283670"/>
                <a:ext cx="419400" cy="420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3722C0-9898-6AC8-A614-0C82C39CFA8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72277" y="2277550"/>
                  <a:ext cx="4316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DB16A1F-7D56-B3D0-2480-884BA1AE531C}"/>
                    </a:ext>
                  </a:extLst>
                </p14:cNvPr>
                <p14:cNvContentPartPr/>
                <p14:nvPr/>
              </p14:nvContentPartPr>
              <p14:xfrm>
                <a:off x="3079997" y="2572390"/>
                <a:ext cx="83160" cy="84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B16A1F-7D56-B3D0-2480-884BA1AE531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73877" y="2566270"/>
                  <a:ext cx="95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EE03D1-A8E5-1410-30CE-84FCCD67864F}"/>
                    </a:ext>
                  </a:extLst>
                </p14:cNvPr>
                <p14:cNvContentPartPr/>
                <p14:nvPr/>
              </p14:nvContentPartPr>
              <p14:xfrm>
                <a:off x="2984237" y="2516230"/>
                <a:ext cx="276120" cy="87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EE03D1-A8E5-1410-30CE-84FCCD6786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78117" y="2510110"/>
                  <a:ext cx="28836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80F402-C38D-1AAF-992D-587944734CC6}"/>
              </a:ext>
            </a:extLst>
          </p:cNvPr>
          <p:cNvGrpSpPr/>
          <p:nvPr/>
        </p:nvGrpSpPr>
        <p:grpSpPr>
          <a:xfrm>
            <a:off x="5543837" y="5339710"/>
            <a:ext cx="4541400" cy="718560"/>
            <a:chOff x="5543837" y="5339710"/>
            <a:chExt cx="4541400" cy="71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DF10F50-DB8B-EC95-7C10-84881BA01CC0}"/>
                    </a:ext>
                  </a:extLst>
                </p14:cNvPr>
                <p14:cNvContentPartPr/>
                <p14:nvPr/>
              </p14:nvContentPartPr>
              <p14:xfrm>
                <a:off x="5543837" y="5339710"/>
                <a:ext cx="2847240" cy="71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DF10F50-DB8B-EC95-7C10-84881BA01CC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537717" y="5333590"/>
                  <a:ext cx="285948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16F9CC-4911-79FF-AA81-B29A02C1ECA3}"/>
                    </a:ext>
                  </a:extLst>
                </p14:cNvPr>
                <p14:cNvContentPartPr/>
                <p14:nvPr/>
              </p14:nvContentPartPr>
              <p14:xfrm>
                <a:off x="8362277" y="5441230"/>
                <a:ext cx="1722960" cy="544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16F9CC-4911-79FF-AA81-B29A02C1EC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56157" y="5435110"/>
                  <a:ext cx="1735200" cy="55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7A9D587-81EA-FC48-243D-14FA3115DAEA}"/>
                  </a:ext>
                </a:extLst>
              </p14:cNvPr>
              <p14:cNvContentPartPr/>
              <p14:nvPr/>
            </p14:nvContentPartPr>
            <p14:xfrm>
              <a:off x="2352437" y="1323910"/>
              <a:ext cx="79920" cy="56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7A9D587-81EA-FC48-243D-14FA3115DAE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46317" y="1317790"/>
                <a:ext cx="9216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F3D23AA7-4FA8-97BB-5606-0F689CB99D9F}"/>
              </a:ext>
            </a:extLst>
          </p:cNvPr>
          <p:cNvGrpSpPr/>
          <p:nvPr/>
        </p:nvGrpSpPr>
        <p:grpSpPr>
          <a:xfrm>
            <a:off x="2771837" y="382510"/>
            <a:ext cx="3402720" cy="650880"/>
            <a:chOff x="2771837" y="382510"/>
            <a:chExt cx="3402720" cy="6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A9B9EE-3C5E-0EC1-B377-408C843CF1FF}"/>
                    </a:ext>
                  </a:extLst>
                </p14:cNvPr>
                <p14:cNvContentPartPr/>
                <p14:nvPr/>
              </p14:nvContentPartPr>
              <p14:xfrm>
                <a:off x="2771837" y="676990"/>
                <a:ext cx="357840" cy="285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A9B9EE-3C5E-0EC1-B377-408C843CF1F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65717" y="670870"/>
                  <a:ext cx="370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5949E5-B1B7-77A0-AF4D-31BF0F635D01}"/>
                    </a:ext>
                  </a:extLst>
                </p14:cNvPr>
                <p14:cNvContentPartPr/>
                <p14:nvPr/>
              </p14:nvContentPartPr>
              <p14:xfrm>
                <a:off x="3328397" y="622630"/>
                <a:ext cx="241560" cy="324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5949E5-B1B7-77A0-AF4D-31BF0F635D0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22277" y="616510"/>
                  <a:ext cx="2538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C684B93-4E87-E4E3-6835-9175CB620753}"/>
                    </a:ext>
                  </a:extLst>
                </p14:cNvPr>
                <p14:cNvContentPartPr/>
                <p14:nvPr/>
              </p14:nvContentPartPr>
              <p14:xfrm>
                <a:off x="3683717" y="610030"/>
                <a:ext cx="122400" cy="203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C684B93-4E87-E4E3-6835-9175CB62075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77597" y="603910"/>
                  <a:ext cx="134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BFEB4E-1889-B50A-F57E-E8C11DB49B55}"/>
                    </a:ext>
                  </a:extLst>
                </p14:cNvPr>
                <p14:cNvContentPartPr/>
                <p14:nvPr/>
              </p14:nvContentPartPr>
              <p14:xfrm>
                <a:off x="3876317" y="552430"/>
                <a:ext cx="431280" cy="189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BFEB4E-1889-B50A-F57E-E8C11DB49B5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870197" y="546310"/>
                  <a:ext cx="4435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766E73-9336-B4A3-50B8-2B66A32A15FB}"/>
                    </a:ext>
                  </a:extLst>
                </p14:cNvPr>
                <p14:cNvContentPartPr/>
                <p14:nvPr/>
              </p14:nvContentPartPr>
              <p14:xfrm>
                <a:off x="4473557" y="437230"/>
                <a:ext cx="106200" cy="140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766E73-9336-B4A3-50B8-2B66A32A15F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67437" y="431110"/>
                  <a:ext cx="1184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1092A7B-3E3C-D005-6044-AD1C5D03EDC7}"/>
                    </a:ext>
                  </a:extLst>
                </p14:cNvPr>
                <p14:cNvContentPartPr/>
                <p14:nvPr/>
              </p14:nvContentPartPr>
              <p14:xfrm>
                <a:off x="4463117" y="382510"/>
                <a:ext cx="523080" cy="306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1092A7B-3E3C-D005-6044-AD1C5D03EDC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456997" y="376390"/>
                  <a:ext cx="5353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81EBA5-39C3-23EC-CA54-95B6B12D0EF6}"/>
                    </a:ext>
                  </a:extLst>
                </p14:cNvPr>
                <p14:cNvContentPartPr/>
                <p14:nvPr/>
              </p14:nvContentPartPr>
              <p14:xfrm>
                <a:off x="4562117" y="414190"/>
                <a:ext cx="416520" cy="155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81EBA5-39C3-23EC-CA54-95B6B12D0EF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55997" y="408070"/>
                  <a:ext cx="4287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4968E5-7806-53BD-3F09-757D86AC5FA6}"/>
                    </a:ext>
                  </a:extLst>
                </p14:cNvPr>
                <p14:cNvContentPartPr/>
                <p14:nvPr/>
              </p14:nvContentPartPr>
              <p14:xfrm>
                <a:off x="4576157" y="884710"/>
                <a:ext cx="348120" cy="148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4968E5-7806-53BD-3F09-757D86AC5FA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70037" y="878590"/>
                  <a:ext cx="360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11BC94C-FC28-AD08-9B4D-EC51A435CE6B}"/>
                    </a:ext>
                  </a:extLst>
                </p14:cNvPr>
                <p14:cNvContentPartPr/>
                <p14:nvPr/>
              </p14:nvContentPartPr>
              <p14:xfrm>
                <a:off x="4949117" y="827110"/>
                <a:ext cx="91440" cy="99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11BC94C-FC28-AD08-9B4D-EC51A435CE6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42997" y="820990"/>
                  <a:ext cx="103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2BFFC64-D669-91EF-11E8-027631F4C32C}"/>
                    </a:ext>
                  </a:extLst>
                </p14:cNvPr>
                <p14:cNvContentPartPr/>
                <p14:nvPr/>
              </p14:nvContentPartPr>
              <p14:xfrm>
                <a:off x="5072957" y="667630"/>
                <a:ext cx="388080" cy="247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2BFFC64-D669-91EF-11E8-027631F4C32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66837" y="661510"/>
                  <a:ext cx="400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8D8270-5E7D-9952-0948-51E0AE77BD84}"/>
                    </a:ext>
                  </a:extLst>
                </p14:cNvPr>
                <p14:cNvContentPartPr/>
                <p14:nvPr/>
              </p14:nvContentPartPr>
              <p14:xfrm>
                <a:off x="5678837" y="587710"/>
                <a:ext cx="495720" cy="165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8D8270-5E7D-9952-0948-51E0AE77BD8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72717" y="581590"/>
                  <a:ext cx="507960" cy="17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0702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this sentences </a:t>
            </a:r>
          </a:p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lang="en-US" b="1" dirty="0">
                <a:solidFill>
                  <a:schemeClr val="accent6"/>
                </a:solidFill>
              </a:rPr>
              <a:t>Have a good day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      Have a great day </a:t>
            </a:r>
          </a:p>
          <a:p>
            <a:pPr marL="0" indent="0">
              <a:buNone/>
            </a:pP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</a:t>
            </a:r>
            <a:r>
              <a:rPr lang="en-US" dirty="0"/>
              <a:t>What happens in smoothing ?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497" y="4142286"/>
            <a:ext cx="4724400" cy="1238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25A7A7-4CEE-DA87-57D3-483DE4E23950}"/>
                  </a:ext>
                </a:extLst>
              </p14:cNvPr>
              <p14:cNvContentPartPr/>
              <p14:nvPr/>
            </p14:nvContentPartPr>
            <p14:xfrm>
              <a:off x="3625037" y="2707390"/>
              <a:ext cx="340200" cy="161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25A7A7-4CEE-DA87-57D3-483DE4E239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8917" y="2701270"/>
                <a:ext cx="3524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84CBF96-2B44-9ACE-E111-7904D71C23F4}"/>
                  </a:ext>
                </a:extLst>
              </p14:cNvPr>
              <p14:cNvContentPartPr/>
              <p14:nvPr/>
            </p14:nvContentPartPr>
            <p14:xfrm>
              <a:off x="2970197" y="2833750"/>
              <a:ext cx="762120" cy="98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84CBF96-2B44-9ACE-E111-7904D71C23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4077" y="2827630"/>
                <a:ext cx="7743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409AC4-23F9-E927-9983-54A8BF9B9EFF}"/>
                  </a:ext>
                </a:extLst>
              </p14:cNvPr>
              <p14:cNvContentPartPr/>
              <p14:nvPr/>
            </p14:nvContentPartPr>
            <p14:xfrm>
              <a:off x="3354677" y="2721790"/>
              <a:ext cx="39600" cy="68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409AC4-23F9-E927-9983-54A8BF9B9E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48557" y="2715670"/>
                <a:ext cx="518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75F134-6262-46FB-0801-DFC7609DF303}"/>
                  </a:ext>
                </a:extLst>
              </p14:cNvPr>
              <p14:cNvContentPartPr/>
              <p14:nvPr/>
            </p14:nvContentPartPr>
            <p14:xfrm>
              <a:off x="7394957" y="2041030"/>
              <a:ext cx="261360" cy="272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75F134-6262-46FB-0801-DFC7609DF30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88837" y="2034910"/>
                <a:ext cx="2736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71C52E-CCBA-31B0-20D4-DCD3AC6A3A07}"/>
                  </a:ext>
                </a:extLst>
              </p14:cNvPr>
              <p14:cNvContentPartPr/>
              <p14:nvPr/>
            </p14:nvContentPartPr>
            <p14:xfrm>
              <a:off x="7776557" y="1863190"/>
              <a:ext cx="164880" cy="525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71C52E-CCBA-31B0-20D4-DCD3AC6A3A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70437" y="1857070"/>
                <a:ext cx="1771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5E76C7-DD64-01E8-B492-6E983EE5CB04}"/>
                  </a:ext>
                </a:extLst>
              </p14:cNvPr>
              <p14:cNvContentPartPr/>
              <p14:nvPr/>
            </p14:nvContentPartPr>
            <p14:xfrm>
              <a:off x="9255797" y="1737910"/>
              <a:ext cx="354600" cy="661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5E76C7-DD64-01E8-B492-6E983EE5CB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49677" y="1731790"/>
                <a:ext cx="366840" cy="67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4378DF7-69EF-7A48-A4F2-2EFC9590B1DE}"/>
              </a:ext>
            </a:extLst>
          </p:cNvPr>
          <p:cNvGrpSpPr/>
          <p:nvPr/>
        </p:nvGrpSpPr>
        <p:grpSpPr>
          <a:xfrm>
            <a:off x="3405797" y="1862110"/>
            <a:ext cx="971280" cy="1100880"/>
            <a:chOff x="3405797" y="1862110"/>
            <a:chExt cx="971280" cy="11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51618B-D00C-4195-833D-F17EE2F8439F}"/>
                    </a:ext>
                  </a:extLst>
                </p14:cNvPr>
                <p14:cNvContentPartPr/>
                <p14:nvPr/>
              </p14:nvContentPartPr>
              <p14:xfrm>
                <a:off x="3453677" y="1862110"/>
                <a:ext cx="923400" cy="586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51618B-D00C-4195-833D-F17EE2F8439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47557" y="1855990"/>
                  <a:ext cx="93564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36DF53-3D1A-7109-EB49-01ABA350538B}"/>
                    </a:ext>
                  </a:extLst>
                </p14:cNvPr>
                <p14:cNvContentPartPr/>
                <p14:nvPr/>
              </p14:nvContentPartPr>
              <p14:xfrm>
                <a:off x="3405797" y="2431990"/>
                <a:ext cx="968760" cy="531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36DF53-3D1A-7109-EB49-01ABA350538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99677" y="2425870"/>
                  <a:ext cx="981000" cy="54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77F73FA-5D7A-0093-449D-11160963DBF2}"/>
                  </a:ext>
                </a:extLst>
              </p14:cNvPr>
              <p14:cNvContentPartPr/>
              <p14:nvPr/>
            </p14:nvContentPartPr>
            <p14:xfrm>
              <a:off x="3843917" y="1866430"/>
              <a:ext cx="169200" cy="284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77F73FA-5D7A-0093-449D-11160963DBF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37797" y="1860310"/>
                <a:ext cx="1814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4DDF697-44DE-4A9C-1C7B-B68FE8185D15}"/>
                  </a:ext>
                </a:extLst>
              </p14:cNvPr>
              <p14:cNvContentPartPr/>
              <p14:nvPr/>
            </p14:nvContentPartPr>
            <p14:xfrm>
              <a:off x="3957317" y="2754550"/>
              <a:ext cx="9000" cy="89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4DDF697-44DE-4A9C-1C7B-B68FE8185D1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51197" y="2748430"/>
                <a:ext cx="2124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F20D9AB-0250-79D8-5646-CAC54C17CA5E}"/>
              </a:ext>
            </a:extLst>
          </p:cNvPr>
          <p:cNvGrpSpPr/>
          <p:nvPr/>
        </p:nvGrpSpPr>
        <p:grpSpPr>
          <a:xfrm>
            <a:off x="7913357" y="2793070"/>
            <a:ext cx="453960" cy="356400"/>
            <a:chOff x="7913357" y="2793070"/>
            <a:chExt cx="45396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9B3141-7630-9B1E-0E01-5BE562808511}"/>
                    </a:ext>
                  </a:extLst>
                </p14:cNvPr>
                <p14:cNvContentPartPr/>
                <p14:nvPr/>
              </p14:nvContentPartPr>
              <p14:xfrm>
                <a:off x="7913357" y="2793070"/>
                <a:ext cx="157320" cy="356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9B3141-7630-9B1E-0E01-5BE56280851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07237" y="2786950"/>
                  <a:ext cx="169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0ECF646-F99F-AEA8-B373-7B0B4A3B36C7}"/>
                    </a:ext>
                  </a:extLst>
                </p14:cNvPr>
                <p14:cNvContentPartPr/>
                <p14:nvPr/>
              </p14:nvContentPartPr>
              <p14:xfrm>
                <a:off x="8216477" y="2827270"/>
                <a:ext cx="150840" cy="107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0ECF646-F99F-AEA8-B373-7B0B4A3B36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10357" y="2821150"/>
                  <a:ext cx="16308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4C67C1B-F575-FE34-DCCE-48E3A6C7970C}"/>
                  </a:ext>
                </a:extLst>
              </p14:cNvPr>
              <p14:cNvContentPartPr/>
              <p14:nvPr/>
            </p14:nvContentPartPr>
            <p14:xfrm>
              <a:off x="8851517" y="2974510"/>
              <a:ext cx="213480" cy="29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4C67C1B-F575-FE34-DCCE-48E3A6C7970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45397" y="2968390"/>
                <a:ext cx="22572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6166A469-7CF9-0D2A-0220-9695010992BB}"/>
              </a:ext>
            </a:extLst>
          </p:cNvPr>
          <p:cNvGrpSpPr/>
          <p:nvPr/>
        </p:nvGrpSpPr>
        <p:grpSpPr>
          <a:xfrm>
            <a:off x="8030357" y="3513070"/>
            <a:ext cx="448920" cy="208080"/>
            <a:chOff x="8030357" y="3513070"/>
            <a:chExt cx="44892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05435E-A39A-38C0-AAFA-3BE0819FF99E}"/>
                    </a:ext>
                  </a:extLst>
                </p14:cNvPr>
                <p14:cNvContentPartPr/>
                <p14:nvPr/>
              </p14:nvContentPartPr>
              <p14:xfrm>
                <a:off x="8030357" y="3513070"/>
                <a:ext cx="143640" cy="208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05435E-A39A-38C0-AAFA-3BE0819FF99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24237" y="3506950"/>
                  <a:ext cx="155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4CEE797-7301-DC06-8F18-2E788F837563}"/>
                    </a:ext>
                  </a:extLst>
                </p14:cNvPr>
                <p14:cNvContentPartPr/>
                <p14:nvPr/>
              </p14:nvContentPartPr>
              <p14:xfrm>
                <a:off x="8380997" y="3571390"/>
                <a:ext cx="98280" cy="6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4CEE797-7301-DC06-8F18-2E788F83756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74877" y="3565270"/>
                  <a:ext cx="110520" cy="8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375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distributed representation of words</a:t>
            </a:r>
          </a:p>
          <a:p>
            <a:r>
              <a:rPr lang="en-US" dirty="0"/>
              <a:t>What is distributed representation?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        also known as embedding.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Eg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to generalize better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547" y="3510370"/>
            <a:ext cx="3838167" cy="18192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651CDE8-C96E-553D-5714-EFAD9E1F67DF}"/>
                  </a:ext>
                </a:extLst>
              </p14:cNvPr>
              <p14:cNvContentPartPr/>
              <p14:nvPr/>
            </p14:nvContentPartPr>
            <p14:xfrm>
              <a:off x="1647557" y="1538470"/>
              <a:ext cx="317160" cy="488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651CDE8-C96E-553D-5714-EFAD9E1F67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1437" y="1532350"/>
                <a:ext cx="32940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061308-4E98-2772-7561-97202F17B83C}"/>
                  </a:ext>
                </a:extLst>
              </p14:cNvPr>
              <p14:cNvContentPartPr/>
              <p14:nvPr/>
            </p14:nvContentPartPr>
            <p14:xfrm>
              <a:off x="6464357" y="1627750"/>
              <a:ext cx="234720" cy="536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061308-4E98-2772-7561-97202F17B8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58237" y="1621630"/>
                <a:ext cx="246960" cy="54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830F7A03-EB5E-67EC-66D0-25E4DF1A7C92}"/>
              </a:ext>
            </a:extLst>
          </p:cNvPr>
          <p:cNvGrpSpPr/>
          <p:nvPr/>
        </p:nvGrpSpPr>
        <p:grpSpPr>
          <a:xfrm>
            <a:off x="7884197" y="1724590"/>
            <a:ext cx="4050360" cy="3214800"/>
            <a:chOff x="7884197" y="1724590"/>
            <a:chExt cx="4050360" cy="321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845E20-8413-5076-826C-324FB08E5333}"/>
                    </a:ext>
                  </a:extLst>
                </p14:cNvPr>
                <p14:cNvContentPartPr/>
                <p14:nvPr/>
              </p14:nvContentPartPr>
              <p14:xfrm>
                <a:off x="8256437" y="1979830"/>
                <a:ext cx="92160" cy="1370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845E20-8413-5076-826C-324FB08E53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50317" y="1973710"/>
                  <a:ext cx="104400" cy="13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3CEEC0-F743-0828-9C9F-B5A7AC3EE59D}"/>
                    </a:ext>
                  </a:extLst>
                </p14:cNvPr>
                <p14:cNvContentPartPr/>
                <p14:nvPr/>
              </p14:nvContentPartPr>
              <p14:xfrm>
                <a:off x="7884197" y="2852470"/>
                <a:ext cx="1845000" cy="19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3CEEC0-F743-0828-9C9F-B5A7AC3EE5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78077" y="2846350"/>
                  <a:ext cx="1857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3261E9-FCB9-1B71-69CA-69B6B4FFD805}"/>
                    </a:ext>
                  </a:extLst>
                </p14:cNvPr>
                <p14:cNvContentPartPr/>
                <p14:nvPr/>
              </p14:nvContentPartPr>
              <p14:xfrm>
                <a:off x="8705717" y="2066950"/>
                <a:ext cx="199800" cy="116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3261E9-FCB9-1B71-69CA-69B6B4FFD80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99597" y="2060830"/>
                  <a:ext cx="212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628620-7E98-74E4-634A-220A10FB2D37}"/>
                    </a:ext>
                  </a:extLst>
                </p14:cNvPr>
                <p14:cNvContentPartPr/>
                <p14:nvPr/>
              </p14:nvContentPartPr>
              <p14:xfrm>
                <a:off x="8784197" y="2079910"/>
                <a:ext cx="83880" cy="106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628620-7E98-74E4-634A-220A10FB2D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78077" y="2073790"/>
                  <a:ext cx="96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B38005-ACB6-9D2E-170A-DD837D56D501}"/>
                    </a:ext>
                  </a:extLst>
                </p14:cNvPr>
                <p14:cNvContentPartPr/>
                <p14:nvPr/>
              </p14:nvContentPartPr>
              <p14:xfrm>
                <a:off x="9023957" y="2545030"/>
                <a:ext cx="92880" cy="82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B38005-ACB6-9D2E-170A-DD837D56D50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17837" y="2538910"/>
                  <a:ext cx="105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514770-720A-7C49-CE1D-90A441046FF9}"/>
                    </a:ext>
                  </a:extLst>
                </p14:cNvPr>
                <p14:cNvContentPartPr/>
                <p14:nvPr/>
              </p14:nvContentPartPr>
              <p14:xfrm>
                <a:off x="9052037" y="2526670"/>
                <a:ext cx="100440" cy="137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514770-720A-7C49-CE1D-90A441046FF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45917" y="2520550"/>
                  <a:ext cx="112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CC8EB18-C46B-490E-70FC-C5FF61666CCC}"/>
                    </a:ext>
                  </a:extLst>
                </p14:cNvPr>
                <p14:cNvContentPartPr/>
                <p14:nvPr/>
              </p14:nvContentPartPr>
              <p14:xfrm>
                <a:off x="8460197" y="1724590"/>
                <a:ext cx="1020600" cy="1064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CC8EB18-C46B-490E-70FC-C5FF61666C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54077" y="1718470"/>
                  <a:ext cx="1032840" cy="10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156A51A-154E-23F8-1C7A-DFB1F18A3F54}"/>
                    </a:ext>
                  </a:extLst>
                </p14:cNvPr>
                <p14:cNvContentPartPr/>
                <p14:nvPr/>
              </p14:nvContentPartPr>
              <p14:xfrm>
                <a:off x="9272357" y="2194390"/>
                <a:ext cx="349560" cy="47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156A51A-154E-23F8-1C7A-DFB1F18A3F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66237" y="2188270"/>
                  <a:ext cx="361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774988-1476-D3DD-13FC-AD29733C2795}"/>
                    </a:ext>
                  </a:extLst>
                </p14:cNvPr>
                <p14:cNvContentPartPr/>
                <p14:nvPr/>
              </p14:nvContentPartPr>
              <p14:xfrm>
                <a:off x="9641717" y="2126710"/>
                <a:ext cx="144720" cy="256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774988-1476-D3DD-13FC-AD29733C279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35597" y="2120590"/>
                  <a:ext cx="156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7D2634-1C23-3558-1CDF-60094029A58B}"/>
                    </a:ext>
                  </a:extLst>
                </p14:cNvPr>
                <p14:cNvContentPartPr/>
                <p14:nvPr/>
              </p14:nvContentPartPr>
              <p14:xfrm>
                <a:off x="10017197" y="2147590"/>
                <a:ext cx="289440" cy="11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7D2634-1C23-3558-1CDF-60094029A58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11077" y="2141470"/>
                  <a:ext cx="3016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8B80DA-C28A-C299-68D0-3387DCB6000C}"/>
                    </a:ext>
                  </a:extLst>
                </p14:cNvPr>
                <p14:cNvContentPartPr/>
                <p14:nvPr/>
              </p14:nvContentPartPr>
              <p14:xfrm>
                <a:off x="10345157" y="2112670"/>
                <a:ext cx="291600" cy="107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8B80DA-C28A-C299-68D0-3387DCB6000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39037" y="2106550"/>
                  <a:ext cx="3038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7486F18-3041-AE93-06DF-61A83890D45D}"/>
                    </a:ext>
                  </a:extLst>
                </p14:cNvPr>
                <p14:cNvContentPartPr/>
                <p14:nvPr/>
              </p14:nvContentPartPr>
              <p14:xfrm>
                <a:off x="10646837" y="1978750"/>
                <a:ext cx="142560" cy="199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7486F18-3041-AE93-06DF-61A83890D45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40717" y="1972630"/>
                  <a:ext cx="154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E8CF1B4-6C92-9AD3-9039-E74EC01F8A26}"/>
                    </a:ext>
                  </a:extLst>
                </p14:cNvPr>
                <p14:cNvContentPartPr/>
                <p14:nvPr/>
              </p14:nvContentPartPr>
              <p14:xfrm>
                <a:off x="10982357" y="2006110"/>
                <a:ext cx="432720" cy="248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E8CF1B4-6C92-9AD3-9039-E74EC01F8A2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76237" y="1999990"/>
                  <a:ext cx="4449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E8FD963-EAEA-55B7-6E0F-4CC8D4B5BD99}"/>
                    </a:ext>
                  </a:extLst>
                </p14:cNvPr>
                <p14:cNvContentPartPr/>
                <p14:nvPr/>
              </p14:nvContentPartPr>
              <p14:xfrm>
                <a:off x="8857997" y="1764190"/>
                <a:ext cx="866880" cy="357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E8FD963-EAEA-55B7-6E0F-4CC8D4B5BD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51877" y="1758070"/>
                  <a:ext cx="8791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C4BA08-6C9E-3A4C-F923-B579D849E64D}"/>
                    </a:ext>
                  </a:extLst>
                </p14:cNvPr>
                <p14:cNvContentPartPr/>
                <p14:nvPr/>
              </p14:nvContentPartPr>
              <p14:xfrm>
                <a:off x="9089477" y="2521270"/>
                <a:ext cx="730080" cy="119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C4BA08-6C9E-3A4C-F923-B579D849E64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83357" y="2515150"/>
                  <a:ext cx="742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0EA37B-4406-894E-9024-C768677DC076}"/>
                    </a:ext>
                  </a:extLst>
                </p14:cNvPr>
                <p14:cNvContentPartPr/>
                <p14:nvPr/>
              </p14:nvContentPartPr>
              <p14:xfrm>
                <a:off x="8573957" y="3569230"/>
                <a:ext cx="13320" cy="237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0EA37B-4406-894E-9024-C768677DC07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67837" y="3563110"/>
                  <a:ext cx="25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0DBF33E-E043-0B2D-3181-8324D6CA6C20}"/>
                    </a:ext>
                  </a:extLst>
                </p14:cNvPr>
                <p14:cNvContentPartPr/>
                <p14:nvPr/>
              </p14:nvContentPartPr>
              <p14:xfrm>
                <a:off x="8620037" y="3571390"/>
                <a:ext cx="167760" cy="186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0DBF33E-E043-0B2D-3181-8324D6CA6C2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13917" y="3565270"/>
                  <a:ext cx="180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D0E041-8572-8B81-5730-874F63135B07}"/>
                    </a:ext>
                  </a:extLst>
                </p14:cNvPr>
                <p14:cNvContentPartPr/>
                <p14:nvPr/>
              </p14:nvContentPartPr>
              <p14:xfrm>
                <a:off x="8904077" y="3644470"/>
                <a:ext cx="15480" cy="105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D0E041-8572-8B81-5730-874F63135B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897957" y="3638350"/>
                  <a:ext cx="27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287D3CA-BF24-1C5C-75C3-DD23B7F71B44}"/>
                    </a:ext>
                  </a:extLst>
                </p14:cNvPr>
                <p14:cNvContentPartPr/>
                <p14:nvPr/>
              </p14:nvContentPartPr>
              <p14:xfrm>
                <a:off x="9032237" y="3646630"/>
                <a:ext cx="143280" cy="109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287D3CA-BF24-1C5C-75C3-DD23B7F71B4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026117" y="3640510"/>
                  <a:ext cx="155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CECBCC7-2638-F26F-DE6F-2443EA070015}"/>
                    </a:ext>
                  </a:extLst>
                </p14:cNvPr>
                <p14:cNvContentPartPr/>
                <p14:nvPr/>
              </p14:nvContentPartPr>
              <p14:xfrm>
                <a:off x="9299717" y="3619270"/>
                <a:ext cx="71640" cy="271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CECBCC7-2638-F26F-DE6F-2443EA07001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93597" y="3613150"/>
                  <a:ext cx="838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518041-CC25-299A-C653-B312601550BA}"/>
                    </a:ext>
                  </a:extLst>
                </p14:cNvPr>
                <p14:cNvContentPartPr/>
                <p14:nvPr/>
              </p14:nvContentPartPr>
              <p14:xfrm>
                <a:off x="9581597" y="3705670"/>
                <a:ext cx="137520" cy="2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518041-CC25-299A-C653-B312601550B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75477" y="3699550"/>
                  <a:ext cx="149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9497C1-8E5B-8D76-B1CC-132CB1230E1C}"/>
                    </a:ext>
                  </a:extLst>
                </p14:cNvPr>
                <p14:cNvContentPartPr/>
                <p14:nvPr/>
              </p14:nvContentPartPr>
              <p14:xfrm>
                <a:off x="9860597" y="3521350"/>
                <a:ext cx="107640" cy="94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9497C1-8E5B-8D76-B1CC-132CB1230E1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54477" y="3515230"/>
                  <a:ext cx="119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C76CC40-D44B-B9A8-9289-C85FF87095C2}"/>
                    </a:ext>
                  </a:extLst>
                </p14:cNvPr>
                <p14:cNvContentPartPr/>
                <p14:nvPr/>
              </p14:nvContentPartPr>
              <p14:xfrm>
                <a:off x="9878957" y="3563830"/>
                <a:ext cx="226080" cy="156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C76CC40-D44B-B9A8-9289-C85FF87095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72837" y="3557710"/>
                  <a:ext cx="238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B3034C9-E390-438A-5644-F1014ADBF940}"/>
                    </a:ext>
                  </a:extLst>
                </p14:cNvPr>
                <p14:cNvContentPartPr/>
                <p14:nvPr/>
              </p14:nvContentPartPr>
              <p14:xfrm>
                <a:off x="10181357" y="3523510"/>
                <a:ext cx="180720" cy="128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B3034C9-E390-438A-5644-F1014ADBF94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175237" y="3517390"/>
                  <a:ext cx="1929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2269A8-22D8-8EA3-878D-949FE9679FEE}"/>
                    </a:ext>
                  </a:extLst>
                </p14:cNvPr>
                <p14:cNvContentPartPr/>
                <p14:nvPr/>
              </p14:nvContentPartPr>
              <p14:xfrm>
                <a:off x="10405277" y="3545110"/>
                <a:ext cx="146520" cy="112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2269A8-22D8-8EA3-878D-949FE9679FE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99157" y="3538990"/>
                  <a:ext cx="158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57BF814-D721-2FA1-3553-A670248F99A2}"/>
                    </a:ext>
                  </a:extLst>
                </p14:cNvPr>
                <p14:cNvContentPartPr/>
                <p14:nvPr/>
              </p14:nvContentPartPr>
              <p14:xfrm>
                <a:off x="10818197" y="3430990"/>
                <a:ext cx="75600" cy="22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57BF814-D721-2FA1-3553-A670248F99A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812077" y="3424870"/>
                  <a:ext cx="87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AB3995-611C-494A-EC55-EAF8E0A9CCF2}"/>
                    </a:ext>
                  </a:extLst>
                </p14:cNvPr>
                <p14:cNvContentPartPr/>
                <p14:nvPr/>
              </p14:nvContentPartPr>
              <p14:xfrm>
                <a:off x="10762757" y="3465910"/>
                <a:ext cx="247680" cy="89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AB3995-611C-494A-EC55-EAF8E0A9CCF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56637" y="3459790"/>
                  <a:ext cx="259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926641-66A0-A4D9-52D2-F79CB207B428}"/>
                    </a:ext>
                  </a:extLst>
                </p14:cNvPr>
                <p14:cNvContentPartPr/>
                <p14:nvPr/>
              </p14:nvContentPartPr>
              <p14:xfrm>
                <a:off x="11126357" y="3384190"/>
                <a:ext cx="178200" cy="122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926641-66A0-A4D9-52D2-F79CB207B42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120237" y="3378070"/>
                  <a:ext cx="190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E5AFA3-5AE8-391A-DEB9-224C1942FAC8}"/>
                    </a:ext>
                  </a:extLst>
                </p14:cNvPr>
                <p14:cNvContentPartPr/>
                <p14:nvPr/>
              </p14:nvContentPartPr>
              <p14:xfrm>
                <a:off x="11374037" y="3367270"/>
                <a:ext cx="492840" cy="133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E5AFA3-5AE8-391A-DEB9-224C1942FAC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367917" y="3361150"/>
                  <a:ext cx="505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267066-8883-3DD3-1402-00C23F0B60AB}"/>
                    </a:ext>
                  </a:extLst>
                </p14:cNvPr>
                <p14:cNvContentPartPr/>
                <p14:nvPr/>
              </p14:nvContentPartPr>
              <p14:xfrm>
                <a:off x="9367037" y="4425670"/>
                <a:ext cx="147600" cy="82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267066-8883-3DD3-1402-00C23F0B60A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360917" y="4419550"/>
                  <a:ext cx="159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1DC9148-197F-817B-2432-85B2A3C9A642}"/>
                    </a:ext>
                  </a:extLst>
                </p14:cNvPr>
                <p14:cNvContentPartPr/>
                <p14:nvPr/>
              </p14:nvContentPartPr>
              <p14:xfrm>
                <a:off x="9405197" y="4516030"/>
                <a:ext cx="219240" cy="46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1DC9148-197F-817B-2432-85B2A3C9A64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99077" y="4509910"/>
                  <a:ext cx="231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B946C4A-97DB-BABF-22A1-1A94FDEEA1E0}"/>
                    </a:ext>
                  </a:extLst>
                </p14:cNvPr>
                <p14:cNvContentPartPr/>
                <p14:nvPr/>
              </p14:nvContentPartPr>
              <p14:xfrm>
                <a:off x="9798317" y="4353670"/>
                <a:ext cx="1007280" cy="329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B946C4A-97DB-BABF-22A1-1A94FDEEA1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92197" y="4347550"/>
                  <a:ext cx="1019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449E68-5AE7-5E7E-2B87-291EE38517FB}"/>
                    </a:ext>
                  </a:extLst>
                </p14:cNvPr>
                <p14:cNvContentPartPr/>
                <p14:nvPr/>
              </p14:nvContentPartPr>
              <p14:xfrm>
                <a:off x="8243477" y="3502990"/>
                <a:ext cx="119520" cy="81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449E68-5AE7-5E7E-2B87-291EE38517F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37357" y="3496870"/>
                  <a:ext cx="13176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327EF1-A78C-7065-68F5-CB7D18EB7214}"/>
                    </a:ext>
                  </a:extLst>
                </p14:cNvPr>
                <p14:cNvContentPartPr/>
                <p14:nvPr/>
              </p14:nvContentPartPr>
              <p14:xfrm>
                <a:off x="8233757" y="3112390"/>
                <a:ext cx="3700800" cy="1827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327EF1-A78C-7065-68F5-CB7D18EB721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227637" y="3106270"/>
                  <a:ext cx="3713040" cy="18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10A796D-7F20-2E46-1997-8B8A83E3B26A}"/>
                    </a:ext>
                  </a:extLst>
                </p14:cNvPr>
                <p14:cNvContentPartPr/>
                <p14:nvPr/>
              </p14:nvContentPartPr>
              <p14:xfrm>
                <a:off x="8905157" y="3573550"/>
                <a:ext cx="104040" cy="220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10A796D-7F20-2E46-1997-8B8A83E3B26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899037" y="3567430"/>
                  <a:ext cx="116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FADE6B-E33C-4007-7FF6-E641776ACB5A}"/>
                    </a:ext>
                  </a:extLst>
                </p14:cNvPr>
                <p14:cNvContentPartPr/>
                <p14:nvPr/>
              </p14:nvContentPartPr>
              <p14:xfrm>
                <a:off x="10168757" y="3302470"/>
                <a:ext cx="34200" cy="253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FADE6B-E33C-4007-7FF6-E641776ACB5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62637" y="3296350"/>
                  <a:ext cx="464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96360FF-0292-FCFB-02C8-8B8520319FA3}"/>
                    </a:ext>
                  </a:extLst>
                </p14:cNvPr>
                <p14:cNvContentPartPr/>
                <p14:nvPr/>
              </p14:nvContentPartPr>
              <p14:xfrm>
                <a:off x="11292317" y="3315430"/>
                <a:ext cx="36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96360FF-0292-FCFB-02C8-8B8520319FA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286197" y="33093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08B3CD-EFFF-3769-FD8A-3147A975048C}"/>
                    </a:ext>
                  </a:extLst>
                </p14:cNvPr>
                <p14:cNvContentPartPr/>
                <p14:nvPr/>
              </p14:nvContentPartPr>
              <p14:xfrm>
                <a:off x="8919197" y="3314350"/>
                <a:ext cx="43920" cy="239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08B3CD-EFFF-3769-FD8A-3147A975048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13077" y="3308230"/>
                  <a:ext cx="56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6CAC9B-84AA-71F1-2F48-EFF69C04F0EB}"/>
                    </a:ext>
                  </a:extLst>
                </p14:cNvPr>
                <p14:cNvContentPartPr/>
                <p14:nvPr/>
              </p14:nvContentPartPr>
              <p14:xfrm>
                <a:off x="8819117" y="3240190"/>
                <a:ext cx="173520" cy="186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6CAC9B-84AA-71F1-2F48-EFF69C04F0E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12997" y="3234070"/>
                  <a:ext cx="185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9D0E506-C20D-D71D-FCD5-0A7F93FCA327}"/>
                    </a:ext>
                  </a:extLst>
                </p14:cNvPr>
                <p14:cNvContentPartPr/>
                <p14:nvPr/>
              </p14:nvContentPartPr>
              <p14:xfrm>
                <a:off x="10362797" y="3230470"/>
                <a:ext cx="176400" cy="411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9D0E506-C20D-D71D-FCD5-0A7F93FCA32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356677" y="3224350"/>
                  <a:ext cx="1886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755AD37-46D2-4E30-9B22-4BD82DF0593F}"/>
                    </a:ext>
                  </a:extLst>
                </p14:cNvPr>
                <p14:cNvContentPartPr/>
                <p14:nvPr/>
              </p14:nvContentPartPr>
              <p14:xfrm>
                <a:off x="10198277" y="3107350"/>
                <a:ext cx="165960" cy="208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755AD37-46D2-4E30-9B22-4BD82DF059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92157" y="3101230"/>
                  <a:ext cx="178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5EAAA9D-9423-0C3C-5B6E-449680D19DFF}"/>
                    </a:ext>
                  </a:extLst>
                </p14:cNvPr>
                <p14:cNvContentPartPr/>
                <p14:nvPr/>
              </p14:nvContentPartPr>
              <p14:xfrm>
                <a:off x="11370797" y="2950390"/>
                <a:ext cx="155160" cy="498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5EAAA9D-9423-0C3C-5B6E-449680D19DF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64677" y="2944270"/>
                  <a:ext cx="16740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1BD3212-694A-D744-A247-205B674B3B60}"/>
                    </a:ext>
                  </a:extLst>
                </p14:cNvPr>
                <p14:cNvContentPartPr/>
                <p14:nvPr/>
              </p14:nvContentPartPr>
              <p14:xfrm>
                <a:off x="11317517" y="2817550"/>
                <a:ext cx="144360" cy="154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1BD3212-694A-D744-A247-205B674B3B6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311397" y="2811430"/>
                  <a:ext cx="156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CB8118-7E93-7A36-8E71-2360188C5C60}"/>
                    </a:ext>
                  </a:extLst>
                </p14:cNvPr>
                <p14:cNvContentPartPr/>
                <p14:nvPr/>
              </p14:nvContentPartPr>
              <p14:xfrm>
                <a:off x="8475677" y="3482830"/>
                <a:ext cx="965880" cy="475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CB8118-7E93-7A36-8E71-2360188C5C6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69557" y="3476710"/>
                  <a:ext cx="97812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09A681-52A7-4315-6847-A4FB3E90057B}"/>
                    </a:ext>
                  </a:extLst>
                </p14:cNvPr>
                <p14:cNvContentPartPr/>
                <p14:nvPr/>
              </p14:nvContentPartPr>
              <p14:xfrm>
                <a:off x="9671597" y="3269710"/>
                <a:ext cx="883440" cy="689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09A681-52A7-4315-6847-A4FB3E90057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65477" y="3263590"/>
                  <a:ext cx="89568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FCF9DDF-5C1C-7728-F147-EF8E3B0C9605}"/>
                    </a:ext>
                  </a:extLst>
                </p14:cNvPr>
                <p14:cNvContentPartPr/>
                <p14:nvPr/>
              </p14:nvContentPartPr>
              <p14:xfrm>
                <a:off x="9725597" y="4086190"/>
                <a:ext cx="1277280" cy="678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FCF9DDF-5C1C-7728-F147-EF8E3B0C960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19477" y="4080070"/>
                  <a:ext cx="1289520" cy="69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2FDE8E1-CE23-A9CE-4DB8-3C7853AAEBDD}"/>
              </a:ext>
            </a:extLst>
          </p:cNvPr>
          <p:cNvGrpSpPr/>
          <p:nvPr/>
        </p:nvGrpSpPr>
        <p:grpSpPr>
          <a:xfrm>
            <a:off x="6339797" y="510670"/>
            <a:ext cx="2610360" cy="1346400"/>
            <a:chOff x="6339797" y="510670"/>
            <a:chExt cx="2610360" cy="13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74C808-EB66-1DD9-AB00-05C72C9B7D79}"/>
                    </a:ext>
                  </a:extLst>
                </p14:cNvPr>
                <p14:cNvContentPartPr/>
                <p14:nvPr/>
              </p14:nvContentPartPr>
              <p14:xfrm>
                <a:off x="7158437" y="611110"/>
                <a:ext cx="6840" cy="7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74C808-EB66-1DD9-AB00-05C72C9B7D7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152317" y="604990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A9BD338-4CC5-9365-1BF9-3A49A77D3BCD}"/>
                    </a:ext>
                  </a:extLst>
                </p14:cNvPr>
                <p14:cNvContentPartPr/>
                <p14:nvPr/>
              </p14:nvContentPartPr>
              <p14:xfrm>
                <a:off x="6763877" y="832870"/>
                <a:ext cx="2186280" cy="102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A9BD338-4CC5-9365-1BF9-3A49A77D3BC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57757" y="826750"/>
                  <a:ext cx="2198520" cy="10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730A630-FBE0-A107-1D7B-3F986FC9FB18}"/>
                    </a:ext>
                  </a:extLst>
                </p14:cNvPr>
                <p14:cNvContentPartPr/>
                <p14:nvPr/>
              </p14:nvContentPartPr>
              <p14:xfrm>
                <a:off x="6339797" y="1232110"/>
                <a:ext cx="140760" cy="221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730A630-FBE0-A107-1D7B-3F986FC9FB1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333677" y="1225990"/>
                  <a:ext cx="153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A93D58E-D9E6-86C9-6646-6F3F28F10A7C}"/>
                    </a:ext>
                  </a:extLst>
                </p14:cNvPr>
                <p14:cNvContentPartPr/>
                <p14:nvPr/>
              </p14:nvContentPartPr>
              <p14:xfrm>
                <a:off x="6532397" y="1208350"/>
                <a:ext cx="77760" cy="132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A93D58E-D9E6-86C9-6646-6F3F28F10A7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526277" y="1202230"/>
                  <a:ext cx="90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7299B53-80C9-2534-1878-A9205543B47A}"/>
                    </a:ext>
                  </a:extLst>
                </p14:cNvPr>
                <p14:cNvContentPartPr/>
                <p14:nvPr/>
              </p14:nvContentPartPr>
              <p14:xfrm>
                <a:off x="6649757" y="1085230"/>
                <a:ext cx="289440" cy="256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7299B53-80C9-2534-1878-A9205543B47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43637" y="1079110"/>
                  <a:ext cx="3016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1816D6E-ED5F-62D1-33D5-52B838BB90F6}"/>
                    </a:ext>
                  </a:extLst>
                </p14:cNvPr>
                <p14:cNvContentPartPr/>
                <p14:nvPr/>
              </p14:nvContentPartPr>
              <p14:xfrm>
                <a:off x="6416477" y="1116910"/>
                <a:ext cx="464400" cy="262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1816D6E-ED5F-62D1-33D5-52B838BB90F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10357" y="1110790"/>
                  <a:ext cx="476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7B10D27-CA44-6CC2-5A13-DE0E71C72900}"/>
                    </a:ext>
                  </a:extLst>
                </p14:cNvPr>
                <p14:cNvContentPartPr/>
                <p14:nvPr/>
              </p14:nvContentPartPr>
              <p14:xfrm>
                <a:off x="7165997" y="592750"/>
                <a:ext cx="146520" cy="123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7B10D27-CA44-6CC2-5A13-DE0E71C7290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159877" y="586630"/>
                  <a:ext cx="158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E2A42BD-A50D-6F9B-DCF5-F783889881FE}"/>
                    </a:ext>
                  </a:extLst>
                </p14:cNvPr>
                <p14:cNvContentPartPr/>
                <p14:nvPr/>
              </p14:nvContentPartPr>
              <p14:xfrm>
                <a:off x="7310717" y="619030"/>
                <a:ext cx="81360" cy="70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E2A42BD-A50D-6F9B-DCF5-F783889881F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04597" y="612910"/>
                  <a:ext cx="93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7958A6-5160-1965-FD57-A1C7A7362B57}"/>
                    </a:ext>
                  </a:extLst>
                </p14:cNvPr>
                <p14:cNvContentPartPr/>
                <p14:nvPr/>
              </p14:nvContentPartPr>
              <p14:xfrm>
                <a:off x="7505837" y="510670"/>
                <a:ext cx="432000" cy="313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7958A6-5160-1965-FD57-A1C7A7362B5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499717" y="504550"/>
                  <a:ext cx="444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48BD37-94A4-5763-2109-F1F90FDD5772}"/>
                    </a:ext>
                  </a:extLst>
                </p14:cNvPr>
                <p14:cNvContentPartPr/>
                <p14:nvPr/>
              </p14:nvContentPartPr>
              <p14:xfrm>
                <a:off x="8010557" y="548110"/>
                <a:ext cx="7920" cy="184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48BD37-94A4-5763-2109-F1F90FDD577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004437" y="541990"/>
                  <a:ext cx="20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5F1E4CE-503B-9A36-52D5-9F4FEE8E94F3}"/>
                    </a:ext>
                  </a:extLst>
                </p14:cNvPr>
                <p14:cNvContentPartPr/>
                <p14:nvPr/>
              </p14:nvContentPartPr>
              <p14:xfrm>
                <a:off x="8658917" y="709390"/>
                <a:ext cx="93960" cy="59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5F1E4CE-503B-9A36-52D5-9F4FEE8E94F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52797" y="703270"/>
                  <a:ext cx="106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8E25F62-F7FC-15B7-0463-8A2682D0B064}"/>
                    </a:ext>
                  </a:extLst>
                </p14:cNvPr>
                <p14:cNvContentPartPr/>
                <p14:nvPr/>
              </p14:nvContentPartPr>
              <p14:xfrm>
                <a:off x="6360677" y="1238950"/>
                <a:ext cx="296640" cy="144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8E25F62-F7FC-15B7-0463-8A2682D0B06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354557" y="1232830"/>
                  <a:ext cx="30888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3C34E54-C19B-C2DE-4B36-C4D2908C252C}"/>
              </a:ext>
            </a:extLst>
          </p:cNvPr>
          <p:cNvGrpSpPr/>
          <p:nvPr/>
        </p:nvGrpSpPr>
        <p:grpSpPr>
          <a:xfrm>
            <a:off x="7098677" y="4631230"/>
            <a:ext cx="1865520" cy="1618560"/>
            <a:chOff x="7098677" y="4631230"/>
            <a:chExt cx="1865520" cy="161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F192115-93ED-3D19-794F-78A89DD2BF28}"/>
                    </a:ext>
                  </a:extLst>
                </p14:cNvPr>
                <p14:cNvContentPartPr/>
                <p14:nvPr/>
              </p14:nvContentPartPr>
              <p14:xfrm>
                <a:off x="7461197" y="4827790"/>
                <a:ext cx="134280" cy="1422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F192115-93ED-3D19-794F-78A89DD2BF2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455077" y="4821670"/>
                  <a:ext cx="146520" cy="14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8BC3A6C-9BDE-F3F8-8F65-A237DEA408B6}"/>
                    </a:ext>
                  </a:extLst>
                </p14:cNvPr>
                <p14:cNvContentPartPr/>
                <p14:nvPr/>
              </p14:nvContentPartPr>
              <p14:xfrm>
                <a:off x="7098677" y="5834710"/>
                <a:ext cx="1865520" cy="65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8BC3A6C-9BDE-F3F8-8F65-A237DEA408B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92557" y="5828590"/>
                  <a:ext cx="1877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90A51ED-8DC7-66B0-A94C-52E98CFB7BA5}"/>
                    </a:ext>
                  </a:extLst>
                </p14:cNvPr>
                <p14:cNvContentPartPr/>
                <p14:nvPr/>
              </p14:nvContentPartPr>
              <p14:xfrm>
                <a:off x="7231517" y="4631230"/>
                <a:ext cx="266040" cy="191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90A51ED-8DC7-66B0-A94C-52E98CFB7BA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225397" y="4625110"/>
                  <a:ext cx="278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90B3CD0-78E5-2912-3BE1-EB7BBD48E5C9}"/>
                    </a:ext>
                  </a:extLst>
                </p14:cNvPr>
                <p14:cNvContentPartPr/>
                <p14:nvPr/>
              </p14:nvContentPartPr>
              <p14:xfrm>
                <a:off x="7842437" y="4730950"/>
                <a:ext cx="621720" cy="792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90B3CD0-78E5-2912-3BE1-EB7BBD48E5C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36317" y="4724830"/>
                  <a:ext cx="633960" cy="80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DF4859E-CF5F-4653-CD40-A47679CA43AA}"/>
                  </a:ext>
                </a:extLst>
              </p14:cNvPr>
              <p14:cNvContentPartPr/>
              <p14:nvPr/>
            </p14:nvContentPartPr>
            <p14:xfrm>
              <a:off x="2054357" y="3832030"/>
              <a:ext cx="175320" cy="1306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DF4859E-CF5F-4653-CD40-A47679CA43A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048237" y="3825910"/>
                <a:ext cx="1875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1822332-9B3D-3859-AAFD-9AA7F5B2AE29}"/>
                  </a:ext>
                </a:extLst>
              </p14:cNvPr>
              <p14:cNvContentPartPr/>
              <p14:nvPr/>
            </p14:nvContentPartPr>
            <p14:xfrm>
              <a:off x="3173957" y="4412710"/>
              <a:ext cx="360" cy="3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1822332-9B3D-3859-AAFD-9AA7F5B2AE2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167837" y="44065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E32E4B76-091A-2D9D-AF3B-AAA2268DCC2B}"/>
                  </a:ext>
                </a:extLst>
              </p14:cNvPr>
              <p14:cNvContentPartPr/>
              <p14:nvPr/>
            </p14:nvContentPartPr>
            <p14:xfrm>
              <a:off x="10287557" y="1530910"/>
              <a:ext cx="165960" cy="270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E32E4B76-091A-2D9D-AF3B-AAA2268DCC2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81437" y="1524790"/>
                <a:ext cx="178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CF09A43-C6EC-C55A-0CF9-6B232157CCDB}"/>
                  </a:ext>
                </a:extLst>
              </p14:cNvPr>
              <p14:cNvContentPartPr/>
              <p14:nvPr/>
            </p14:nvContentPartPr>
            <p14:xfrm>
              <a:off x="2952197" y="2329030"/>
              <a:ext cx="560520" cy="1137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CF09A43-C6EC-C55A-0CF9-6B232157CCD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946077" y="2322910"/>
                <a:ext cx="5727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C07DE3C-EB1F-E71D-90D5-5BE94C73F4CA}"/>
                  </a:ext>
                </a:extLst>
              </p14:cNvPr>
              <p14:cNvContentPartPr/>
              <p14:nvPr/>
            </p14:nvContentPartPr>
            <p14:xfrm>
              <a:off x="3538997" y="2817550"/>
              <a:ext cx="484200" cy="799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C07DE3C-EB1F-E71D-90D5-5BE94C73F4C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532877" y="2811430"/>
                <a:ext cx="496440" cy="9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4541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0" y="1455203"/>
                <a:ext cx="12192000" cy="4525963"/>
              </a:xfrm>
            </p:spPr>
            <p:txBody>
              <a:bodyPr/>
              <a:lstStyle/>
              <a:p>
                <a:r>
                  <a:rPr lang="en-US" dirty="0"/>
                  <a:t>Instead of treating words as tokens, exploit semantic similarity</a:t>
                </a:r>
              </a:p>
              <a:p>
                <a:pPr lvl="1"/>
                <a:r>
                  <a:rPr lang="en-US" dirty="0"/>
                  <a:t>Learn a distributed representation of words that will allow sentences like these to be seen as similar</a:t>
                </a:r>
              </a:p>
              <a:p>
                <a:pPr marL="685800" lvl="2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The cat is walking in the bedroom.</a:t>
                </a:r>
                <a:br>
                  <a:rPr lang="en-US" dirty="0">
                    <a:solidFill>
                      <a:srgbClr val="002060"/>
                    </a:solidFill>
                  </a:rPr>
                </a:br>
                <a:r>
                  <a:rPr lang="en-US" dirty="0">
                    <a:solidFill>
                      <a:srgbClr val="002060"/>
                    </a:solidFill>
                  </a:rPr>
                  <a:t>A dog was walking in the room.</a:t>
                </a:r>
                <a:br>
                  <a:rPr lang="en-US" dirty="0">
                    <a:solidFill>
                      <a:srgbClr val="002060"/>
                    </a:solidFill>
                  </a:rPr>
                </a:br>
                <a:r>
                  <a:rPr lang="en-US" dirty="0">
                    <a:solidFill>
                      <a:srgbClr val="002060"/>
                    </a:solidFill>
                  </a:rPr>
                  <a:t>The cat is running in a room.</a:t>
                </a:r>
                <a:br>
                  <a:rPr lang="en-US" dirty="0">
                    <a:solidFill>
                      <a:srgbClr val="002060"/>
                    </a:solidFill>
                  </a:rPr>
                </a:br>
                <a:r>
                  <a:rPr lang="en-US" dirty="0">
                    <a:solidFill>
                      <a:srgbClr val="002060"/>
                    </a:solidFill>
                  </a:rPr>
                  <a:t>The dog was running in the bedroom.</a:t>
                </a:r>
                <a:br>
                  <a:rPr lang="en-US" dirty="0">
                    <a:solidFill>
                      <a:srgbClr val="002060"/>
                    </a:solidFill>
                  </a:rPr>
                </a:br>
                <a:r>
                  <a:rPr lang="en-US" dirty="0">
                    <a:solidFill>
                      <a:srgbClr val="002060"/>
                    </a:solidFill>
                  </a:rPr>
                  <a:t>etc.</a:t>
                </a:r>
              </a:p>
              <a:p>
                <a:pPr lvl="1"/>
                <a:r>
                  <a:rPr lang="en-US" dirty="0"/>
                  <a:t>Use a neural net to represent the conditional probability function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charset="0"/>
                      </a:rPr>
                      <m:t>𝑷</m:t>
                    </m:r>
                    <m:r>
                      <a:rPr lang="en-US" b="1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 charset="0"/>
                          </a:rPr>
                          <m:t>𝒕</m:t>
                        </m:r>
                      </m:sub>
                    </m:sSub>
                    <m:r>
                      <a:rPr lang="en-US" b="1" i="1">
                        <a:latin typeface="Cambria Math" charset="0"/>
                      </a:rPr>
                      <m:t>|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 charset="0"/>
                          </a:rPr>
                          <m:t>𝒕</m:t>
                        </m:r>
                        <m:r>
                          <a:rPr lang="en-US" b="1" i="1">
                            <a:latin typeface="Cambria Math" charset="0"/>
                          </a:rPr>
                          <m:t>−</m:t>
                        </m:r>
                        <m:r>
                          <a:rPr lang="en-US" b="1" i="1">
                            <a:latin typeface="Cambria Math" charset="0"/>
                          </a:rPr>
                          <m:t>𝒏</m:t>
                        </m:r>
                      </m:sub>
                    </m:sSub>
                    <m:r>
                      <a:rPr lang="en-US" b="1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 charset="0"/>
                          </a:rPr>
                          <m:t>𝒕</m:t>
                        </m:r>
                        <m:r>
                          <a:rPr lang="en-US" b="1" i="1">
                            <a:latin typeface="Cambria Math" charset="0"/>
                          </a:rPr>
                          <m:t>−</m:t>
                        </m:r>
                        <m:r>
                          <a:rPr lang="en-US" b="1" i="1">
                            <a:latin typeface="Cambria Math" charset="0"/>
                          </a:rPr>
                          <m:t>𝒏</m:t>
                        </m:r>
                        <m:r>
                          <a:rPr lang="en-US" b="1" i="1">
                            <a:latin typeface="Cambria Math" charset="0"/>
                          </a:rPr>
                          <m:t>+</m:t>
                        </m:r>
                        <m:r>
                          <a:rPr lang="en-US" b="1" i="1"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charset="0"/>
                      </a:rPr>
                      <m:t>, …,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 charset="0"/>
                          </a:rPr>
                          <m:t>𝒕</m:t>
                        </m:r>
                        <m:r>
                          <a:rPr lang="en-US" b="1" i="1">
                            <a:latin typeface="Cambria Math" charset="0"/>
                          </a:rPr>
                          <m:t>−</m:t>
                        </m:r>
                        <m:r>
                          <a:rPr lang="en-US" b="1" i="1"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Learn the word representation and the probability function simultaneously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55203"/>
                <a:ext cx="12192000" cy="4525963"/>
              </a:xfrm>
              <a:blipFill rotWithShape="0">
                <a:blip r:embed="rId2"/>
                <a:stretch>
                  <a:fillRect l="-650" t="-1078" b="-5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Neural Probabilistic Language Models</a:t>
            </a:r>
            <a:br>
              <a:rPr lang="en-US" b="0" dirty="0"/>
            </a:br>
            <a:endParaRPr lang="en-IN" b="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12F76C-EFB9-2B49-0C03-DAE7B9B075FD}"/>
                  </a:ext>
                </a:extLst>
              </p14:cNvPr>
              <p14:cNvContentPartPr/>
              <p14:nvPr/>
            </p14:nvContentPartPr>
            <p14:xfrm>
              <a:off x="1414997" y="3105190"/>
              <a:ext cx="110520" cy="52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12F76C-EFB9-2B49-0C03-DAE7B9B075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8877" y="3099070"/>
                <a:ext cx="1227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59012C-EF60-FD21-F6DC-FFB873E9CA68}"/>
                  </a:ext>
                </a:extLst>
              </p14:cNvPr>
              <p14:cNvContentPartPr/>
              <p14:nvPr/>
            </p14:nvContentPartPr>
            <p14:xfrm>
              <a:off x="9235997" y="1365310"/>
              <a:ext cx="1323000" cy="156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59012C-EF60-FD21-F6DC-FFB873E9CA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29877" y="1359190"/>
                <a:ext cx="1335240" cy="158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E3AA472-4BA2-465B-BB71-8BB99DF65EAA}"/>
              </a:ext>
            </a:extLst>
          </p:cNvPr>
          <p:cNvGrpSpPr/>
          <p:nvPr/>
        </p:nvGrpSpPr>
        <p:grpSpPr>
          <a:xfrm>
            <a:off x="6803117" y="3044350"/>
            <a:ext cx="2548800" cy="638640"/>
            <a:chOff x="6803117" y="3044350"/>
            <a:chExt cx="254880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69B0D8A-B90D-758A-2702-71082799F798}"/>
                    </a:ext>
                  </a:extLst>
                </p14:cNvPr>
                <p14:cNvContentPartPr/>
                <p14:nvPr/>
              </p14:nvContentPartPr>
              <p14:xfrm>
                <a:off x="6803117" y="3411550"/>
                <a:ext cx="208440" cy="259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69B0D8A-B90D-758A-2702-71082799F7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96997" y="3405430"/>
                  <a:ext cx="2206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7787A64-1E28-99A5-783C-5A3D65622756}"/>
                    </a:ext>
                  </a:extLst>
                </p14:cNvPr>
                <p14:cNvContentPartPr/>
                <p14:nvPr/>
              </p14:nvContentPartPr>
              <p14:xfrm>
                <a:off x="7169237" y="3243430"/>
                <a:ext cx="147600" cy="419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7787A64-1E28-99A5-783C-5A3D656227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63117" y="3237310"/>
                  <a:ext cx="1598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BF502E8-8E4D-0B99-CBAB-0E5614D708B8}"/>
                    </a:ext>
                  </a:extLst>
                </p14:cNvPr>
                <p14:cNvContentPartPr/>
                <p14:nvPr/>
              </p14:nvContentPartPr>
              <p14:xfrm>
                <a:off x="7439237" y="3436390"/>
                <a:ext cx="252360" cy="15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BF502E8-8E4D-0B99-CBAB-0E5614D708B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33117" y="3430270"/>
                  <a:ext cx="264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AC745E-453A-D126-4884-0A55B6D07A13}"/>
                    </a:ext>
                  </a:extLst>
                </p14:cNvPr>
                <p14:cNvContentPartPr/>
                <p14:nvPr/>
              </p14:nvContentPartPr>
              <p14:xfrm>
                <a:off x="7829477" y="3509470"/>
                <a:ext cx="59040" cy="125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AC745E-453A-D126-4884-0A55B6D07A1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23357" y="3503350"/>
                  <a:ext cx="71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55C207-0E3E-C092-385D-2A36A802DC23}"/>
                    </a:ext>
                  </a:extLst>
                </p14:cNvPr>
                <p14:cNvContentPartPr/>
                <p14:nvPr/>
              </p14:nvContentPartPr>
              <p14:xfrm>
                <a:off x="7828397" y="3519190"/>
                <a:ext cx="209520" cy="65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55C207-0E3E-C092-385D-2A36A802DC2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22277" y="3513070"/>
                  <a:ext cx="221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AC23A6-1FD2-9D93-60A0-329D5C52BC0F}"/>
                    </a:ext>
                  </a:extLst>
                </p14:cNvPr>
                <p14:cNvContentPartPr/>
                <p14:nvPr/>
              </p14:nvContentPartPr>
              <p14:xfrm>
                <a:off x="8209637" y="3044350"/>
                <a:ext cx="48240" cy="638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AC23A6-1FD2-9D93-60A0-329D5C52BC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03517" y="3038230"/>
                  <a:ext cx="6048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83078F-B885-82A3-B0C3-D544B9543C31}"/>
                    </a:ext>
                  </a:extLst>
                </p14:cNvPr>
                <p14:cNvContentPartPr/>
                <p14:nvPr/>
              </p14:nvContentPartPr>
              <p14:xfrm>
                <a:off x="8478917" y="3339550"/>
                <a:ext cx="273960" cy="190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83078F-B885-82A3-B0C3-D544B9543C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72797" y="3333430"/>
                  <a:ext cx="286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003248-A5A4-C11F-9725-31D0A27B371C}"/>
                    </a:ext>
                  </a:extLst>
                </p14:cNvPr>
                <p14:cNvContentPartPr/>
                <p14:nvPr/>
              </p14:nvContentPartPr>
              <p14:xfrm>
                <a:off x="8824157" y="3450430"/>
                <a:ext cx="154080" cy="136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003248-A5A4-C11F-9725-31D0A27B371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18037" y="3444310"/>
                  <a:ext cx="166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ABE19D6-409D-84E7-40BC-E65B5F71954B}"/>
                    </a:ext>
                  </a:extLst>
                </p14:cNvPr>
                <p14:cNvContentPartPr/>
                <p14:nvPr/>
              </p14:nvContentPartPr>
              <p14:xfrm>
                <a:off x="9096677" y="3397870"/>
                <a:ext cx="255240" cy="105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ABE19D6-409D-84E7-40BC-E65B5F71954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90557" y="3391750"/>
                  <a:ext cx="26748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F5BED4-7BCA-4389-3FF8-7AA5B2E265FC}"/>
              </a:ext>
            </a:extLst>
          </p:cNvPr>
          <p:cNvGrpSpPr/>
          <p:nvPr/>
        </p:nvGrpSpPr>
        <p:grpSpPr>
          <a:xfrm>
            <a:off x="9728477" y="3285910"/>
            <a:ext cx="1165320" cy="267120"/>
            <a:chOff x="9728477" y="3285910"/>
            <a:chExt cx="116532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3BA387-7CBF-4A7E-6136-89B15C544995}"/>
                    </a:ext>
                  </a:extLst>
                </p14:cNvPr>
                <p14:cNvContentPartPr/>
                <p14:nvPr/>
              </p14:nvContentPartPr>
              <p14:xfrm>
                <a:off x="9728477" y="3285910"/>
                <a:ext cx="257760" cy="142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3BA387-7CBF-4A7E-6136-89B15C54499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22357" y="3279790"/>
                  <a:ext cx="270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07CAB5-EF17-41F4-287F-BAC88A009FCD}"/>
                    </a:ext>
                  </a:extLst>
                </p14:cNvPr>
                <p14:cNvContentPartPr/>
                <p14:nvPr/>
              </p14:nvContentPartPr>
              <p14:xfrm>
                <a:off x="10110077" y="3319750"/>
                <a:ext cx="123480" cy="138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C07CAB5-EF17-41F4-287F-BAC88A009FC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103957" y="3313630"/>
                  <a:ext cx="135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E145DBF-3061-0CBC-D985-C2ADB744BC76}"/>
                    </a:ext>
                  </a:extLst>
                </p14:cNvPr>
                <p14:cNvContentPartPr/>
                <p14:nvPr/>
              </p14:nvContentPartPr>
              <p14:xfrm>
                <a:off x="10326797" y="3397150"/>
                <a:ext cx="137520" cy="33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E145DBF-3061-0CBC-D985-C2ADB744BC7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320677" y="3391030"/>
                  <a:ext cx="149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DA4EFF7-EDA5-C264-BAFF-DB76584D4754}"/>
                    </a:ext>
                  </a:extLst>
                </p14:cNvPr>
                <p14:cNvContentPartPr/>
                <p14:nvPr/>
              </p14:nvContentPartPr>
              <p14:xfrm>
                <a:off x="10169837" y="3330910"/>
                <a:ext cx="23400" cy="222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DA4EFF7-EDA5-C264-BAFF-DB76584D475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63717" y="3324790"/>
                  <a:ext cx="35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C20D5C-EA2E-AEE4-360A-7F39B175AE7F}"/>
                    </a:ext>
                  </a:extLst>
                </p14:cNvPr>
                <p14:cNvContentPartPr/>
                <p14:nvPr/>
              </p14:nvContentPartPr>
              <p14:xfrm>
                <a:off x="10209077" y="3399310"/>
                <a:ext cx="128880" cy="32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C20D5C-EA2E-AEE4-360A-7F39B175AE7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02957" y="3393190"/>
                  <a:ext cx="141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99B6A1-7005-FB6F-8604-2930C977A24F}"/>
                    </a:ext>
                  </a:extLst>
                </p14:cNvPr>
                <p14:cNvContentPartPr/>
                <p14:nvPr/>
              </p14:nvContentPartPr>
              <p14:xfrm>
                <a:off x="10361717" y="3407950"/>
                <a:ext cx="77760" cy="128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99B6A1-7005-FB6F-8604-2930C977A24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55597" y="3401830"/>
                  <a:ext cx="90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91E6F24-315C-02B6-D955-B37A652A245C}"/>
                    </a:ext>
                  </a:extLst>
                </p14:cNvPr>
                <p14:cNvContentPartPr/>
                <p14:nvPr/>
              </p14:nvContentPartPr>
              <p14:xfrm>
                <a:off x="10362797" y="3407950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91E6F24-315C-02B6-D955-B37A652A245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56677" y="34018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3CE894E-BA78-BAA4-4806-EFDC7A65DE89}"/>
                    </a:ext>
                  </a:extLst>
                </p14:cNvPr>
                <p14:cNvContentPartPr/>
                <p14:nvPr/>
              </p14:nvContentPartPr>
              <p14:xfrm>
                <a:off x="10340837" y="3407950"/>
                <a:ext cx="130320" cy="92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3CE894E-BA78-BAA4-4806-EFDC7A65DE8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34717" y="3401830"/>
                  <a:ext cx="142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D77025-7D84-651F-7C77-07AB27063EF7}"/>
                    </a:ext>
                  </a:extLst>
                </p14:cNvPr>
                <p14:cNvContentPartPr/>
                <p14:nvPr/>
              </p14:nvContentPartPr>
              <p14:xfrm>
                <a:off x="10553597" y="3373390"/>
                <a:ext cx="96120" cy="12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D77025-7D84-651F-7C77-07AB27063EF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47477" y="3367270"/>
                  <a:ext cx="108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E74A33B-4D72-7E12-6849-9797E1822D29}"/>
                    </a:ext>
                  </a:extLst>
                </p14:cNvPr>
                <p14:cNvContentPartPr/>
                <p14:nvPr/>
              </p14:nvContentPartPr>
              <p14:xfrm>
                <a:off x="10748717" y="3426670"/>
                <a:ext cx="82080" cy="14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E74A33B-4D72-7E12-6849-9797E1822D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742597" y="3420550"/>
                  <a:ext cx="94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A81A2E-619F-3B43-2E1B-EC6711F3FAD2}"/>
                    </a:ext>
                  </a:extLst>
                </p14:cNvPr>
                <p14:cNvContentPartPr/>
                <p14:nvPr/>
              </p14:nvContentPartPr>
              <p14:xfrm>
                <a:off x="10850957" y="3385270"/>
                <a:ext cx="42840" cy="104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A81A2E-619F-3B43-2E1B-EC6711F3FAD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44837" y="3379150"/>
                  <a:ext cx="5508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329DD6-B873-CA5B-724D-56DE00142073}"/>
              </a:ext>
            </a:extLst>
          </p:cNvPr>
          <p:cNvGrpSpPr/>
          <p:nvPr/>
        </p:nvGrpSpPr>
        <p:grpSpPr>
          <a:xfrm>
            <a:off x="11294477" y="3364390"/>
            <a:ext cx="165960" cy="20880"/>
            <a:chOff x="11294477" y="3364390"/>
            <a:chExt cx="165960" cy="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616266-BF0D-C4F9-D648-51189A3D618A}"/>
                    </a:ext>
                  </a:extLst>
                </p14:cNvPr>
                <p14:cNvContentPartPr/>
                <p14:nvPr/>
              </p14:nvContentPartPr>
              <p14:xfrm>
                <a:off x="11294477" y="3365470"/>
                <a:ext cx="54720" cy="19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616266-BF0D-C4F9-D648-51189A3D618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288357" y="3359350"/>
                  <a:ext cx="66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81E9EA7-B8D1-6377-2811-D7FB4D604081}"/>
                    </a:ext>
                  </a:extLst>
                </p14:cNvPr>
                <p14:cNvContentPartPr/>
                <p14:nvPr/>
              </p14:nvContentPartPr>
              <p14:xfrm>
                <a:off x="11460077" y="3364390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1E9EA7-B8D1-6377-2811-D7FB4D6040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53957" y="33582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C426E1-45B7-D981-D423-051F01202658}"/>
              </a:ext>
            </a:extLst>
          </p:cNvPr>
          <p:cNvGrpSpPr/>
          <p:nvPr/>
        </p:nvGrpSpPr>
        <p:grpSpPr>
          <a:xfrm>
            <a:off x="11665997" y="3034270"/>
            <a:ext cx="478800" cy="545400"/>
            <a:chOff x="11665997" y="3034270"/>
            <a:chExt cx="478800" cy="5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562DC2-2937-C4E3-FC1D-9A0D5DBD0F4E}"/>
                    </a:ext>
                  </a:extLst>
                </p14:cNvPr>
                <p14:cNvContentPartPr/>
                <p14:nvPr/>
              </p14:nvContentPartPr>
              <p14:xfrm>
                <a:off x="11665997" y="3034270"/>
                <a:ext cx="92880" cy="340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562DC2-2937-C4E3-FC1D-9A0D5DBD0F4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59877" y="3028150"/>
                  <a:ext cx="1051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3F387B-896A-32E9-DA4D-05AC39D65715}"/>
                    </a:ext>
                  </a:extLst>
                </p14:cNvPr>
                <p14:cNvContentPartPr/>
                <p14:nvPr/>
              </p14:nvContentPartPr>
              <p14:xfrm>
                <a:off x="11735837" y="3218590"/>
                <a:ext cx="84240" cy="2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3F387B-896A-32E9-DA4D-05AC39D657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729717" y="3212470"/>
                  <a:ext cx="96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EC79125-1958-B028-34BD-8ECF157D2C2D}"/>
                    </a:ext>
                  </a:extLst>
                </p14:cNvPr>
                <p14:cNvContentPartPr/>
                <p14:nvPr/>
              </p14:nvContentPartPr>
              <p14:xfrm>
                <a:off x="11710277" y="3181510"/>
                <a:ext cx="203760" cy="216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EC79125-1958-B028-34BD-8ECF157D2C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704157" y="3175390"/>
                  <a:ext cx="2160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08B2434-A8CB-2F33-38D8-7727E7E40E2E}"/>
                    </a:ext>
                  </a:extLst>
                </p14:cNvPr>
                <p14:cNvContentPartPr/>
                <p14:nvPr/>
              </p14:nvContentPartPr>
              <p14:xfrm>
                <a:off x="11906837" y="3386350"/>
                <a:ext cx="1440" cy="193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08B2434-A8CB-2F33-38D8-7727E7E40E2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900717" y="3380230"/>
                  <a:ext cx="13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C71287-B316-3A18-3621-A83E44C1211C}"/>
                    </a:ext>
                  </a:extLst>
                </p14:cNvPr>
                <p14:cNvContentPartPr/>
                <p14:nvPr/>
              </p14:nvContentPartPr>
              <p14:xfrm>
                <a:off x="11925197" y="3491830"/>
                <a:ext cx="81000" cy="17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C71287-B316-3A18-3621-A83E44C1211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919077" y="3485710"/>
                  <a:ext cx="93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CFDEE7-BA6D-310B-952A-9FEDE36CE24B}"/>
                    </a:ext>
                  </a:extLst>
                </p14:cNvPr>
                <p14:cNvContentPartPr/>
                <p14:nvPr/>
              </p14:nvContentPartPr>
              <p14:xfrm>
                <a:off x="12108437" y="3470230"/>
                <a:ext cx="3600" cy="68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CFDEE7-BA6D-310B-952A-9FEDE36CE2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102317" y="3464110"/>
                  <a:ext cx="15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347A1E6-DABA-FD30-2B74-AA942DBD8683}"/>
                    </a:ext>
                  </a:extLst>
                </p14:cNvPr>
                <p14:cNvContentPartPr/>
                <p14:nvPr/>
              </p14:nvContentPartPr>
              <p14:xfrm>
                <a:off x="12077837" y="3321910"/>
                <a:ext cx="66960" cy="242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347A1E6-DABA-FD30-2B74-AA942DBD868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071717" y="3315790"/>
                  <a:ext cx="7920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1401769-D391-FDE3-BE1B-1596D4C75CC7}"/>
                  </a:ext>
                </a:extLst>
              </p14:cNvPr>
              <p14:cNvContentPartPr/>
              <p14:nvPr/>
            </p14:nvContentPartPr>
            <p14:xfrm>
              <a:off x="4901597" y="5216950"/>
              <a:ext cx="486720" cy="1562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1401769-D391-FDE3-BE1B-1596D4C75CC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895477" y="5210830"/>
                <a:ext cx="4989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26C5FFC-9527-9F4F-0AEE-D42931D2D16F}"/>
                  </a:ext>
                </a:extLst>
              </p14:cNvPr>
              <p14:cNvContentPartPr/>
              <p14:nvPr/>
            </p14:nvContentPartPr>
            <p14:xfrm>
              <a:off x="599237" y="4912390"/>
              <a:ext cx="4111200" cy="7617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26C5FFC-9527-9F4F-0AEE-D42931D2D16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93117" y="4906270"/>
                <a:ext cx="4123440" cy="77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4F81CCB8-4014-18E0-9ECE-E3680D683C3C}"/>
              </a:ext>
            </a:extLst>
          </p:cNvPr>
          <p:cNvGrpSpPr/>
          <p:nvPr/>
        </p:nvGrpSpPr>
        <p:grpSpPr>
          <a:xfrm>
            <a:off x="1292597" y="5260150"/>
            <a:ext cx="646920" cy="329760"/>
            <a:chOff x="1292597" y="5260150"/>
            <a:chExt cx="64692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612495-A45C-3BF8-97D6-CAE295BF0C52}"/>
                    </a:ext>
                  </a:extLst>
                </p14:cNvPr>
                <p14:cNvContentPartPr/>
                <p14:nvPr/>
              </p14:nvContentPartPr>
              <p14:xfrm>
                <a:off x="1292597" y="5260150"/>
                <a:ext cx="646920" cy="329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612495-A45C-3BF8-97D6-CAE295BF0C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86477" y="5254030"/>
                  <a:ext cx="6591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6B2402-4001-985F-0FC3-6D1055B65E3D}"/>
                    </a:ext>
                  </a:extLst>
                </p14:cNvPr>
                <p14:cNvContentPartPr/>
                <p14:nvPr/>
              </p14:nvContentPartPr>
              <p14:xfrm>
                <a:off x="1343357" y="5454190"/>
                <a:ext cx="170280" cy="53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B6B2402-4001-985F-0FC3-6D1055B65E3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37237" y="5448070"/>
                  <a:ext cx="182520" cy="6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6176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  <a:r>
              <a:rPr lang="en-US" dirty="0"/>
              <a:t>: predict next word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/>
              <a:t>		  given prior words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t-3</a:t>
            </a:r>
            <a:r>
              <a:rPr lang="en-US" dirty="0"/>
              <a:t>, …</a:t>
            </a:r>
          </a:p>
          <a:p>
            <a:r>
              <a:rPr lang="en-US" b="1" dirty="0"/>
              <a:t>Output </a:t>
            </a:r>
            <a:r>
              <a:rPr lang="en-US" dirty="0"/>
              <a:t>: probability distribution over possible next words.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Now we’re dealing with sequences of arbitrary length.</a:t>
            </a:r>
          </a:p>
          <a:p>
            <a:r>
              <a:rPr lang="en-US" b="1" dirty="0"/>
              <a:t>Solution</a:t>
            </a:r>
            <a:r>
              <a:rPr lang="en-US" dirty="0"/>
              <a:t>: Sliding windows (of fixed length)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Simple feedforward Neural Language Models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453813" y="5133975"/>
            <a:ext cx="738187" cy="2047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13DD8BE-556E-3440-9013-11CC5588178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90" y="2940845"/>
            <a:ext cx="6197510" cy="7296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36E5DC-DFF2-77C8-DAAC-375C014EE9DB}"/>
                  </a:ext>
                </a:extLst>
              </p14:cNvPr>
              <p14:cNvContentPartPr/>
              <p14:nvPr/>
            </p14:nvContentPartPr>
            <p14:xfrm>
              <a:off x="5203997" y="1003510"/>
              <a:ext cx="2291760" cy="55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36E5DC-DFF2-77C8-DAAC-375C014EE9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7877" y="997390"/>
                <a:ext cx="230400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7008BAB-495D-7635-918E-BB08D797AF25}"/>
              </a:ext>
            </a:extLst>
          </p:cNvPr>
          <p:cNvGrpSpPr/>
          <p:nvPr/>
        </p:nvGrpSpPr>
        <p:grpSpPr>
          <a:xfrm>
            <a:off x="10328597" y="1369270"/>
            <a:ext cx="627840" cy="585720"/>
            <a:chOff x="10328597" y="1369270"/>
            <a:chExt cx="627840" cy="5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BE4C91-2195-0BF7-05F8-A6D585801073}"/>
                    </a:ext>
                  </a:extLst>
                </p14:cNvPr>
                <p14:cNvContentPartPr/>
                <p14:nvPr/>
              </p14:nvContentPartPr>
              <p14:xfrm>
                <a:off x="10330037" y="1438030"/>
                <a:ext cx="101520" cy="385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BE4C91-2195-0BF7-05F8-A6D5858010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23917" y="1431910"/>
                  <a:ext cx="1137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D677D7-1EE1-EC1E-6BAA-BC675E70C59A}"/>
                    </a:ext>
                  </a:extLst>
                </p14:cNvPr>
                <p14:cNvContentPartPr/>
                <p14:nvPr/>
              </p14:nvContentPartPr>
              <p14:xfrm>
                <a:off x="10328597" y="1369270"/>
                <a:ext cx="627840" cy="585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D677D7-1EE1-EC1E-6BAA-BC675E70C59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22477" y="1363150"/>
                  <a:ext cx="640080" cy="59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3182DFF-BC93-46EC-6B39-FA19A7A80CB5}"/>
                  </a:ext>
                </a:extLst>
              </p14:cNvPr>
              <p14:cNvContentPartPr/>
              <p14:nvPr/>
            </p14:nvContentPartPr>
            <p14:xfrm>
              <a:off x="2782277" y="3678310"/>
              <a:ext cx="1432080" cy="63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3182DFF-BC93-46EC-6B39-FA19A7A80C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76157" y="3672190"/>
                <a:ext cx="14443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03E5FC4-A26A-ED8F-78FE-F0C9C9377FB4}"/>
                  </a:ext>
                </a:extLst>
              </p14:cNvPr>
              <p14:cNvContentPartPr/>
              <p14:nvPr/>
            </p14:nvContentPartPr>
            <p14:xfrm>
              <a:off x="9192797" y="2840590"/>
              <a:ext cx="38520" cy="40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03E5FC4-A26A-ED8F-78FE-F0C9C9377F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86677" y="2834470"/>
                <a:ext cx="507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DD29F69-4B47-867C-B030-48F7A535BDD8}"/>
                  </a:ext>
                </a:extLst>
              </p14:cNvPr>
              <p14:cNvContentPartPr/>
              <p14:nvPr/>
            </p14:nvContentPartPr>
            <p14:xfrm>
              <a:off x="4986917" y="3215350"/>
              <a:ext cx="13320" cy="6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DD29F69-4B47-867C-B030-48F7A535BDD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80797" y="3209230"/>
                <a:ext cx="2556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4A648E41-61EF-FD44-31AD-58669195F7DF}"/>
              </a:ext>
            </a:extLst>
          </p:cNvPr>
          <p:cNvGrpSpPr/>
          <p:nvPr/>
        </p:nvGrpSpPr>
        <p:grpSpPr>
          <a:xfrm>
            <a:off x="9204677" y="2248750"/>
            <a:ext cx="2444400" cy="873000"/>
            <a:chOff x="9204677" y="2248750"/>
            <a:chExt cx="2444400" cy="8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52C13E0-1D21-E744-85F0-2E708B16337A}"/>
                    </a:ext>
                  </a:extLst>
                </p14:cNvPr>
                <p14:cNvContentPartPr/>
                <p14:nvPr/>
              </p14:nvContentPartPr>
              <p14:xfrm>
                <a:off x="9204677" y="2693350"/>
                <a:ext cx="227520" cy="341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52C13E0-1D21-E744-85F0-2E708B16337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98557" y="2687230"/>
                  <a:ext cx="239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64F6CF-CDA9-53F0-B1CC-EB9919D4998D}"/>
                    </a:ext>
                  </a:extLst>
                </p14:cNvPr>
                <p14:cNvContentPartPr/>
                <p14:nvPr/>
              </p14:nvContentPartPr>
              <p14:xfrm>
                <a:off x="9572957" y="2938510"/>
                <a:ext cx="5760" cy="15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64F6CF-CDA9-53F0-B1CC-EB9919D499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66837" y="2932390"/>
                  <a:ext cx="18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9B6E09-5634-B3AA-0F88-FDA348BAB7CA}"/>
                    </a:ext>
                  </a:extLst>
                </p14:cNvPr>
                <p14:cNvContentPartPr/>
                <p14:nvPr/>
              </p14:nvContentPartPr>
              <p14:xfrm>
                <a:off x="9556397" y="2519830"/>
                <a:ext cx="277200" cy="601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9B6E09-5634-B3AA-0F88-FDA348BAB7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50277" y="2513710"/>
                  <a:ext cx="28944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5A900B-9A64-2FAD-EBEF-A0EA9DF378BC}"/>
                    </a:ext>
                  </a:extLst>
                </p14:cNvPr>
                <p14:cNvContentPartPr/>
                <p14:nvPr/>
              </p14:nvContentPartPr>
              <p14:xfrm>
                <a:off x="9809837" y="2687950"/>
                <a:ext cx="282240" cy="214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5A900B-9A64-2FAD-EBEF-A0EA9DF378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03717" y="2681830"/>
                  <a:ext cx="294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E457E8-4AB8-933B-B874-4DDB7E3F04D4}"/>
                    </a:ext>
                  </a:extLst>
                </p14:cNvPr>
                <p14:cNvContentPartPr/>
                <p14:nvPr/>
              </p14:nvContentPartPr>
              <p14:xfrm>
                <a:off x="10192517" y="2707390"/>
                <a:ext cx="33480" cy="264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E457E8-4AB8-933B-B874-4DDB7E3F04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86397" y="2701270"/>
                  <a:ext cx="45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C183E6-2A0B-4A64-DBE6-7A9749D8940C}"/>
                    </a:ext>
                  </a:extLst>
                </p14:cNvPr>
                <p14:cNvContentPartPr/>
                <p14:nvPr/>
              </p14:nvContentPartPr>
              <p14:xfrm>
                <a:off x="10195037" y="2779390"/>
                <a:ext cx="137520" cy="25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C183E6-2A0B-4A64-DBE6-7A9749D8940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88917" y="2773270"/>
                  <a:ext cx="149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2F872FA-EE99-ED8F-F44B-5ACE1BF4CA21}"/>
                    </a:ext>
                  </a:extLst>
                </p14:cNvPr>
                <p14:cNvContentPartPr/>
                <p14:nvPr/>
              </p14:nvContentPartPr>
              <p14:xfrm>
                <a:off x="10446677" y="2456830"/>
                <a:ext cx="98280" cy="507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2F872FA-EE99-ED8F-F44B-5ACE1BF4CA2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440557" y="2450710"/>
                  <a:ext cx="11052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5480B0-8F1A-8C83-799A-BEC0BFEE984A}"/>
                    </a:ext>
                  </a:extLst>
                </p14:cNvPr>
                <p14:cNvContentPartPr/>
                <p14:nvPr/>
              </p14:nvContentPartPr>
              <p14:xfrm>
                <a:off x="10710557" y="2562670"/>
                <a:ext cx="223920" cy="17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5480B0-8F1A-8C83-799A-BEC0BFEE98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704437" y="2556550"/>
                  <a:ext cx="236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A9BC84-A91C-C80F-B13B-E9263C2307A3}"/>
                    </a:ext>
                  </a:extLst>
                </p14:cNvPr>
                <p14:cNvContentPartPr/>
                <p14:nvPr/>
              </p14:nvContentPartPr>
              <p14:xfrm>
                <a:off x="11042837" y="2623510"/>
                <a:ext cx="34200" cy="157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A9BC84-A91C-C80F-B13B-E9263C2307A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036717" y="2617390"/>
                  <a:ext cx="46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8D0FB6-97AC-0044-1C1A-2E66F500B6E8}"/>
                    </a:ext>
                  </a:extLst>
                </p14:cNvPr>
                <p14:cNvContentPartPr/>
                <p14:nvPr/>
              </p14:nvContentPartPr>
              <p14:xfrm>
                <a:off x="11063357" y="2679310"/>
                <a:ext cx="106200" cy="33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8D0FB6-97AC-0044-1C1A-2E66F500B6E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057237" y="2673190"/>
                  <a:ext cx="118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293932D-CA52-3EA2-49E0-A1851787FEDD}"/>
                    </a:ext>
                  </a:extLst>
                </p14:cNvPr>
                <p14:cNvContentPartPr/>
                <p14:nvPr/>
              </p14:nvContentPartPr>
              <p14:xfrm>
                <a:off x="11269277" y="2654110"/>
                <a:ext cx="73440" cy="23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293932D-CA52-3EA2-49E0-A1851787FED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263157" y="2647990"/>
                  <a:ext cx="85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D99225-585C-CD01-5276-C58475F0080B}"/>
                    </a:ext>
                  </a:extLst>
                </p14:cNvPr>
                <p14:cNvContentPartPr/>
                <p14:nvPr/>
              </p14:nvContentPartPr>
              <p14:xfrm>
                <a:off x="11457917" y="2559430"/>
                <a:ext cx="23400" cy="112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D99225-585C-CD01-5276-C58475F0080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51797" y="2553310"/>
                  <a:ext cx="35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DBD3EE-C9D2-E757-4A02-8905A84C34F7}"/>
                    </a:ext>
                  </a:extLst>
                </p14:cNvPr>
                <p14:cNvContentPartPr/>
                <p14:nvPr/>
              </p14:nvContentPartPr>
              <p14:xfrm>
                <a:off x="11248757" y="2406790"/>
                <a:ext cx="397080" cy="59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DBD3EE-C9D2-E757-4A02-8905A84C34F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242637" y="2400670"/>
                  <a:ext cx="40932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6174B7-17E5-A440-73E9-E917C6D8F8BD}"/>
                    </a:ext>
                  </a:extLst>
                </p14:cNvPr>
                <p14:cNvContentPartPr/>
                <p14:nvPr/>
              </p14:nvContentPartPr>
              <p14:xfrm>
                <a:off x="10920077" y="2849230"/>
                <a:ext cx="375840" cy="12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6174B7-17E5-A440-73E9-E917C6D8F8B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913957" y="2843110"/>
                  <a:ext cx="388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9AC5F8-1260-AEF1-06FC-DECA0DF22E2F}"/>
                    </a:ext>
                  </a:extLst>
                </p14:cNvPr>
                <p14:cNvContentPartPr/>
                <p14:nvPr/>
              </p14:nvContentPartPr>
              <p14:xfrm>
                <a:off x="10505357" y="2248750"/>
                <a:ext cx="1143720" cy="729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9AC5F8-1260-AEF1-06FC-DECA0DF22E2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99237" y="2242630"/>
                  <a:ext cx="1155960" cy="74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7D3EC96-9A70-5921-4472-8FF73335836C}"/>
                  </a:ext>
                </a:extLst>
              </p14:cNvPr>
              <p14:cNvContentPartPr/>
              <p14:nvPr/>
            </p14:nvContentPartPr>
            <p14:xfrm>
              <a:off x="9949877" y="3183670"/>
              <a:ext cx="261720" cy="81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7D3EC96-9A70-5921-4472-8FF73335836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943757" y="3177550"/>
                <a:ext cx="2739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D43E667-BC92-59AB-2C23-9A7A94C1ECE5}"/>
                  </a:ext>
                </a:extLst>
              </p14:cNvPr>
              <p14:cNvContentPartPr/>
              <p14:nvPr/>
            </p14:nvContentPartPr>
            <p14:xfrm>
              <a:off x="2709197" y="5068630"/>
              <a:ext cx="413640" cy="1040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D43E667-BC92-59AB-2C23-9A7A94C1ECE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703077" y="5062510"/>
                <a:ext cx="42588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AFFC0467-EC3C-E947-E127-BDAB80AB6460}"/>
              </a:ext>
            </a:extLst>
          </p:cNvPr>
          <p:cNvGrpSpPr/>
          <p:nvPr/>
        </p:nvGrpSpPr>
        <p:grpSpPr>
          <a:xfrm>
            <a:off x="638117" y="5486950"/>
            <a:ext cx="378360" cy="459000"/>
            <a:chOff x="638117" y="5486950"/>
            <a:chExt cx="37836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43B4654-499E-B789-9759-4044207FBF3C}"/>
                    </a:ext>
                  </a:extLst>
                </p14:cNvPr>
                <p14:cNvContentPartPr/>
                <p14:nvPr/>
              </p14:nvContentPartPr>
              <p14:xfrm>
                <a:off x="757277" y="5521870"/>
                <a:ext cx="52560" cy="344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43B4654-499E-B789-9759-4044207FBF3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1157" y="5515750"/>
                  <a:ext cx="648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C7CD13-6123-8211-F90E-F6976593FA51}"/>
                    </a:ext>
                  </a:extLst>
                </p14:cNvPr>
                <p14:cNvContentPartPr/>
                <p14:nvPr/>
              </p14:nvContentPartPr>
              <p14:xfrm>
                <a:off x="638117" y="5486950"/>
                <a:ext cx="378360" cy="459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C7CD13-6123-8211-F90E-F6976593FA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1997" y="5480830"/>
                  <a:ext cx="390600" cy="47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B7FD6FC-8E07-33EA-4FAC-01DA08785E9E}"/>
              </a:ext>
            </a:extLst>
          </p:cNvPr>
          <p:cNvGrpSpPr/>
          <p:nvPr/>
        </p:nvGrpSpPr>
        <p:grpSpPr>
          <a:xfrm>
            <a:off x="1825037" y="5385430"/>
            <a:ext cx="867600" cy="289080"/>
            <a:chOff x="1825037" y="5385430"/>
            <a:chExt cx="86760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AB4824-46D5-DF18-45C7-F00956D6D544}"/>
                    </a:ext>
                  </a:extLst>
                </p14:cNvPr>
                <p14:cNvContentPartPr/>
                <p14:nvPr/>
              </p14:nvContentPartPr>
              <p14:xfrm>
                <a:off x="1825037" y="5385430"/>
                <a:ext cx="131760" cy="289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4AB4824-46D5-DF18-45C7-F00956D6D54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818917" y="5379310"/>
                  <a:ext cx="144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F004E0-E439-1978-5B18-586CB59E0FDD}"/>
                    </a:ext>
                  </a:extLst>
                </p14:cNvPr>
                <p14:cNvContentPartPr/>
                <p14:nvPr/>
              </p14:nvContentPartPr>
              <p14:xfrm>
                <a:off x="2082077" y="5495590"/>
                <a:ext cx="93240" cy="116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F004E0-E439-1978-5B18-586CB59E0FD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75957" y="5489470"/>
                  <a:ext cx="105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337236-E44B-42F1-4D35-9A63657DE206}"/>
                    </a:ext>
                  </a:extLst>
                </p14:cNvPr>
                <p14:cNvContentPartPr/>
                <p14:nvPr/>
              </p14:nvContentPartPr>
              <p14:xfrm>
                <a:off x="2284757" y="5452030"/>
                <a:ext cx="118080" cy="120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337236-E44B-42F1-4D35-9A63657DE20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78637" y="5445910"/>
                  <a:ext cx="130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C7D1B09-746E-C4D0-A70F-14E745FA638E}"/>
                    </a:ext>
                  </a:extLst>
                </p14:cNvPr>
                <p14:cNvContentPartPr/>
                <p14:nvPr/>
              </p14:nvContentPartPr>
              <p14:xfrm>
                <a:off x="2496437" y="5419990"/>
                <a:ext cx="196200" cy="81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C7D1B09-746E-C4D0-A70F-14E745FA638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90317" y="5413870"/>
                  <a:ext cx="2084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8A8DA86-6659-7C34-3A5F-6E91F7ED6C40}"/>
              </a:ext>
            </a:extLst>
          </p:cNvPr>
          <p:cNvGrpSpPr/>
          <p:nvPr/>
        </p:nvGrpSpPr>
        <p:grpSpPr>
          <a:xfrm>
            <a:off x="3328397" y="4981510"/>
            <a:ext cx="1438920" cy="466560"/>
            <a:chOff x="3328397" y="4981510"/>
            <a:chExt cx="143892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492E37F-5FF4-27C1-A313-3CEF54B7073A}"/>
                    </a:ext>
                  </a:extLst>
                </p14:cNvPr>
                <p14:cNvContentPartPr/>
                <p14:nvPr/>
              </p14:nvContentPartPr>
              <p14:xfrm>
                <a:off x="3349277" y="5305150"/>
                <a:ext cx="52200" cy="137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492E37F-5FF4-27C1-A313-3CEF54B7073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43157" y="5299030"/>
                  <a:ext cx="64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6829555-05DE-AB8B-0D9A-04B5BDDCB986}"/>
                    </a:ext>
                  </a:extLst>
                </p14:cNvPr>
                <p14:cNvContentPartPr/>
                <p14:nvPr/>
              </p14:nvContentPartPr>
              <p14:xfrm>
                <a:off x="3349277" y="5305150"/>
                <a:ext cx="36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6829555-05DE-AB8B-0D9A-04B5BDDCB98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43157" y="52990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CC577C-25DC-A21B-758E-D0B9DE8EF297}"/>
                    </a:ext>
                  </a:extLst>
                </p14:cNvPr>
                <p14:cNvContentPartPr/>
                <p14:nvPr/>
              </p14:nvContentPartPr>
              <p14:xfrm>
                <a:off x="3339197" y="5276710"/>
                <a:ext cx="64800" cy="171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CC577C-25DC-A21B-758E-D0B9DE8EF29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333077" y="5270590"/>
                  <a:ext cx="77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CB0E301-AD64-C640-F19D-97D74403B24E}"/>
                    </a:ext>
                  </a:extLst>
                </p14:cNvPr>
                <p14:cNvContentPartPr/>
                <p14:nvPr/>
              </p14:nvContentPartPr>
              <p14:xfrm>
                <a:off x="3328397" y="5255830"/>
                <a:ext cx="209520" cy="152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CB0E301-AD64-C640-F19D-97D74403B2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22277" y="5249710"/>
                  <a:ext cx="221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F8B231E-97CF-63A3-F7C5-D219C98CDDA2}"/>
                    </a:ext>
                  </a:extLst>
                </p14:cNvPr>
                <p14:cNvContentPartPr/>
                <p14:nvPr/>
              </p14:nvContentPartPr>
              <p14:xfrm>
                <a:off x="3574277" y="5251150"/>
                <a:ext cx="241560" cy="159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F8B231E-97CF-63A3-F7C5-D219C98CDDA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68157" y="5245030"/>
                  <a:ext cx="253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9E83C59-0634-43AD-3CFD-10B3432B4C9B}"/>
                    </a:ext>
                  </a:extLst>
                </p14:cNvPr>
                <p14:cNvContentPartPr/>
                <p14:nvPr/>
              </p14:nvContentPartPr>
              <p14:xfrm>
                <a:off x="3817997" y="5175190"/>
                <a:ext cx="380520" cy="188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9E83C59-0634-43AD-3CFD-10B3432B4C9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811877" y="5169070"/>
                  <a:ext cx="392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49037D6-96B6-FC00-CFD9-1592AE6DA715}"/>
                    </a:ext>
                  </a:extLst>
                </p14:cNvPr>
                <p14:cNvContentPartPr/>
                <p14:nvPr/>
              </p14:nvContentPartPr>
              <p14:xfrm>
                <a:off x="4225157" y="5096710"/>
                <a:ext cx="148680" cy="133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49037D6-96B6-FC00-CFD9-1592AE6DA71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219037" y="5090590"/>
                  <a:ext cx="160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03063C2-FEB8-4FBB-8ADB-DEE1FFB4B214}"/>
                    </a:ext>
                  </a:extLst>
                </p14:cNvPr>
                <p14:cNvContentPartPr/>
                <p14:nvPr/>
              </p14:nvContentPartPr>
              <p14:xfrm>
                <a:off x="4427837" y="5089150"/>
                <a:ext cx="204120" cy="110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03063C2-FEB8-4FBB-8ADB-DEE1FFB4B21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421717" y="5083030"/>
                  <a:ext cx="216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481CC85-A6A3-0BE5-11B9-291B4D07F195}"/>
                    </a:ext>
                  </a:extLst>
                </p14:cNvPr>
                <p14:cNvContentPartPr/>
                <p14:nvPr/>
              </p14:nvContentPartPr>
              <p14:xfrm>
                <a:off x="4703597" y="4981510"/>
                <a:ext cx="63720" cy="206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481CC85-A6A3-0BE5-11B9-291B4D07F19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697477" y="4975390"/>
                  <a:ext cx="7596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A21BD49-C4C3-2309-F560-0D5D33251782}"/>
              </a:ext>
            </a:extLst>
          </p:cNvPr>
          <p:cNvGrpSpPr/>
          <p:nvPr/>
        </p:nvGrpSpPr>
        <p:grpSpPr>
          <a:xfrm>
            <a:off x="3636917" y="5746150"/>
            <a:ext cx="379440" cy="566640"/>
            <a:chOff x="3636917" y="5746150"/>
            <a:chExt cx="379440" cy="5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995AB8C-9DC5-6B91-4430-3F7310DFF509}"/>
                    </a:ext>
                  </a:extLst>
                </p14:cNvPr>
                <p14:cNvContentPartPr/>
                <p14:nvPr/>
              </p14:nvContentPartPr>
              <p14:xfrm>
                <a:off x="3719717" y="5797270"/>
                <a:ext cx="83160" cy="197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995AB8C-9DC5-6B91-4430-3F7310DFF50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713597" y="5791150"/>
                  <a:ext cx="954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F5BC2FC-43EC-43FA-5367-C3A52AC11EBA}"/>
                    </a:ext>
                  </a:extLst>
                </p14:cNvPr>
                <p14:cNvContentPartPr/>
                <p14:nvPr/>
              </p14:nvContentPartPr>
              <p14:xfrm>
                <a:off x="3715397" y="5933710"/>
                <a:ext cx="203040" cy="124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F5BC2FC-43EC-43FA-5367-C3A52AC11EB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09277" y="5927590"/>
                  <a:ext cx="215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B6B4C96-C14E-0833-ED50-92D35FAD9674}"/>
                    </a:ext>
                  </a:extLst>
                </p14:cNvPr>
                <p14:cNvContentPartPr/>
                <p14:nvPr/>
              </p14:nvContentPartPr>
              <p14:xfrm>
                <a:off x="3636917" y="5746150"/>
                <a:ext cx="24480" cy="9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B6B4C96-C14E-0833-ED50-92D35FAD967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630797" y="5740030"/>
                  <a:ext cx="36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A13B4B0-3086-F008-2B4E-3A94415B5D88}"/>
                    </a:ext>
                  </a:extLst>
                </p14:cNvPr>
                <p14:cNvContentPartPr/>
                <p14:nvPr/>
              </p14:nvContentPartPr>
              <p14:xfrm>
                <a:off x="3719717" y="6044950"/>
                <a:ext cx="296640" cy="267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A13B4B0-3086-F008-2B4E-3A94415B5D8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713597" y="6038830"/>
                  <a:ext cx="3088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CC54854-78B0-AAB5-5B4C-AC8BE2CB7D8A}"/>
              </a:ext>
            </a:extLst>
          </p:cNvPr>
          <p:cNvGrpSpPr/>
          <p:nvPr/>
        </p:nvGrpSpPr>
        <p:grpSpPr>
          <a:xfrm>
            <a:off x="1989557" y="6151150"/>
            <a:ext cx="1138680" cy="754560"/>
            <a:chOff x="1989557" y="6151150"/>
            <a:chExt cx="1138680" cy="7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C6C75B6-3BE0-1F8E-8D44-0652358BE8B2}"/>
                    </a:ext>
                  </a:extLst>
                </p14:cNvPr>
                <p14:cNvContentPartPr/>
                <p14:nvPr/>
              </p14:nvContentPartPr>
              <p14:xfrm>
                <a:off x="1989557" y="6220270"/>
                <a:ext cx="217080" cy="271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C6C75B6-3BE0-1F8E-8D44-0652358BE8B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83437" y="6214150"/>
                  <a:ext cx="2293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616C621-46E1-6EA7-0311-53B78AC84CD7}"/>
                    </a:ext>
                  </a:extLst>
                </p14:cNvPr>
                <p14:cNvContentPartPr/>
                <p14:nvPr/>
              </p14:nvContentPartPr>
              <p14:xfrm>
                <a:off x="2206277" y="6321430"/>
                <a:ext cx="95760" cy="105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616C621-46E1-6EA7-0311-53B78AC84CD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200157" y="6315310"/>
                  <a:ext cx="108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EE33211-7E95-8DC0-DB60-A0D0F8196B29}"/>
                    </a:ext>
                  </a:extLst>
                </p14:cNvPr>
                <p14:cNvContentPartPr/>
                <p14:nvPr/>
              </p14:nvContentPartPr>
              <p14:xfrm>
                <a:off x="2379437" y="6220270"/>
                <a:ext cx="88560" cy="122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EE33211-7E95-8DC0-DB60-A0D0F8196B2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373317" y="6214150"/>
                  <a:ext cx="100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0C0A6C5-C0B4-799F-B3FC-FB30199BD83D}"/>
                    </a:ext>
                  </a:extLst>
                </p14:cNvPr>
                <p14:cNvContentPartPr/>
                <p14:nvPr/>
              </p14:nvContentPartPr>
              <p14:xfrm>
                <a:off x="2526677" y="6151150"/>
                <a:ext cx="165960" cy="120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0C0A6C5-C0B4-799F-B3FC-FB30199BD83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520557" y="6145030"/>
                  <a:ext cx="178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B54E4E3-84C4-C91E-9C47-AE58FB2D2C11}"/>
                    </a:ext>
                  </a:extLst>
                </p14:cNvPr>
                <p14:cNvContentPartPr/>
                <p14:nvPr/>
              </p14:nvContentPartPr>
              <p14:xfrm>
                <a:off x="2249837" y="6654790"/>
                <a:ext cx="159480" cy="172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B54E4E3-84C4-C91E-9C47-AE58FB2D2C1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243717" y="6648670"/>
                  <a:ext cx="171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D2A11DD-425A-7690-FBAF-16A01FE75531}"/>
                    </a:ext>
                  </a:extLst>
                </p14:cNvPr>
                <p14:cNvContentPartPr/>
                <p14:nvPr/>
              </p14:nvContentPartPr>
              <p14:xfrm>
                <a:off x="2458997" y="6633190"/>
                <a:ext cx="155160" cy="104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D2A11DD-425A-7690-FBAF-16A01FE7553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452877" y="6627070"/>
                  <a:ext cx="167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A1E4C2E-99E7-14D4-1A1B-E92E1169C7D8}"/>
                    </a:ext>
                  </a:extLst>
                </p14:cNvPr>
                <p14:cNvContentPartPr/>
                <p14:nvPr/>
              </p14:nvContentPartPr>
              <p14:xfrm>
                <a:off x="2613797" y="6556870"/>
                <a:ext cx="54720" cy="96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A1E4C2E-99E7-14D4-1A1B-E92E1169C7D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607677" y="6550750"/>
                  <a:ext cx="66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290F7DD-5E67-7B21-ED2D-B8DFCF30524A}"/>
                    </a:ext>
                  </a:extLst>
                </p14:cNvPr>
                <p14:cNvContentPartPr/>
                <p14:nvPr/>
              </p14:nvContentPartPr>
              <p14:xfrm>
                <a:off x="2610197" y="6461110"/>
                <a:ext cx="280800" cy="148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290F7DD-5E67-7B21-ED2D-B8DFCF30524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04077" y="6454990"/>
                  <a:ext cx="293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1E252D1-4FFF-9013-3476-A3E480C33206}"/>
                    </a:ext>
                  </a:extLst>
                </p14:cNvPr>
                <p14:cNvContentPartPr/>
                <p14:nvPr/>
              </p14:nvContentPartPr>
              <p14:xfrm>
                <a:off x="2714957" y="6811750"/>
                <a:ext cx="3600" cy="5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1E252D1-4FFF-9013-3476-A3E480C3320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08837" y="6805630"/>
                  <a:ext cx="15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F288870-B32F-CE40-55E7-EF0A86EE7454}"/>
                    </a:ext>
                  </a:extLst>
                </p14:cNvPr>
                <p14:cNvContentPartPr/>
                <p14:nvPr/>
              </p14:nvContentPartPr>
              <p14:xfrm>
                <a:off x="2714957" y="6811390"/>
                <a:ext cx="169200" cy="94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F288870-B32F-CE40-55E7-EF0A86EE745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08837" y="6805270"/>
                  <a:ext cx="181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4113A21-FECE-85C3-16F1-46F3DFC42A93}"/>
                    </a:ext>
                  </a:extLst>
                </p14:cNvPr>
                <p14:cNvContentPartPr/>
                <p14:nvPr/>
              </p14:nvContentPartPr>
              <p14:xfrm>
                <a:off x="2917637" y="6705842"/>
                <a:ext cx="210600" cy="169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4113A21-FECE-85C3-16F1-46F3DFC42A9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911517" y="6699722"/>
                  <a:ext cx="22284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E46F12A-F990-3C98-124B-3B87CF4DEB00}"/>
                  </a:ext>
                </a:extLst>
              </p14:cNvPr>
              <p14:cNvContentPartPr/>
              <p14:nvPr/>
            </p14:nvContentPartPr>
            <p14:xfrm>
              <a:off x="3977837" y="6340802"/>
              <a:ext cx="401400" cy="1954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E46F12A-F990-3C98-124B-3B87CF4DEB0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971717" y="6334682"/>
                <a:ext cx="41364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417FB24-70DC-FB10-D001-0A500A13DAD5}"/>
              </a:ext>
            </a:extLst>
          </p:cNvPr>
          <p:cNvGrpSpPr/>
          <p:nvPr/>
        </p:nvGrpSpPr>
        <p:grpSpPr>
          <a:xfrm>
            <a:off x="5607917" y="3996550"/>
            <a:ext cx="5693400" cy="2248920"/>
            <a:chOff x="5607917" y="3996550"/>
            <a:chExt cx="5693400" cy="22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25A7155-0763-CE40-FDC4-F51C9B46BCF6}"/>
                    </a:ext>
                  </a:extLst>
                </p14:cNvPr>
                <p14:cNvContentPartPr/>
                <p14:nvPr/>
              </p14:nvContentPartPr>
              <p14:xfrm>
                <a:off x="5667317" y="5230270"/>
                <a:ext cx="127440" cy="745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25A7155-0763-CE40-FDC4-F51C9B46BCF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661197" y="5224150"/>
                  <a:ext cx="1396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5678FE-1E97-F240-0049-954EB1BFC7E5}"/>
                    </a:ext>
                  </a:extLst>
                </p14:cNvPr>
                <p14:cNvContentPartPr/>
                <p14:nvPr/>
              </p14:nvContentPartPr>
              <p14:xfrm>
                <a:off x="5678117" y="4978990"/>
                <a:ext cx="1961280" cy="1266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5678FE-1E97-F240-0049-954EB1BFC7E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671997" y="4972870"/>
                  <a:ext cx="1973520" cy="12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80873DE-F721-70E8-621A-C3D0D9988939}"/>
                    </a:ext>
                  </a:extLst>
                </p14:cNvPr>
                <p14:cNvContentPartPr/>
                <p14:nvPr/>
              </p14:nvContentPartPr>
              <p14:xfrm>
                <a:off x="5932637" y="5948830"/>
                <a:ext cx="26640" cy="283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80873DE-F721-70E8-621A-C3D0D998893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926517" y="5942710"/>
                  <a:ext cx="38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DD619C0-9073-925A-AFA7-49E24D7A3FB3}"/>
                    </a:ext>
                  </a:extLst>
                </p14:cNvPr>
                <p14:cNvContentPartPr/>
                <p14:nvPr/>
              </p14:nvContentPartPr>
              <p14:xfrm>
                <a:off x="5703677" y="5325670"/>
                <a:ext cx="1498680" cy="302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DD619C0-9073-925A-AFA7-49E24D7A3FB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97557" y="5319550"/>
                  <a:ext cx="15109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5CA89F-FF5B-185B-A7AB-6E64C2F96255}"/>
                    </a:ext>
                  </a:extLst>
                </p14:cNvPr>
                <p14:cNvContentPartPr/>
                <p14:nvPr/>
              </p14:nvContentPartPr>
              <p14:xfrm>
                <a:off x="5708357" y="5574790"/>
                <a:ext cx="1713600" cy="369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5CA89F-FF5B-185B-A7AB-6E64C2F9625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02237" y="5568670"/>
                  <a:ext cx="17258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E55B68-B04F-CADE-164C-D405456720EF}"/>
                    </a:ext>
                  </a:extLst>
                </p14:cNvPr>
                <p14:cNvContentPartPr/>
                <p14:nvPr/>
              </p14:nvContentPartPr>
              <p14:xfrm>
                <a:off x="8228357" y="4784230"/>
                <a:ext cx="24480" cy="328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E55B68-B04F-CADE-164C-D405456720E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22237" y="4778110"/>
                  <a:ext cx="36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DE928BB-0CBF-817E-5AF7-D26D764B6C21}"/>
                    </a:ext>
                  </a:extLst>
                </p14:cNvPr>
                <p14:cNvContentPartPr/>
                <p14:nvPr/>
              </p14:nvContentPartPr>
              <p14:xfrm>
                <a:off x="8140157" y="4999870"/>
                <a:ext cx="197640" cy="136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DE928BB-0CBF-817E-5AF7-D26D764B6C2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134037" y="4993750"/>
                  <a:ext cx="2098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84A4E32-D649-CF05-A8D6-14426F8BEF7B}"/>
                    </a:ext>
                  </a:extLst>
                </p14:cNvPr>
                <p14:cNvContentPartPr/>
                <p14:nvPr/>
              </p14:nvContentPartPr>
              <p14:xfrm>
                <a:off x="8220797" y="4847230"/>
                <a:ext cx="247680" cy="115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84A4E32-D649-CF05-A8D6-14426F8BEF7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14677" y="4841110"/>
                  <a:ext cx="259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26BCD89-2638-8060-929B-DB81D8CD295B}"/>
                    </a:ext>
                  </a:extLst>
                </p14:cNvPr>
                <p14:cNvContentPartPr/>
                <p14:nvPr/>
              </p14:nvContentPartPr>
              <p14:xfrm>
                <a:off x="8875637" y="4657870"/>
                <a:ext cx="102960" cy="25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26BCD89-2638-8060-929B-DB81D8CD295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69517" y="4651750"/>
                  <a:ext cx="1152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8C7863F-6ED1-65A5-F13D-D875759C949D}"/>
                    </a:ext>
                  </a:extLst>
                </p14:cNvPr>
                <p14:cNvContentPartPr/>
                <p14:nvPr/>
              </p14:nvContentPartPr>
              <p14:xfrm>
                <a:off x="9074717" y="4737430"/>
                <a:ext cx="102600" cy="136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8C7863F-6ED1-65A5-F13D-D875759C949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68597" y="4731310"/>
                  <a:ext cx="114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1031E84-BE22-B0C8-C02A-88162167325F}"/>
                    </a:ext>
                  </a:extLst>
                </p14:cNvPr>
                <p14:cNvContentPartPr/>
                <p14:nvPr/>
              </p14:nvContentPartPr>
              <p14:xfrm>
                <a:off x="9287477" y="4707910"/>
                <a:ext cx="163800" cy="114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1031E84-BE22-B0C8-C02A-88162167325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281357" y="4701790"/>
                  <a:ext cx="176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511DEF-B643-53A0-88A6-C169D6E3E0A1}"/>
                    </a:ext>
                  </a:extLst>
                </p14:cNvPr>
                <p14:cNvContentPartPr/>
                <p14:nvPr/>
              </p14:nvContentPartPr>
              <p14:xfrm>
                <a:off x="9574037" y="4661110"/>
                <a:ext cx="259920" cy="150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511DEF-B643-53A0-88A6-C169D6E3E0A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567917" y="4654990"/>
                  <a:ext cx="272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0190EEF-706C-FD36-375E-759770E230F7}"/>
                    </a:ext>
                  </a:extLst>
                </p14:cNvPr>
                <p14:cNvContentPartPr/>
                <p14:nvPr/>
              </p14:nvContentPartPr>
              <p14:xfrm>
                <a:off x="10143917" y="4481110"/>
                <a:ext cx="233640" cy="300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0190EEF-706C-FD36-375E-759770E230F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137797" y="4474990"/>
                  <a:ext cx="2458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8A3B135-319C-724F-3C3A-55A206A03892}"/>
                    </a:ext>
                  </a:extLst>
                </p14:cNvPr>
                <p14:cNvContentPartPr/>
                <p14:nvPr/>
              </p14:nvContentPartPr>
              <p14:xfrm>
                <a:off x="10532717" y="4506310"/>
                <a:ext cx="267480" cy="133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8A3B135-319C-724F-3C3A-55A206A0389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526597" y="4500190"/>
                  <a:ext cx="279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1CE06E-345A-1ABE-9430-071E270E1353}"/>
                    </a:ext>
                  </a:extLst>
                </p14:cNvPr>
                <p14:cNvContentPartPr/>
                <p14:nvPr/>
              </p14:nvContentPartPr>
              <p14:xfrm>
                <a:off x="10857437" y="4405510"/>
                <a:ext cx="81000" cy="171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1CE06E-345A-1ABE-9430-071E270E135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851317" y="4399390"/>
                  <a:ext cx="93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16D69AD-EC20-144A-5DEE-DB190C2D4C72}"/>
                    </a:ext>
                  </a:extLst>
                </p14:cNvPr>
                <p14:cNvContentPartPr/>
                <p14:nvPr/>
              </p14:nvContentPartPr>
              <p14:xfrm>
                <a:off x="10792277" y="4390750"/>
                <a:ext cx="235800" cy="259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16D69AD-EC20-144A-5DEE-DB190C2D4C7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786157" y="4384630"/>
                  <a:ext cx="2480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AABA9E-6846-87AA-8B83-CD8E69F1A520}"/>
                    </a:ext>
                  </a:extLst>
                </p14:cNvPr>
                <p14:cNvContentPartPr/>
                <p14:nvPr/>
              </p14:nvContentPartPr>
              <p14:xfrm>
                <a:off x="9128357" y="5045590"/>
                <a:ext cx="353160" cy="72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AABA9E-6846-87AA-8B83-CD8E69F1A52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22237" y="5039470"/>
                  <a:ext cx="365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A77A99C-D0A7-22CA-5AF7-0368C1D95761}"/>
                    </a:ext>
                  </a:extLst>
                </p14:cNvPr>
                <p14:cNvContentPartPr/>
                <p14:nvPr/>
              </p14:nvContentPartPr>
              <p14:xfrm>
                <a:off x="8828117" y="4471750"/>
                <a:ext cx="870480" cy="64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A77A99C-D0A7-22CA-5AF7-0368C1D9576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821997" y="4465630"/>
                  <a:ext cx="88272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2F69AE4-40D3-65A4-994C-47333EA20B35}"/>
                    </a:ext>
                  </a:extLst>
                </p14:cNvPr>
                <p14:cNvContentPartPr/>
                <p14:nvPr/>
              </p14:nvContentPartPr>
              <p14:xfrm>
                <a:off x="10422557" y="5368150"/>
                <a:ext cx="93240" cy="182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2F69AE4-40D3-65A4-994C-47333EA20B3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416437" y="5362030"/>
                  <a:ext cx="105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08A0486-CC46-C69F-5EE1-68FDE269E0FF}"/>
                    </a:ext>
                  </a:extLst>
                </p14:cNvPr>
                <p14:cNvContentPartPr/>
                <p14:nvPr/>
              </p14:nvContentPartPr>
              <p14:xfrm>
                <a:off x="10421477" y="5278870"/>
                <a:ext cx="210600" cy="313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08A0486-CC46-C69F-5EE1-68FDE269E0F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415357" y="5272750"/>
                  <a:ext cx="2228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4EB5994-6FC0-8837-413A-04BB956286A5}"/>
                    </a:ext>
                  </a:extLst>
                </p14:cNvPr>
                <p14:cNvContentPartPr/>
                <p14:nvPr/>
              </p14:nvContentPartPr>
              <p14:xfrm>
                <a:off x="10736477" y="5243590"/>
                <a:ext cx="99360" cy="225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4EB5994-6FC0-8837-413A-04BB956286A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730357" y="5237470"/>
                  <a:ext cx="111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130F48-3E21-56D9-D0BE-28CA8E3B1ABB}"/>
                    </a:ext>
                  </a:extLst>
                </p14:cNvPr>
                <p14:cNvContentPartPr/>
                <p14:nvPr/>
              </p14:nvContentPartPr>
              <p14:xfrm>
                <a:off x="10736477" y="5290750"/>
                <a:ext cx="36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130F48-3E21-56D9-D0BE-28CA8E3B1AB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30357" y="52846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7689D7C-A831-5EFB-DF41-D423A1AE5B12}"/>
                    </a:ext>
                  </a:extLst>
                </p14:cNvPr>
                <p14:cNvContentPartPr/>
                <p14:nvPr/>
              </p14:nvContentPartPr>
              <p14:xfrm>
                <a:off x="10736477" y="5289670"/>
                <a:ext cx="250920" cy="175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7689D7C-A831-5EFB-DF41-D423A1AE5B1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30357" y="5283550"/>
                  <a:ext cx="263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774F2B-A8D2-8B6E-D4F2-051661695C07}"/>
                    </a:ext>
                  </a:extLst>
                </p14:cNvPr>
                <p14:cNvContentPartPr/>
                <p14:nvPr/>
              </p14:nvContentPartPr>
              <p14:xfrm>
                <a:off x="10970837" y="5140270"/>
                <a:ext cx="189000" cy="284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774F2B-A8D2-8B6E-D4F2-051661695C0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64717" y="5134150"/>
                  <a:ext cx="201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EAFFCB-33AF-1F04-8E16-A2F082DF3F56}"/>
                    </a:ext>
                  </a:extLst>
                </p14:cNvPr>
                <p14:cNvContentPartPr/>
                <p14:nvPr/>
              </p14:nvContentPartPr>
              <p14:xfrm>
                <a:off x="11103677" y="5114350"/>
                <a:ext cx="197640" cy="151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EAFFCB-33AF-1F04-8E16-A2F082DF3F5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097557" y="5108230"/>
                  <a:ext cx="209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39B0EB9-9DE1-5BF2-8401-84993DD7A250}"/>
                    </a:ext>
                  </a:extLst>
                </p14:cNvPr>
                <p14:cNvContentPartPr/>
                <p14:nvPr/>
              </p14:nvContentPartPr>
              <p14:xfrm>
                <a:off x="10474757" y="5001670"/>
                <a:ext cx="766800" cy="653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39B0EB9-9DE1-5BF2-8401-84993DD7A25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68637" y="4995550"/>
                  <a:ext cx="77904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B0B0D96-E686-9832-21CE-7EC8558A964B}"/>
                    </a:ext>
                  </a:extLst>
                </p14:cNvPr>
                <p14:cNvContentPartPr/>
                <p14:nvPr/>
              </p14:nvContentPartPr>
              <p14:xfrm>
                <a:off x="9280277" y="5725630"/>
                <a:ext cx="381240" cy="79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B0B0D96-E686-9832-21CE-7EC8558A964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74157" y="5719510"/>
                  <a:ext cx="3934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4B3D93-EEAA-272F-655C-5F9BE65B34DD}"/>
                    </a:ext>
                  </a:extLst>
                </p14:cNvPr>
                <p14:cNvContentPartPr/>
                <p14:nvPr/>
              </p14:nvContentPartPr>
              <p14:xfrm>
                <a:off x="8494397" y="5599270"/>
                <a:ext cx="18720" cy="283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4B3D93-EEAA-272F-655C-5F9BE65B34D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88277" y="5593150"/>
                  <a:ext cx="30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B46F1F-B919-8CAF-37AC-9D36F2357874}"/>
                    </a:ext>
                  </a:extLst>
                </p14:cNvPr>
                <p14:cNvContentPartPr/>
                <p14:nvPr/>
              </p14:nvContentPartPr>
              <p14:xfrm>
                <a:off x="8460557" y="5866030"/>
                <a:ext cx="256320" cy="145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B46F1F-B919-8CAF-37AC-9D36F235787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54437" y="5859910"/>
                  <a:ext cx="268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ABC805B-0C4A-1C90-4183-966325AA107B}"/>
                    </a:ext>
                  </a:extLst>
                </p14:cNvPr>
                <p14:cNvContentPartPr/>
                <p14:nvPr/>
              </p14:nvContentPartPr>
              <p14:xfrm>
                <a:off x="8452997" y="5589190"/>
                <a:ext cx="315360" cy="243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ABC805B-0C4A-1C90-4183-966325AA107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46877" y="5583070"/>
                  <a:ext cx="327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89D646-758B-30A3-7613-34B84BF81626}"/>
                    </a:ext>
                  </a:extLst>
                </p14:cNvPr>
                <p14:cNvContentPartPr/>
                <p14:nvPr/>
              </p14:nvContentPartPr>
              <p14:xfrm>
                <a:off x="8141957" y="5422510"/>
                <a:ext cx="643680" cy="730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89D646-758B-30A3-7613-34B84BF8162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35837" y="5416390"/>
                  <a:ext cx="65592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2F05D66-FC77-F79F-CB7C-4629264216CC}"/>
                    </a:ext>
                  </a:extLst>
                </p14:cNvPr>
                <p14:cNvContentPartPr/>
                <p14:nvPr/>
              </p14:nvContentPartPr>
              <p14:xfrm>
                <a:off x="9133757" y="5549950"/>
                <a:ext cx="327240" cy="290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2F05D66-FC77-F79F-CB7C-4629264216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27637" y="5543830"/>
                  <a:ext cx="339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FF2D59D-7046-47D2-04EE-CAD7ED6B9402}"/>
                    </a:ext>
                  </a:extLst>
                </p14:cNvPr>
                <p14:cNvContentPartPr/>
                <p14:nvPr/>
              </p14:nvContentPartPr>
              <p14:xfrm>
                <a:off x="9561797" y="5536990"/>
                <a:ext cx="123840" cy="203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FF2D59D-7046-47D2-04EE-CAD7ED6B940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55677" y="5530870"/>
                  <a:ext cx="1360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DC3664-079E-D809-9886-6DBA57C0EBF0}"/>
                    </a:ext>
                  </a:extLst>
                </p14:cNvPr>
                <p14:cNvContentPartPr/>
                <p14:nvPr/>
              </p14:nvContentPartPr>
              <p14:xfrm>
                <a:off x="9773117" y="5469310"/>
                <a:ext cx="84240" cy="202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DC3664-079E-D809-9886-6DBA57C0EB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66997" y="5463190"/>
                  <a:ext cx="96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CD425F2-462D-A8F2-1F98-B268EA4BB577}"/>
                    </a:ext>
                  </a:extLst>
                </p14:cNvPr>
                <p14:cNvContentPartPr/>
                <p14:nvPr/>
              </p14:nvContentPartPr>
              <p14:xfrm>
                <a:off x="9011717" y="5274190"/>
                <a:ext cx="961200" cy="730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CD425F2-462D-A8F2-1F98-B268EA4BB57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05597" y="5268070"/>
                  <a:ext cx="97344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19F97B7-3408-6CD8-2947-BC74EABEE98B}"/>
                    </a:ext>
                  </a:extLst>
                </p14:cNvPr>
                <p14:cNvContentPartPr/>
                <p14:nvPr/>
              </p14:nvContentPartPr>
              <p14:xfrm>
                <a:off x="5607917" y="4511710"/>
                <a:ext cx="35280" cy="291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19F97B7-3408-6CD8-2947-BC74EABEE9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01797" y="4505590"/>
                  <a:ext cx="47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E5D9465-EFA6-6671-73FE-04388DD8B065}"/>
                    </a:ext>
                  </a:extLst>
                </p14:cNvPr>
                <p14:cNvContentPartPr/>
                <p14:nvPr/>
              </p14:nvContentPartPr>
              <p14:xfrm>
                <a:off x="5753717" y="4510630"/>
                <a:ext cx="452160" cy="295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E5D9465-EFA6-6671-73FE-04388DD8B06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47597" y="4504510"/>
                  <a:ext cx="464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6F72702-EF1F-3878-5B49-C6942A1815B6}"/>
                    </a:ext>
                  </a:extLst>
                </p14:cNvPr>
                <p14:cNvContentPartPr/>
                <p14:nvPr/>
              </p14:nvContentPartPr>
              <p14:xfrm>
                <a:off x="6342317" y="4484710"/>
                <a:ext cx="681480" cy="324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6F72702-EF1F-3878-5B49-C6942A1815B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36197" y="4478590"/>
                  <a:ext cx="693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C7F2021-31B0-8D63-EE6C-3CE82DCE6C08}"/>
                    </a:ext>
                  </a:extLst>
                </p14:cNvPr>
                <p14:cNvContentPartPr/>
                <p14:nvPr/>
              </p14:nvContentPartPr>
              <p14:xfrm>
                <a:off x="7213157" y="4226230"/>
                <a:ext cx="515520" cy="347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C7F2021-31B0-8D63-EE6C-3CE82DCE6C0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07037" y="4220110"/>
                  <a:ext cx="5277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D43E247-784E-1C7E-53EC-F6512D1B4D72}"/>
                    </a:ext>
                  </a:extLst>
                </p14:cNvPr>
                <p14:cNvContentPartPr/>
                <p14:nvPr/>
              </p14:nvContentPartPr>
              <p14:xfrm>
                <a:off x="7784117" y="3996550"/>
                <a:ext cx="771840" cy="268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D43E247-784E-1C7E-53EC-F6512D1B4D7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77997" y="3990430"/>
                  <a:ext cx="784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73E97D3-1640-476D-99B0-FAA0BBEFBC73}"/>
                    </a:ext>
                  </a:extLst>
                </p14:cNvPr>
                <p14:cNvContentPartPr/>
                <p14:nvPr/>
              </p14:nvContentPartPr>
              <p14:xfrm>
                <a:off x="6209837" y="4942922"/>
                <a:ext cx="500400" cy="133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73E97D3-1640-476D-99B0-FAA0BBEFBC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03717" y="4936802"/>
                  <a:ext cx="512640" cy="14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664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" y="3761839"/>
            <a:ext cx="8315212" cy="27617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Word </a:t>
            </a:r>
            <a:r>
              <a:rPr lang="en-US" b="0" dirty="0" err="1"/>
              <a:t>Embeddings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3" y="2986520"/>
            <a:ext cx="2966766" cy="5286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95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one-hot vector representation , e.g., dog = (0,0,0,0,1,0,0,0,0,....), cat = (0,0,0,0,0,0,0,1,0,....)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Represent each of the N previous words as a one-hot vector of length |</a:t>
            </a:r>
            <a:r>
              <a:rPr lang="en-IN" sz="2000" dirty="0"/>
              <a:t>V| one-hot </a:t>
            </a:r>
            <a:r>
              <a:rPr lang="en-US" sz="2000" dirty="0"/>
              <a:t>vector , i.e., with one dimension for each word in the vocabulary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word “toothpaste”, supposing it is V</a:t>
            </a:r>
            <a:r>
              <a:rPr lang="en-US" sz="2000" b="0" i="0" u="none" strike="noStrike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, i.e., index 5 in the vocabulary, x</a:t>
            </a:r>
            <a:r>
              <a:rPr lang="en-US" sz="2000" b="0" i="0" u="none" strike="noStrike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5 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= 1, and x</a:t>
            </a:r>
            <a:r>
              <a:rPr lang="en-US" sz="2000" b="0" i="0" u="none" strike="noStrike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= 0  </a:t>
            </a:r>
            <a:r>
              <a:rPr lang="en-US" sz="2000" b="0" i="0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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5,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541690" y="3515189"/>
            <a:ext cx="708338" cy="824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72315" y="3250854"/>
            <a:ext cx="19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Embedding matrix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10661" y="3330523"/>
            <a:ext cx="161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One-hot vector</a:t>
            </a:r>
            <a:endParaRPr lang="en-IN" dirty="0">
              <a:solidFill>
                <a:srgbClr val="00206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19116" y="3619815"/>
            <a:ext cx="708338" cy="824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9BD3A9-DC72-2A51-BDC9-6B2430B1A61F}"/>
              </a:ext>
            </a:extLst>
          </p:cNvPr>
          <p:cNvGrpSpPr/>
          <p:nvPr/>
        </p:nvGrpSpPr>
        <p:grpSpPr>
          <a:xfrm>
            <a:off x="9134837" y="4271950"/>
            <a:ext cx="1948320" cy="894960"/>
            <a:chOff x="9134837" y="4271950"/>
            <a:chExt cx="1948320" cy="89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699439-8F6F-7CE1-419A-D981D8B35EA1}"/>
                    </a:ext>
                  </a:extLst>
                </p14:cNvPr>
                <p14:cNvContentPartPr/>
                <p14:nvPr/>
              </p14:nvContentPartPr>
              <p14:xfrm>
                <a:off x="9141317" y="4530430"/>
                <a:ext cx="15480" cy="475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699439-8F6F-7CE1-419A-D981D8B35E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35197" y="4524310"/>
                  <a:ext cx="2772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D9BFB0F-988A-852B-D5E1-E722CB96466B}"/>
                    </a:ext>
                  </a:extLst>
                </p14:cNvPr>
                <p14:cNvContentPartPr/>
                <p14:nvPr/>
              </p14:nvContentPartPr>
              <p14:xfrm>
                <a:off x="9134837" y="4370230"/>
                <a:ext cx="468360" cy="72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D9BFB0F-988A-852B-D5E1-E722CB9646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28717" y="4364110"/>
                  <a:ext cx="48060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506A20-39E1-F8F4-F5A1-54B59676194F}"/>
                    </a:ext>
                  </a:extLst>
                </p14:cNvPr>
                <p14:cNvContentPartPr/>
                <p14:nvPr/>
              </p14:nvContentPartPr>
              <p14:xfrm>
                <a:off x="9522557" y="4644550"/>
                <a:ext cx="283680" cy="47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506A20-39E1-F8F4-F5A1-54B5967619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16437" y="4638430"/>
                  <a:ext cx="295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237219-9954-1E9D-EF05-EA79A4D99315}"/>
                    </a:ext>
                  </a:extLst>
                </p14:cNvPr>
                <p14:cNvContentPartPr/>
                <p14:nvPr/>
              </p14:nvContentPartPr>
              <p14:xfrm>
                <a:off x="9771317" y="4553110"/>
                <a:ext cx="226080" cy="351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237219-9954-1E9D-EF05-EA79A4D993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65197" y="4546990"/>
                  <a:ext cx="238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2491328-D578-68AE-D409-CD039CE50A9E}"/>
                    </a:ext>
                  </a:extLst>
                </p14:cNvPr>
                <p14:cNvContentPartPr/>
                <p14:nvPr/>
              </p14:nvContentPartPr>
              <p14:xfrm>
                <a:off x="10177037" y="4271950"/>
                <a:ext cx="906120" cy="89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2491328-D578-68AE-D409-CD039CE50A9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70917" y="4265830"/>
                  <a:ext cx="918360" cy="90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4BFB6B2-00AE-8F5F-BE33-5C38A5491A77}"/>
                  </a:ext>
                </a:extLst>
              </p14:cNvPr>
              <p14:cNvContentPartPr/>
              <p14:nvPr/>
            </p14:nvContentPartPr>
            <p14:xfrm>
              <a:off x="11479877" y="5163310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4BFB6B2-00AE-8F5F-BE33-5C38A5491A7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73757" y="51571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37EB40C-E5B8-C5B4-E93E-FA3DE5BF2AD9}"/>
                  </a:ext>
                </a:extLst>
              </p14:cNvPr>
              <p14:cNvContentPartPr/>
              <p14:nvPr/>
            </p14:nvContentPartPr>
            <p14:xfrm>
              <a:off x="4503077" y="5229910"/>
              <a:ext cx="191160" cy="40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37EB40C-E5B8-C5B4-E93E-FA3DE5BF2AD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96957" y="5223790"/>
                <a:ext cx="20340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D462154-23F6-1279-02F6-84D1840DCC15}"/>
              </a:ext>
            </a:extLst>
          </p:cNvPr>
          <p:cNvGrpSpPr/>
          <p:nvPr/>
        </p:nvGrpSpPr>
        <p:grpSpPr>
          <a:xfrm>
            <a:off x="9225197" y="5495590"/>
            <a:ext cx="436680" cy="776520"/>
            <a:chOff x="9225197" y="5495590"/>
            <a:chExt cx="436680" cy="7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CA8B802-574D-4914-E33C-243E554EE11B}"/>
                    </a:ext>
                  </a:extLst>
                </p14:cNvPr>
                <p14:cNvContentPartPr/>
                <p14:nvPr/>
              </p14:nvContentPartPr>
              <p14:xfrm>
                <a:off x="9280997" y="5579470"/>
                <a:ext cx="30960" cy="643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CA8B802-574D-4914-E33C-243E554EE1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74877" y="5573350"/>
                  <a:ext cx="4320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941386-9C8D-4794-E060-BFBA24F98B24}"/>
                    </a:ext>
                  </a:extLst>
                </p14:cNvPr>
                <p14:cNvContentPartPr/>
                <p14:nvPr/>
              </p14:nvContentPartPr>
              <p14:xfrm>
                <a:off x="9225197" y="5495590"/>
                <a:ext cx="436680" cy="776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941386-9C8D-4794-E060-BFBA24F98B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9077" y="5489470"/>
                  <a:ext cx="448920" cy="78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25F841A-25A6-2A71-DC44-97EC5FF517C1}"/>
                  </a:ext>
                </a:extLst>
              </p14:cNvPr>
              <p14:cNvContentPartPr/>
              <p14:nvPr/>
            </p14:nvContentPartPr>
            <p14:xfrm>
              <a:off x="1273517" y="2929150"/>
              <a:ext cx="127800" cy="41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25F841A-25A6-2A71-DC44-97EC5FF517C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67397" y="2923030"/>
                <a:ext cx="14004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270DDFE-5188-9DA6-9FB7-FEA36B21922D}"/>
              </a:ext>
            </a:extLst>
          </p:cNvPr>
          <p:cNvGrpSpPr/>
          <p:nvPr/>
        </p:nvGrpSpPr>
        <p:grpSpPr>
          <a:xfrm>
            <a:off x="277037" y="2815390"/>
            <a:ext cx="564120" cy="580680"/>
            <a:chOff x="277037" y="2815390"/>
            <a:chExt cx="56412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B8AD712-4C2A-1429-00D4-A9EA1084C079}"/>
                    </a:ext>
                  </a:extLst>
                </p14:cNvPr>
                <p14:cNvContentPartPr/>
                <p14:nvPr/>
              </p14:nvContentPartPr>
              <p14:xfrm>
                <a:off x="379997" y="2850310"/>
                <a:ext cx="54720" cy="5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B8AD712-4C2A-1429-00D4-A9EA1084C0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3877" y="2844190"/>
                  <a:ext cx="66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69DBE8-7D7F-C549-8F11-A0EFFF3B656E}"/>
                    </a:ext>
                  </a:extLst>
                </p14:cNvPr>
                <p14:cNvContentPartPr/>
                <p14:nvPr/>
              </p14:nvContentPartPr>
              <p14:xfrm>
                <a:off x="277037" y="2815390"/>
                <a:ext cx="564120" cy="580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69DBE8-7D7F-C549-8F11-A0EFFF3B65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0917" y="2809270"/>
                  <a:ext cx="576360" cy="59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38C56D3-5502-C304-42EA-46782F67B3BA}"/>
                  </a:ext>
                </a:extLst>
              </p14:cNvPr>
              <p14:cNvContentPartPr/>
              <p14:nvPr/>
            </p14:nvContentPartPr>
            <p14:xfrm>
              <a:off x="2984237" y="2866510"/>
              <a:ext cx="351360" cy="588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38C56D3-5502-C304-42EA-46782F67B3B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78117" y="2860390"/>
                <a:ext cx="363600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61C8E99-6C77-7B67-47D2-5B5E0CFE70E0}"/>
                  </a:ext>
                </a:extLst>
              </p14:cNvPr>
              <p14:cNvContentPartPr/>
              <p14:nvPr/>
            </p14:nvContentPartPr>
            <p14:xfrm>
              <a:off x="1238597" y="2740150"/>
              <a:ext cx="34200" cy="309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61C8E99-6C77-7B67-47D2-5B5E0CFE70E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32477" y="2734030"/>
                <a:ext cx="4644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8EBBC908-44B8-5746-B649-3157429F3D1B}"/>
              </a:ext>
            </a:extLst>
          </p:cNvPr>
          <p:cNvGrpSpPr/>
          <p:nvPr/>
        </p:nvGrpSpPr>
        <p:grpSpPr>
          <a:xfrm>
            <a:off x="5733917" y="2682550"/>
            <a:ext cx="581760" cy="404640"/>
            <a:chOff x="5733917" y="2682550"/>
            <a:chExt cx="58176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194244-7319-FADF-DA94-91C0D071F4AB}"/>
                    </a:ext>
                  </a:extLst>
                </p14:cNvPr>
                <p14:cNvContentPartPr/>
                <p14:nvPr/>
              </p14:nvContentPartPr>
              <p14:xfrm>
                <a:off x="5733917" y="2682550"/>
                <a:ext cx="213120" cy="261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194244-7319-FADF-DA94-91C0D071F4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27797" y="2676430"/>
                  <a:ext cx="225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09674F-5E84-8250-BF77-9588CE8A9DDF}"/>
                    </a:ext>
                  </a:extLst>
                </p14:cNvPr>
                <p14:cNvContentPartPr/>
                <p14:nvPr/>
              </p14:nvContentPartPr>
              <p14:xfrm>
                <a:off x="6013997" y="2786950"/>
                <a:ext cx="150120" cy="80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09674F-5E84-8250-BF77-9588CE8A9D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07877" y="2780830"/>
                  <a:ext cx="162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6AEBD1-0E90-6B87-7F90-2B1D7009B33C}"/>
                    </a:ext>
                  </a:extLst>
                </p14:cNvPr>
                <p14:cNvContentPartPr/>
                <p14:nvPr/>
              </p14:nvContentPartPr>
              <p14:xfrm>
                <a:off x="6181037" y="2782630"/>
                <a:ext cx="134640" cy="304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6AEBD1-0E90-6B87-7F90-2B1D7009B3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74917" y="2776510"/>
                  <a:ext cx="14688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BC3D94-3AD4-ECAD-7677-51F28FD0F72D}"/>
              </a:ext>
            </a:extLst>
          </p:cNvPr>
          <p:cNvGrpSpPr/>
          <p:nvPr/>
        </p:nvGrpSpPr>
        <p:grpSpPr>
          <a:xfrm>
            <a:off x="5105717" y="2658430"/>
            <a:ext cx="548280" cy="784800"/>
            <a:chOff x="5105717" y="2658430"/>
            <a:chExt cx="548280" cy="78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BC3EFD-3497-2815-EED1-DB035C413B64}"/>
                    </a:ext>
                  </a:extLst>
                </p14:cNvPr>
                <p14:cNvContentPartPr/>
                <p14:nvPr/>
              </p14:nvContentPartPr>
              <p14:xfrm>
                <a:off x="5105717" y="2717830"/>
                <a:ext cx="445320" cy="602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BC3EFD-3497-2815-EED1-DB035C413B6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99597" y="2711710"/>
                  <a:ext cx="45756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2E9EEC-5A80-7A52-5EDD-55CCA5FC9780}"/>
                    </a:ext>
                  </a:extLst>
                </p14:cNvPr>
                <p14:cNvContentPartPr/>
                <p14:nvPr/>
              </p14:nvContentPartPr>
              <p14:xfrm>
                <a:off x="5513597" y="2658430"/>
                <a:ext cx="140400" cy="784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2E9EEC-5A80-7A52-5EDD-55CCA5FC97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07477" y="2652310"/>
                  <a:ext cx="152640" cy="79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2040682-700E-96F6-187A-581E30A8748C}"/>
                  </a:ext>
                </a:extLst>
              </p14:cNvPr>
              <p14:cNvContentPartPr/>
              <p14:nvPr/>
            </p14:nvContentPartPr>
            <p14:xfrm>
              <a:off x="8039357" y="3132550"/>
              <a:ext cx="1158480" cy="5864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2040682-700E-96F6-187A-581E30A8748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33237" y="3126430"/>
                <a:ext cx="1170720" cy="59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8FF97DD-AAB4-24F2-81F5-93588B311FC7}"/>
              </a:ext>
            </a:extLst>
          </p:cNvPr>
          <p:cNvGrpSpPr/>
          <p:nvPr/>
        </p:nvGrpSpPr>
        <p:grpSpPr>
          <a:xfrm>
            <a:off x="6728957" y="2545750"/>
            <a:ext cx="3978720" cy="1227240"/>
            <a:chOff x="6728957" y="2545750"/>
            <a:chExt cx="3978720" cy="12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0F1C058-8859-E177-2D88-A8800B469B20}"/>
                    </a:ext>
                  </a:extLst>
                </p14:cNvPr>
                <p14:cNvContentPartPr/>
                <p14:nvPr/>
              </p14:nvContentPartPr>
              <p14:xfrm>
                <a:off x="9732797" y="2879110"/>
                <a:ext cx="52560" cy="820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0F1C058-8859-E177-2D88-A8800B469B2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26677" y="2872990"/>
                  <a:ext cx="64800" cy="8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76B8DC4-FA38-B9AB-1861-B8F9F7312DBF}"/>
                    </a:ext>
                  </a:extLst>
                </p14:cNvPr>
                <p14:cNvContentPartPr/>
                <p14:nvPr/>
              </p14:nvContentPartPr>
              <p14:xfrm>
                <a:off x="9711197" y="2857870"/>
                <a:ext cx="583200" cy="915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76B8DC4-FA38-B9AB-1861-B8F9F7312D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05077" y="2851750"/>
                  <a:ext cx="59544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A1DB914-3DE8-DFD7-0662-3E2CEEA7D6FF}"/>
                    </a:ext>
                  </a:extLst>
                </p14:cNvPr>
                <p14:cNvContentPartPr/>
                <p14:nvPr/>
              </p14:nvContentPartPr>
              <p14:xfrm>
                <a:off x="9013517" y="2623150"/>
                <a:ext cx="294480" cy="227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A1DB914-3DE8-DFD7-0662-3E2CEEA7D6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07397" y="2617030"/>
                  <a:ext cx="306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C8E293-AE80-1419-A2D3-5A052C124D0F}"/>
                    </a:ext>
                  </a:extLst>
                </p14:cNvPr>
                <p14:cNvContentPartPr/>
                <p14:nvPr/>
              </p14:nvContentPartPr>
              <p14:xfrm>
                <a:off x="9394037" y="2699830"/>
                <a:ext cx="65880" cy="94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C8E293-AE80-1419-A2D3-5A052C124D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87917" y="2693710"/>
                  <a:ext cx="78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107DAC-BC4D-6E86-9A1C-0AAF7C3629B6}"/>
                    </a:ext>
                  </a:extLst>
                </p14:cNvPr>
                <p14:cNvContentPartPr/>
                <p14:nvPr/>
              </p14:nvContentPartPr>
              <p14:xfrm>
                <a:off x="9533717" y="2613790"/>
                <a:ext cx="49320" cy="153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107DAC-BC4D-6E86-9A1C-0AAF7C3629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27597" y="2607670"/>
                  <a:ext cx="61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1AE9724-F110-0D49-41DC-12FD4575CAE0}"/>
                    </a:ext>
                  </a:extLst>
                </p14:cNvPr>
                <p14:cNvContentPartPr/>
                <p14:nvPr/>
              </p14:nvContentPartPr>
              <p14:xfrm>
                <a:off x="9512837" y="2545750"/>
                <a:ext cx="333360" cy="458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1AE9724-F110-0D49-41DC-12FD4575CA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06717" y="2539630"/>
                  <a:ext cx="3456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A59EED8-F783-AA26-9055-126A39B86CEE}"/>
                    </a:ext>
                  </a:extLst>
                </p14:cNvPr>
                <p14:cNvContentPartPr/>
                <p14:nvPr/>
              </p14:nvContentPartPr>
              <p14:xfrm>
                <a:off x="6728957" y="2791270"/>
                <a:ext cx="227160" cy="161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A59EED8-F783-AA26-9055-126A39B86CE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22837" y="2785150"/>
                  <a:ext cx="2394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CA7D83-9FBE-AED6-F3F1-DB41F60DA2A4}"/>
                    </a:ext>
                  </a:extLst>
                </p14:cNvPr>
                <p14:cNvContentPartPr/>
                <p14:nvPr/>
              </p14:nvContentPartPr>
              <p14:xfrm>
                <a:off x="6990317" y="2756710"/>
                <a:ext cx="492840" cy="196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CA7D83-9FBE-AED6-F3F1-DB41F60DA2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84197" y="2750590"/>
                  <a:ext cx="505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4DD2DE-59A7-BB33-722F-62FAB7668856}"/>
                    </a:ext>
                  </a:extLst>
                </p14:cNvPr>
                <p14:cNvContentPartPr/>
                <p14:nvPr/>
              </p14:nvContentPartPr>
              <p14:xfrm>
                <a:off x="7833437" y="2723950"/>
                <a:ext cx="592560" cy="159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84DD2DE-59A7-BB33-722F-62FAB76688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7317" y="2717830"/>
                  <a:ext cx="604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20EC00-458B-7DE3-FE79-5D566E819C43}"/>
                    </a:ext>
                  </a:extLst>
                </p14:cNvPr>
                <p14:cNvContentPartPr/>
                <p14:nvPr/>
              </p14:nvContentPartPr>
              <p14:xfrm>
                <a:off x="8399357" y="2749870"/>
                <a:ext cx="213840" cy="70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20EC00-458B-7DE3-FE79-5D566E819C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93237" y="2743750"/>
                  <a:ext cx="226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7649C2C-7A6B-F7CC-A28D-D126B0E51C85}"/>
                    </a:ext>
                  </a:extLst>
                </p14:cNvPr>
                <p14:cNvContentPartPr/>
                <p14:nvPr/>
              </p14:nvContentPartPr>
              <p14:xfrm>
                <a:off x="8091557" y="2998270"/>
                <a:ext cx="243720" cy="33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7649C2C-7A6B-F7CC-A28D-D126B0E51C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85437" y="2992150"/>
                  <a:ext cx="255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1997EE-1C2B-40BF-B9F1-EDFA4F9D6294}"/>
                    </a:ext>
                  </a:extLst>
                </p14:cNvPr>
                <p14:cNvContentPartPr/>
                <p14:nvPr/>
              </p14:nvContentPartPr>
              <p14:xfrm>
                <a:off x="6959357" y="3285910"/>
                <a:ext cx="379080" cy="171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1997EE-1C2B-40BF-B9F1-EDFA4F9D629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53237" y="3279790"/>
                  <a:ext cx="391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9551604-1764-15C1-E4B2-B42C2B92AB53}"/>
                    </a:ext>
                  </a:extLst>
                </p14:cNvPr>
                <p14:cNvContentPartPr/>
                <p14:nvPr/>
              </p14:nvContentPartPr>
              <p14:xfrm>
                <a:off x="7336997" y="3285910"/>
                <a:ext cx="194400" cy="174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9551604-1764-15C1-E4B2-B42C2B92AB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30877" y="3279790"/>
                  <a:ext cx="206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44DAF12-089B-DCA4-702E-4D4BD75C94EE}"/>
                    </a:ext>
                  </a:extLst>
                </p14:cNvPr>
                <p14:cNvContentPartPr/>
                <p14:nvPr/>
              </p14:nvContentPartPr>
              <p14:xfrm>
                <a:off x="6886637" y="3148750"/>
                <a:ext cx="651240" cy="483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44DAF12-089B-DCA4-702E-4D4BD75C94E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80517" y="3142630"/>
                  <a:ext cx="6634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723C423-9F2C-9134-707D-4E53C6EB0ACE}"/>
                    </a:ext>
                  </a:extLst>
                </p14:cNvPr>
                <p14:cNvContentPartPr/>
                <p14:nvPr/>
              </p14:nvContentPartPr>
              <p14:xfrm>
                <a:off x="7562717" y="3415870"/>
                <a:ext cx="173520" cy="49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723C423-9F2C-9134-707D-4E53C6EB0AC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56597" y="3409750"/>
                  <a:ext cx="185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E76648-A1E7-8263-2B96-3AA5D6D1112F}"/>
                    </a:ext>
                  </a:extLst>
                </p14:cNvPr>
                <p14:cNvContentPartPr/>
                <p14:nvPr/>
              </p14:nvContentPartPr>
              <p14:xfrm>
                <a:off x="7560557" y="3336310"/>
                <a:ext cx="300240" cy="308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E76648-A1E7-8263-2B96-3AA5D6D1112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54437" y="3330190"/>
                  <a:ext cx="3124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88F277-2E29-19EC-55C4-5E6354A572A0}"/>
                    </a:ext>
                  </a:extLst>
                </p14:cNvPr>
                <p14:cNvContentPartPr/>
                <p14:nvPr/>
              </p14:nvContentPartPr>
              <p14:xfrm>
                <a:off x="8132597" y="3379870"/>
                <a:ext cx="223560" cy="133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88F277-2E29-19EC-55C4-5E6354A572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26477" y="3373750"/>
                  <a:ext cx="235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AEB287-AB98-15C3-1ADF-CE94688B674F}"/>
                    </a:ext>
                  </a:extLst>
                </p14:cNvPr>
                <p14:cNvContentPartPr/>
                <p14:nvPr/>
              </p14:nvContentPartPr>
              <p14:xfrm>
                <a:off x="8442917" y="3403630"/>
                <a:ext cx="100440" cy="7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AEB287-AB98-15C3-1ADF-CE94688B674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36797" y="3397510"/>
                  <a:ext cx="112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B3B6D1E-D11F-980A-094E-7C1037342699}"/>
                    </a:ext>
                  </a:extLst>
                </p14:cNvPr>
                <p14:cNvContentPartPr/>
                <p14:nvPr/>
              </p14:nvContentPartPr>
              <p14:xfrm>
                <a:off x="8713277" y="3350350"/>
                <a:ext cx="11160" cy="100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B3B6D1E-D11F-980A-094E-7C10373426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07157" y="3344230"/>
                  <a:ext cx="23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7424287-4C78-F660-DAB8-C93980D4B29C}"/>
                    </a:ext>
                  </a:extLst>
                </p14:cNvPr>
                <p14:cNvContentPartPr/>
                <p14:nvPr/>
              </p14:nvContentPartPr>
              <p14:xfrm>
                <a:off x="8956277" y="3307870"/>
                <a:ext cx="150480" cy="133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7424287-4C78-F660-DAB8-C93980D4B29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50157" y="3301750"/>
                  <a:ext cx="162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692FC70-4F5B-D7D0-D4B9-A05FD9CEF106}"/>
                    </a:ext>
                  </a:extLst>
                </p14:cNvPr>
                <p14:cNvContentPartPr/>
                <p14:nvPr/>
              </p14:nvContentPartPr>
              <p14:xfrm>
                <a:off x="9324557" y="3315070"/>
                <a:ext cx="152640" cy="134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692FC70-4F5B-D7D0-D4B9-A05FD9CEF1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18437" y="3308950"/>
                  <a:ext cx="164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E5BFFC-5BF6-2603-AEA3-80FCB3A63F57}"/>
                    </a:ext>
                  </a:extLst>
                </p14:cNvPr>
                <p14:cNvContentPartPr/>
                <p14:nvPr/>
              </p14:nvContentPartPr>
              <p14:xfrm>
                <a:off x="9311597" y="3346390"/>
                <a:ext cx="99360" cy="113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E5BFFC-5BF6-2603-AEA3-80FCB3A63F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05477" y="3340270"/>
                  <a:ext cx="111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C622C06-CFFE-237E-FFFC-76B51F0F3DFA}"/>
                    </a:ext>
                  </a:extLst>
                </p14:cNvPr>
                <p14:cNvContentPartPr/>
                <p14:nvPr/>
              </p14:nvContentPartPr>
              <p14:xfrm>
                <a:off x="9674477" y="2809990"/>
                <a:ext cx="1033200" cy="860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C622C06-CFFE-237E-FFFC-76B51F0F3D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68357" y="2803870"/>
                  <a:ext cx="1045440" cy="87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4724556-CB70-E3D2-1A11-42BC18CCB46E}"/>
                  </a:ext>
                </a:extLst>
              </p14:cNvPr>
              <p14:cNvContentPartPr/>
              <p14:nvPr/>
            </p14:nvContentPartPr>
            <p14:xfrm>
              <a:off x="6778277" y="5241790"/>
              <a:ext cx="148680" cy="78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4724556-CB70-E3D2-1A11-42BC18CCB46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772157" y="5235670"/>
                <a:ext cx="160920" cy="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2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786ED3-AF88-176D-2A7D-182A584B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88433" y="1064610"/>
            <a:ext cx="10091067" cy="502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8A11F-D764-6B21-BD0A-477DC479EC5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0461217-57E2-3B2A-ECF4-38E4974DB0E8}"/>
                  </a:ext>
                </a:extLst>
              </p14:cNvPr>
              <p14:cNvContentPartPr/>
              <p14:nvPr/>
            </p14:nvContentPartPr>
            <p14:xfrm>
              <a:off x="1700280" y="1398240"/>
              <a:ext cx="7682040" cy="3187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0461217-57E2-3B2A-ECF4-38E4974DB0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0920" y="1388880"/>
                <a:ext cx="7700760" cy="32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FA28BBA-0D16-C0EF-4381-EE0CF5A028C1}"/>
                  </a:ext>
                </a:extLst>
              </p14:cNvPr>
              <p14:cNvContentPartPr/>
              <p14:nvPr/>
            </p14:nvContentPartPr>
            <p14:xfrm>
              <a:off x="2838600" y="3427560"/>
              <a:ext cx="1686240" cy="702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FA28BBA-0D16-C0EF-4381-EE0CF5A028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9240" y="3418200"/>
                <a:ext cx="1704960" cy="72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558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1AC45-5C1D-774A-9C9D-AC38DB0EA9B5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rPr lang="en-US" dirty="0"/>
              <a:t>Neural language models represent words in this prior context by their </a:t>
            </a:r>
            <a:r>
              <a:rPr lang="en-US" dirty="0" err="1"/>
              <a:t>embeddings</a:t>
            </a:r>
            <a:r>
              <a:rPr lang="en-US" dirty="0"/>
              <a:t>, rather than just by their word identity as used in n-gram language models.</a:t>
            </a:r>
          </a:p>
          <a:p>
            <a:r>
              <a:rPr lang="en-US" dirty="0"/>
              <a:t>Using </a:t>
            </a:r>
            <a:r>
              <a:rPr lang="en-US" dirty="0" err="1"/>
              <a:t>embeddings</a:t>
            </a:r>
            <a:r>
              <a:rPr lang="en-US" dirty="0"/>
              <a:t> allows neural language models to generalize better to unseen </a:t>
            </a:r>
            <a:r>
              <a:rPr lang="en-IN" dirty="0"/>
              <a:t>data.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Training data:</a:t>
            </a:r>
          </a:p>
          <a:p>
            <a:r>
              <a:rPr lang="en-US" dirty="0">
                <a:solidFill>
                  <a:schemeClr val="tx1"/>
                </a:solidFill>
              </a:rPr>
              <a:t>We've seen</a:t>
            </a:r>
            <a:r>
              <a:rPr lang="en-US" dirty="0">
                <a:solidFill>
                  <a:srgbClr val="0000FF"/>
                </a:solidFill>
              </a:rPr>
              <a:t>:  I have to make sure that the cat gets fed. </a:t>
            </a:r>
          </a:p>
          <a:p>
            <a:r>
              <a:rPr lang="en-US" dirty="0"/>
              <a:t>Never seen:   </a:t>
            </a:r>
            <a:r>
              <a:rPr lang="en-US" dirty="0">
                <a:solidFill>
                  <a:srgbClr val="0000FF"/>
                </a:solidFill>
              </a:rPr>
              <a:t>dog gets fed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Test data:</a:t>
            </a:r>
          </a:p>
          <a:p>
            <a:r>
              <a:rPr lang="en-US" dirty="0">
                <a:solidFill>
                  <a:srgbClr val="0000FF"/>
                </a:solidFill>
              </a:rPr>
              <a:t>I forgot to make sure that the dog gets ___</a:t>
            </a:r>
          </a:p>
          <a:p>
            <a:r>
              <a:rPr lang="en-US" dirty="0">
                <a:solidFill>
                  <a:schemeClr val="tx1"/>
                </a:solidFill>
              </a:rPr>
              <a:t>N-gram LM can't predict "</a:t>
            </a:r>
            <a:r>
              <a:rPr lang="en-US" dirty="0">
                <a:solidFill>
                  <a:srgbClr val="0000FF"/>
                </a:solidFill>
              </a:rPr>
              <a:t>fed</a:t>
            </a:r>
            <a:r>
              <a:rPr lang="en-US" dirty="0">
                <a:solidFill>
                  <a:schemeClr val="tx1"/>
                </a:solidFill>
              </a:rPr>
              <a:t>"!</a:t>
            </a:r>
          </a:p>
          <a:p>
            <a:r>
              <a:rPr lang="en-US" dirty="0">
                <a:solidFill>
                  <a:schemeClr val="tx1"/>
                </a:solidFill>
              </a:rPr>
              <a:t>Neural LM </a:t>
            </a:r>
            <a:r>
              <a:rPr lang="en-US" dirty="0"/>
              <a:t>can use similarity of "</a:t>
            </a:r>
            <a:r>
              <a:rPr lang="en-US" dirty="0">
                <a:solidFill>
                  <a:srgbClr val="0000FF"/>
                </a:solidFill>
              </a:rPr>
              <a:t>cat</a:t>
            </a:r>
            <a:r>
              <a:rPr lang="en-US" dirty="0"/>
              <a:t>" and "</a:t>
            </a:r>
            <a:r>
              <a:rPr lang="en-US" dirty="0">
                <a:solidFill>
                  <a:srgbClr val="0000FF"/>
                </a:solidFill>
              </a:rPr>
              <a:t>dog</a:t>
            </a:r>
            <a:r>
              <a:rPr lang="en-US" dirty="0"/>
              <a:t>" embeddings to generalize and predict “</a:t>
            </a:r>
            <a:r>
              <a:rPr lang="en-US" dirty="0">
                <a:solidFill>
                  <a:srgbClr val="0000FF"/>
                </a:solidFill>
              </a:rPr>
              <a:t>fed</a:t>
            </a:r>
            <a:r>
              <a:rPr lang="en-US" dirty="0"/>
              <a:t>” after </a:t>
            </a:r>
            <a:r>
              <a:rPr lang="en-US" dirty="0">
                <a:solidFill>
                  <a:srgbClr val="0000FF"/>
                </a:solidFill>
              </a:rPr>
              <a:t>dog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0" y="0"/>
            <a:ext cx="11243256" cy="1295400"/>
          </a:xfrm>
        </p:spPr>
        <p:txBody>
          <a:bodyPr>
            <a:noAutofit/>
          </a:bodyPr>
          <a:lstStyle/>
          <a:p>
            <a:endParaRPr lang="en-US" sz="3200" b="0" dirty="0"/>
          </a:p>
          <a:p>
            <a:r>
              <a:rPr lang="en-US" sz="3200" b="0" dirty="0"/>
              <a:t>Why Neural LMs work better than N-gram LMs  </a:t>
            </a:r>
          </a:p>
          <a:p>
            <a:endParaRPr lang="en-US" sz="3200" b="0" dirty="0"/>
          </a:p>
          <a:p>
            <a:r>
              <a:rPr lang="en-US" sz="3200" b="0" dirty="0" err="1"/>
              <a:t>embeddings</a:t>
            </a:r>
            <a:endParaRPr lang="en-IN" sz="3200" b="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E83DB6-67B7-29C5-0B09-C9ADAF099AFE}"/>
                  </a:ext>
                </a:extLst>
              </p14:cNvPr>
              <p14:cNvContentPartPr/>
              <p14:nvPr/>
            </p14:nvContentPartPr>
            <p14:xfrm>
              <a:off x="1139237" y="712630"/>
              <a:ext cx="1509480" cy="11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E83DB6-67B7-29C5-0B09-C9ADAF099A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3117" y="706510"/>
                <a:ext cx="15217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1B5E95-F76B-D08C-BB70-98C904F37270}"/>
                  </a:ext>
                </a:extLst>
              </p14:cNvPr>
              <p14:cNvContentPartPr/>
              <p14:nvPr/>
            </p14:nvContentPartPr>
            <p14:xfrm>
              <a:off x="5554277" y="53110"/>
              <a:ext cx="2387880" cy="958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1B5E95-F76B-D08C-BB70-98C904F372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8157" y="46990"/>
                <a:ext cx="2400120" cy="9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339C27-F8C2-69D4-4A07-54C56F1454FD}"/>
                  </a:ext>
                </a:extLst>
              </p14:cNvPr>
              <p14:cNvContentPartPr/>
              <p14:nvPr/>
            </p14:nvContentPartPr>
            <p14:xfrm>
              <a:off x="8087237" y="2800270"/>
              <a:ext cx="333360" cy="216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339C27-F8C2-69D4-4A07-54C56F1454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81117" y="2794150"/>
                <a:ext cx="3456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32CBE5-7C1A-986A-F64A-CB06F6B777AB}"/>
                  </a:ext>
                </a:extLst>
              </p14:cNvPr>
              <p14:cNvContentPartPr/>
              <p14:nvPr/>
            </p14:nvContentPartPr>
            <p14:xfrm>
              <a:off x="8400437" y="2830510"/>
              <a:ext cx="224640" cy="245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32CBE5-7C1A-986A-F64A-CB06F6B777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94317" y="2824390"/>
                <a:ext cx="236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C8073F-F55A-9E36-BF86-2A00615C8F92}"/>
                  </a:ext>
                </a:extLst>
              </p14:cNvPr>
              <p14:cNvContentPartPr/>
              <p14:nvPr/>
            </p14:nvContentPartPr>
            <p14:xfrm>
              <a:off x="8743877" y="2691190"/>
              <a:ext cx="101520" cy="212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C8073F-F55A-9E36-BF86-2A00615C8F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37757" y="2685070"/>
                <a:ext cx="1137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DB1BE94-0159-149A-D482-219D004D613D}"/>
                  </a:ext>
                </a:extLst>
              </p14:cNvPr>
              <p14:cNvContentPartPr/>
              <p14:nvPr/>
            </p14:nvContentPartPr>
            <p14:xfrm>
              <a:off x="8818757" y="2791270"/>
              <a:ext cx="504720" cy="127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DB1BE94-0159-149A-D482-219D004D61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12637" y="2785150"/>
                <a:ext cx="5169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61C2318-8033-5C24-DFEC-CF8E1F16F55B}"/>
                  </a:ext>
                </a:extLst>
              </p14:cNvPr>
              <p14:cNvContentPartPr/>
              <p14:nvPr/>
            </p14:nvContentPartPr>
            <p14:xfrm>
              <a:off x="7978157" y="2515510"/>
              <a:ext cx="2437560" cy="860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61C2318-8033-5C24-DFEC-CF8E1F16F55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72037" y="2509390"/>
                <a:ext cx="2449800" cy="87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E14E563-ECA1-5F8D-4D9F-3E260AE968B6}"/>
                  </a:ext>
                </a:extLst>
              </p14:cNvPr>
              <p14:cNvContentPartPr/>
              <p14:nvPr/>
            </p14:nvContentPartPr>
            <p14:xfrm>
              <a:off x="9204677" y="3314350"/>
              <a:ext cx="26640" cy="234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E14E563-ECA1-5F8D-4D9F-3E260AE968B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98557" y="3308230"/>
                <a:ext cx="388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ED9DE56-9949-E361-1380-13992891D3DF}"/>
                  </a:ext>
                </a:extLst>
              </p14:cNvPr>
              <p14:cNvContentPartPr/>
              <p14:nvPr/>
            </p14:nvContentPartPr>
            <p14:xfrm>
              <a:off x="9319157" y="3327310"/>
              <a:ext cx="57960" cy="194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ED9DE56-9949-E361-1380-13992891D3D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13037" y="3321190"/>
                <a:ext cx="702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45E1962-5FC9-9ACD-7B1A-0F334C2C44F4}"/>
                  </a:ext>
                </a:extLst>
              </p14:cNvPr>
              <p14:cNvContentPartPr/>
              <p14:nvPr/>
            </p14:nvContentPartPr>
            <p14:xfrm>
              <a:off x="9115397" y="3511630"/>
              <a:ext cx="205200" cy="25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45E1962-5FC9-9ACD-7B1A-0F334C2C44F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109277" y="3505510"/>
                <a:ext cx="21744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0AA3FB3-D21B-A151-FEEE-F115FA8A8F89}"/>
                  </a:ext>
                </a:extLst>
              </p14:cNvPr>
              <p14:cNvContentPartPr/>
              <p14:nvPr/>
            </p14:nvContentPartPr>
            <p14:xfrm>
              <a:off x="9350477" y="3465910"/>
              <a:ext cx="149760" cy="147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0AA3FB3-D21B-A151-FEEE-F115FA8A8F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44357" y="3459790"/>
                <a:ext cx="16200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C5417E9-5361-2E29-3CC5-7D0ACCD35B3E}"/>
              </a:ext>
            </a:extLst>
          </p:cNvPr>
          <p:cNvGrpSpPr/>
          <p:nvPr/>
        </p:nvGrpSpPr>
        <p:grpSpPr>
          <a:xfrm>
            <a:off x="9633797" y="4119310"/>
            <a:ext cx="1175040" cy="592200"/>
            <a:chOff x="9633797" y="4119310"/>
            <a:chExt cx="1175040" cy="59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E90046-D98F-E064-6204-565B57513D5E}"/>
                    </a:ext>
                  </a:extLst>
                </p14:cNvPr>
                <p14:cNvContentPartPr/>
                <p14:nvPr/>
              </p14:nvContentPartPr>
              <p14:xfrm>
                <a:off x="9777797" y="4242790"/>
                <a:ext cx="75600" cy="360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E90046-D98F-E064-6204-565B57513D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71677" y="4236670"/>
                  <a:ext cx="878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CE43C5-5D66-7402-F241-6F613A794972}"/>
                    </a:ext>
                  </a:extLst>
                </p14:cNvPr>
                <p14:cNvContentPartPr/>
                <p14:nvPr/>
              </p14:nvContentPartPr>
              <p14:xfrm>
                <a:off x="9633797" y="4119310"/>
                <a:ext cx="1023120" cy="592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CE43C5-5D66-7402-F241-6F613A7949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27677" y="4113190"/>
                  <a:ext cx="103536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75003C-4D1B-8777-9F10-2DDE6EA8EE6F}"/>
                    </a:ext>
                  </a:extLst>
                </p14:cNvPr>
                <p14:cNvContentPartPr/>
                <p14:nvPr/>
              </p14:nvContentPartPr>
              <p14:xfrm>
                <a:off x="9999917" y="4332070"/>
                <a:ext cx="148680" cy="218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75003C-4D1B-8777-9F10-2DDE6EA8EE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93797" y="4325950"/>
                  <a:ext cx="160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9C7802-61D0-467A-91AD-2290673DB395}"/>
                    </a:ext>
                  </a:extLst>
                </p14:cNvPr>
                <p14:cNvContentPartPr/>
                <p14:nvPr/>
              </p14:nvContentPartPr>
              <p14:xfrm>
                <a:off x="10216997" y="4324510"/>
                <a:ext cx="90720" cy="26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9C7802-61D0-467A-91AD-2290673DB39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10877" y="4318390"/>
                  <a:ext cx="102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646A302-7772-925E-1117-B38166FA6778}"/>
                    </a:ext>
                  </a:extLst>
                </p14:cNvPr>
                <p14:cNvContentPartPr/>
                <p14:nvPr/>
              </p14:nvContentPartPr>
              <p14:xfrm>
                <a:off x="10216997" y="4337470"/>
                <a:ext cx="122400" cy="71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646A302-7772-925E-1117-B38166FA67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10877" y="4331350"/>
                  <a:ext cx="134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827626-8721-4F68-AF5A-E3EA9CC5F57F}"/>
                    </a:ext>
                  </a:extLst>
                </p14:cNvPr>
                <p14:cNvContentPartPr/>
                <p14:nvPr/>
              </p14:nvContentPartPr>
              <p14:xfrm>
                <a:off x="10423637" y="4304710"/>
                <a:ext cx="83160" cy="109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827626-8721-4F68-AF5A-E3EA9CC5F57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17517" y="4298590"/>
                  <a:ext cx="95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B482BE-6B79-D9B3-EBEB-BEFC13788FB9}"/>
                    </a:ext>
                  </a:extLst>
                </p14:cNvPr>
                <p14:cNvContentPartPr/>
                <p14:nvPr/>
              </p14:nvContentPartPr>
              <p14:xfrm>
                <a:off x="10611197" y="4354750"/>
                <a:ext cx="13320" cy="14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B482BE-6B79-D9B3-EBEB-BEFC13788F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05077" y="4348630"/>
                  <a:ext cx="25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C1C3D4-F798-DC74-91E2-CAE5D019021A}"/>
                    </a:ext>
                  </a:extLst>
                </p14:cNvPr>
                <p14:cNvContentPartPr/>
                <p14:nvPr/>
              </p14:nvContentPartPr>
              <p14:xfrm>
                <a:off x="10648277" y="4239550"/>
                <a:ext cx="160560" cy="239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C1C3D4-F798-DC74-91E2-CAE5D01902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42157" y="4233430"/>
                  <a:ext cx="17280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03FD156-5804-F0E3-801B-E785EA9DECB7}"/>
              </a:ext>
            </a:extLst>
          </p:cNvPr>
          <p:cNvGrpSpPr/>
          <p:nvPr/>
        </p:nvGrpSpPr>
        <p:grpSpPr>
          <a:xfrm>
            <a:off x="9894437" y="2684710"/>
            <a:ext cx="1324080" cy="1132200"/>
            <a:chOff x="9894437" y="2684710"/>
            <a:chExt cx="1324080" cy="11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310ECD4-F369-D923-02E5-3EEE02398CE6}"/>
                    </a:ext>
                  </a:extLst>
                </p14:cNvPr>
                <p14:cNvContentPartPr/>
                <p14:nvPr/>
              </p14:nvContentPartPr>
              <p14:xfrm>
                <a:off x="9894437" y="2713870"/>
                <a:ext cx="158400" cy="192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310ECD4-F369-D923-02E5-3EEE02398C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88317" y="2707750"/>
                  <a:ext cx="170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AC22D1-9E47-B648-203E-981C5B3699FA}"/>
                    </a:ext>
                  </a:extLst>
                </p14:cNvPr>
                <p14:cNvContentPartPr/>
                <p14:nvPr/>
              </p14:nvContentPartPr>
              <p14:xfrm>
                <a:off x="9895517" y="2750950"/>
                <a:ext cx="270720" cy="78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AC22D1-9E47-B648-203E-981C5B3699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89397" y="2744830"/>
                  <a:ext cx="282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5134ABF-E5DF-7CB8-A003-49BE67B3529D}"/>
                    </a:ext>
                  </a:extLst>
                </p14:cNvPr>
                <p14:cNvContentPartPr/>
                <p14:nvPr/>
              </p14:nvContentPartPr>
              <p14:xfrm>
                <a:off x="10218077" y="2737990"/>
                <a:ext cx="37440" cy="139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5134ABF-E5DF-7CB8-A003-49BE67B352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11957" y="2731870"/>
                  <a:ext cx="49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5DDEB8-3EFF-E367-F883-ACEEC98CE454}"/>
                    </a:ext>
                  </a:extLst>
                </p14:cNvPr>
                <p14:cNvContentPartPr/>
                <p14:nvPr/>
              </p14:nvContentPartPr>
              <p14:xfrm>
                <a:off x="10174517" y="2684710"/>
                <a:ext cx="233640" cy="193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5DDEB8-3EFF-E367-F883-ACEEC98CE4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68397" y="2678590"/>
                  <a:ext cx="245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D717FE8-757E-3041-FA8F-234BC65BF37B}"/>
                    </a:ext>
                  </a:extLst>
                </p14:cNvPr>
                <p14:cNvContentPartPr/>
                <p14:nvPr/>
              </p14:nvContentPartPr>
              <p14:xfrm>
                <a:off x="10049237" y="3270430"/>
                <a:ext cx="109440" cy="360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D717FE8-757E-3041-FA8F-234BC65BF37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43117" y="3264310"/>
                  <a:ext cx="121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3C153A9-654A-2165-ED3A-C936579D3EE9}"/>
                    </a:ext>
                  </a:extLst>
                </p14:cNvPr>
                <p14:cNvContentPartPr/>
                <p14:nvPr/>
              </p14:nvContentPartPr>
              <p14:xfrm>
                <a:off x="10174517" y="2995390"/>
                <a:ext cx="1044000" cy="82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3C153A9-654A-2165-ED3A-C936579D3E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68397" y="2989270"/>
                  <a:ext cx="1056240" cy="83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4BB363-4BE3-F550-FA1C-AA858688B63A}"/>
              </a:ext>
            </a:extLst>
          </p:cNvPr>
          <p:cNvGrpSpPr/>
          <p:nvPr/>
        </p:nvGrpSpPr>
        <p:grpSpPr>
          <a:xfrm>
            <a:off x="6103637" y="3730510"/>
            <a:ext cx="2547720" cy="1732680"/>
            <a:chOff x="6103637" y="3730510"/>
            <a:chExt cx="2547720" cy="173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C7CC59-60E9-503A-9507-95075C16472B}"/>
                    </a:ext>
                  </a:extLst>
                </p14:cNvPr>
                <p14:cNvContentPartPr/>
                <p14:nvPr/>
              </p14:nvContentPartPr>
              <p14:xfrm>
                <a:off x="8028917" y="3932830"/>
                <a:ext cx="81000" cy="371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C7CC59-60E9-503A-9507-95075C16472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22797" y="3926710"/>
                  <a:ext cx="932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A5448E-8CB1-5902-83CB-68E6A82F6ED8}"/>
                    </a:ext>
                  </a:extLst>
                </p14:cNvPr>
                <p14:cNvContentPartPr/>
                <p14:nvPr/>
              </p14:nvContentPartPr>
              <p14:xfrm>
                <a:off x="8034317" y="3825550"/>
                <a:ext cx="617040" cy="653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A5448E-8CB1-5902-83CB-68E6A82F6ED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28197" y="3819430"/>
                  <a:ext cx="62928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F465E9-674A-40EE-97E6-67A4A6B4B99D}"/>
                    </a:ext>
                  </a:extLst>
                </p14:cNvPr>
                <p14:cNvContentPartPr/>
                <p14:nvPr/>
              </p14:nvContentPartPr>
              <p14:xfrm>
                <a:off x="8021357" y="4252510"/>
                <a:ext cx="43920" cy="288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F465E9-674A-40EE-97E6-67A4A6B4B9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15237" y="4246390"/>
                  <a:ext cx="56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146EF1-2177-5E84-EE2D-DFB36C467301}"/>
                    </a:ext>
                  </a:extLst>
                </p14:cNvPr>
                <p14:cNvContentPartPr/>
                <p14:nvPr/>
              </p14:nvContentPartPr>
              <p14:xfrm>
                <a:off x="7027757" y="4500910"/>
                <a:ext cx="21240" cy="256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146EF1-2177-5E84-EE2D-DFB36C46730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21637" y="4494790"/>
                  <a:ext cx="334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4C2924-F96C-C4E4-1146-071AB7402B1A}"/>
                    </a:ext>
                  </a:extLst>
                </p14:cNvPr>
                <p14:cNvContentPartPr/>
                <p14:nvPr/>
              </p14:nvContentPartPr>
              <p14:xfrm>
                <a:off x="7026677" y="4414870"/>
                <a:ext cx="340200" cy="427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4C2924-F96C-C4E4-1146-071AB7402B1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20557" y="4408750"/>
                  <a:ext cx="3524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5493F7A-F8A5-9CF8-11D6-F64EE59CEE50}"/>
                    </a:ext>
                  </a:extLst>
                </p14:cNvPr>
                <p14:cNvContentPartPr/>
                <p14:nvPr/>
              </p14:nvContentPartPr>
              <p14:xfrm>
                <a:off x="6934877" y="4232710"/>
                <a:ext cx="552960" cy="81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5493F7A-F8A5-9CF8-11D6-F64EE59CEE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28757" y="4226590"/>
                  <a:ext cx="565200" cy="8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44FE51-EAE3-B138-F72C-9FC5C53192B2}"/>
                    </a:ext>
                  </a:extLst>
                </p14:cNvPr>
                <p14:cNvContentPartPr/>
                <p14:nvPr/>
              </p14:nvContentPartPr>
              <p14:xfrm>
                <a:off x="6393797" y="4689550"/>
                <a:ext cx="683280" cy="59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44FE51-EAE3-B138-F72C-9FC5C53192B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87677" y="4683430"/>
                  <a:ext cx="69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E8E27C-E6D3-462D-115B-24FD142C3239}"/>
                    </a:ext>
                  </a:extLst>
                </p14:cNvPr>
                <p14:cNvContentPartPr/>
                <p14:nvPr/>
              </p14:nvContentPartPr>
              <p14:xfrm>
                <a:off x="6331157" y="4536910"/>
                <a:ext cx="264240" cy="372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E8E27C-E6D3-462D-115B-24FD142C323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25037" y="4530790"/>
                  <a:ext cx="2764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A38446-596A-045C-6AA2-B2682CA3A62B}"/>
                    </a:ext>
                  </a:extLst>
                </p14:cNvPr>
                <p14:cNvContentPartPr/>
                <p14:nvPr/>
              </p14:nvContentPartPr>
              <p14:xfrm>
                <a:off x="6103637" y="3730510"/>
                <a:ext cx="1740600" cy="1732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A38446-596A-045C-6AA2-B2682CA3A62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97517" y="3724390"/>
                  <a:ext cx="1752840" cy="174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74A89F0-92F2-D67A-E5C5-30BEB977B413}"/>
              </a:ext>
            </a:extLst>
          </p:cNvPr>
          <p:cNvGrpSpPr/>
          <p:nvPr/>
        </p:nvGrpSpPr>
        <p:grpSpPr>
          <a:xfrm>
            <a:off x="6693317" y="676630"/>
            <a:ext cx="811800" cy="693360"/>
            <a:chOff x="6693317" y="676630"/>
            <a:chExt cx="811800" cy="69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58AC6DF-A66D-D0EB-7FA7-59330F3AC1C7}"/>
                    </a:ext>
                  </a:extLst>
                </p14:cNvPr>
                <p14:cNvContentPartPr/>
                <p14:nvPr/>
              </p14:nvContentPartPr>
              <p14:xfrm>
                <a:off x="6980957" y="770230"/>
                <a:ext cx="63720" cy="241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58AC6DF-A66D-D0EB-7FA7-59330F3AC1C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74837" y="764110"/>
                  <a:ext cx="75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BA4CE7-9B1D-381B-4316-E627123F719B}"/>
                    </a:ext>
                  </a:extLst>
                </p14:cNvPr>
                <p14:cNvContentPartPr/>
                <p14:nvPr/>
              </p14:nvContentPartPr>
              <p14:xfrm>
                <a:off x="7053677" y="776710"/>
                <a:ext cx="5760" cy="13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BA4CE7-9B1D-381B-4316-E627123F71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47557" y="770590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35A6C53-EA0B-4A30-558C-35CB0F271805}"/>
                    </a:ext>
                  </a:extLst>
                </p14:cNvPr>
                <p14:cNvContentPartPr/>
                <p14:nvPr/>
              </p14:nvContentPartPr>
              <p14:xfrm>
                <a:off x="6693317" y="676630"/>
                <a:ext cx="811800" cy="693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35A6C53-EA0B-4A30-558C-35CB0F27180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87197" y="670510"/>
                  <a:ext cx="824040" cy="70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674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6400" y="1493840"/>
            <a:ext cx="11785600" cy="4525963"/>
          </a:xfrm>
        </p:spPr>
        <p:txBody>
          <a:bodyPr/>
          <a:lstStyle/>
          <a:p>
            <a:r>
              <a:rPr lang="en-US" dirty="0"/>
              <a:t>Two ways: </a:t>
            </a:r>
          </a:p>
          <a:p>
            <a:r>
              <a:rPr lang="en-US" dirty="0">
                <a:solidFill>
                  <a:srgbClr val="002060"/>
                </a:solidFill>
              </a:rPr>
              <a:t>Freeze the embedding layer E with initial word2vec values. </a:t>
            </a:r>
          </a:p>
          <a:p>
            <a:pPr lvl="1"/>
            <a:r>
              <a:rPr lang="en-US" dirty="0"/>
              <a:t>Freezing means we use </a:t>
            </a:r>
            <a:r>
              <a:rPr lang="en-US" b="1" dirty="0"/>
              <a:t>word2vec or some other </a:t>
            </a:r>
            <a:r>
              <a:rPr lang="en-US" b="1" dirty="0" err="1"/>
              <a:t>pretraining</a:t>
            </a:r>
            <a:r>
              <a:rPr lang="en-US" b="1" dirty="0"/>
              <a:t> algorithm </a:t>
            </a:r>
            <a:r>
              <a:rPr lang="en-US" dirty="0"/>
              <a:t>to compute the initial embedding matrix E, and then hold it constant while we only Modify W, U, and b, i.e., we don’t update E during language model training</a:t>
            </a:r>
          </a:p>
          <a:p>
            <a:r>
              <a:rPr lang="en-US" dirty="0">
                <a:solidFill>
                  <a:srgbClr val="002060"/>
                </a:solidFill>
              </a:rPr>
              <a:t>Learn the </a:t>
            </a:r>
            <a:r>
              <a:rPr lang="en-US" dirty="0" err="1">
                <a:solidFill>
                  <a:srgbClr val="002060"/>
                </a:solidFill>
              </a:rPr>
              <a:t>embeddings</a:t>
            </a:r>
            <a:r>
              <a:rPr lang="en-US" dirty="0">
                <a:solidFill>
                  <a:srgbClr val="002060"/>
                </a:solidFill>
              </a:rPr>
              <a:t> simultaneously with training the network.</a:t>
            </a:r>
          </a:p>
          <a:p>
            <a:pPr lvl="1"/>
            <a:r>
              <a:rPr lang="en-US" dirty="0"/>
              <a:t>Useful when the task the network is designed for (like sentiment classification, translation, or parsing) places strong constraints on what makes a good </a:t>
            </a:r>
            <a:r>
              <a:rPr lang="en-IN" dirty="0"/>
              <a:t>representation for words.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Training the neural language model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4CAE5D-4BC1-3DFD-2AD1-2712833BD78F}"/>
                  </a:ext>
                </a:extLst>
              </p14:cNvPr>
              <p14:cNvContentPartPr/>
              <p14:nvPr/>
            </p14:nvContentPartPr>
            <p14:xfrm>
              <a:off x="2717117" y="2229310"/>
              <a:ext cx="512280" cy="234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4CAE5D-4BC1-3DFD-2AD1-2712833BD7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0997" y="2223190"/>
                <a:ext cx="524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90922A-FCBA-C805-0E39-BB0CE289211E}"/>
                  </a:ext>
                </a:extLst>
              </p14:cNvPr>
              <p14:cNvContentPartPr/>
              <p14:nvPr/>
            </p14:nvContentPartPr>
            <p14:xfrm>
              <a:off x="2311037" y="3786670"/>
              <a:ext cx="597600" cy="228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90922A-FCBA-C805-0E39-BB0CE28921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4917" y="3780550"/>
                <a:ext cx="609840" cy="2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791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D5D39D-0CD2-0D63-41F4-9AB310434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08030" y="152400"/>
            <a:ext cx="8229599" cy="6369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D2FF4E-1186-DAC0-13ED-210AF7A61A3C}"/>
                  </a:ext>
                </a:extLst>
              </p14:cNvPr>
              <p14:cNvContentPartPr/>
              <p14:nvPr/>
            </p14:nvContentPartPr>
            <p14:xfrm>
              <a:off x="96840" y="129240"/>
              <a:ext cx="12081600" cy="5012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D2FF4E-1186-DAC0-13ED-210AF7A61A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480" y="119880"/>
                <a:ext cx="12100320" cy="503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3101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46" y="934123"/>
            <a:ext cx="7791718" cy="6231737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13216" y="18102"/>
            <a:ext cx="8432800" cy="1143000"/>
          </a:xfrm>
        </p:spPr>
        <p:txBody>
          <a:bodyPr/>
          <a:lstStyle/>
          <a:p>
            <a:r>
              <a:rPr lang="en-US" b="0" dirty="0"/>
              <a:t>Training the neural language model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997657" y="2079334"/>
            <a:ext cx="1771126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</a:t>
            </a:r>
            <a:r>
              <a:rPr lang="en-IN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= E,W,U, 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91718" y="3278218"/>
            <a:ext cx="4326031" cy="64633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latin typeface="NimbusRomNo9L-Regu"/>
              </a:rPr>
              <a:t>one single </a:t>
            </a:r>
            <a:r>
              <a:rPr lang="en-US" dirty="0">
                <a:latin typeface="NimbusRomNo9L-Regu"/>
              </a:rPr>
              <a:t>embedding dictionary </a:t>
            </a:r>
            <a:r>
              <a:rPr lang="en-US" dirty="0">
                <a:latin typeface="NimbusRomNo9L-ReguItal"/>
              </a:rPr>
              <a:t>E </a:t>
            </a:r>
            <a:r>
              <a:rPr lang="en-US" dirty="0">
                <a:latin typeface="NimbusRomNo9L-Regu"/>
              </a:rPr>
              <a:t>that’s shared among one-hot vectors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7746283" y="4287339"/>
            <a:ext cx="4445717" cy="175432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Training the parameters to minimize loss  will result both in an algorithm for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language modeling (a word predictor)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but also a </a:t>
            </a: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set of </a:t>
            </a:r>
            <a:r>
              <a:rPr lang="en-US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embeddings</a:t>
            </a: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that can be used as word representations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for other tasks.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B0C13BB-D44C-2C06-4FCC-13056B9CE99C}"/>
                  </a:ext>
                </a:extLst>
              </p14:cNvPr>
              <p14:cNvContentPartPr/>
              <p14:nvPr/>
            </p14:nvContentPartPr>
            <p14:xfrm>
              <a:off x="8451557" y="1184882"/>
              <a:ext cx="3592800" cy="9644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B0C13BB-D44C-2C06-4FCC-13056B9CE9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45437" y="1178762"/>
                <a:ext cx="3605040" cy="9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39B756EC-735F-7194-2553-DEC96C982DD7}"/>
              </a:ext>
            </a:extLst>
          </p:cNvPr>
          <p:cNvGrpSpPr/>
          <p:nvPr/>
        </p:nvGrpSpPr>
        <p:grpSpPr>
          <a:xfrm>
            <a:off x="8604197" y="1089122"/>
            <a:ext cx="3444840" cy="985320"/>
            <a:chOff x="8604197" y="1089122"/>
            <a:chExt cx="344484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B6347B-60EF-80A0-07C6-EA988BECA3E7}"/>
                    </a:ext>
                  </a:extLst>
                </p14:cNvPr>
                <p14:cNvContentPartPr/>
                <p14:nvPr/>
              </p14:nvContentPartPr>
              <p14:xfrm>
                <a:off x="8717597" y="1089122"/>
                <a:ext cx="79920" cy="347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3B6347B-60EF-80A0-07C6-EA988BECA3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11477" y="1083002"/>
                  <a:ext cx="921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7418D3-0433-8063-967E-479294474112}"/>
                    </a:ext>
                  </a:extLst>
                </p14:cNvPr>
                <p14:cNvContentPartPr/>
                <p14:nvPr/>
              </p14:nvContentPartPr>
              <p14:xfrm>
                <a:off x="8708957" y="1240682"/>
                <a:ext cx="163800" cy="57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7418D3-0433-8063-967E-4792944741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02837" y="1234562"/>
                  <a:ext cx="176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220D53-3087-D819-B4B6-BC43C0FE5DF6}"/>
                    </a:ext>
                  </a:extLst>
                </p14:cNvPr>
                <p14:cNvContentPartPr/>
                <p14:nvPr/>
              </p14:nvContentPartPr>
              <p14:xfrm>
                <a:off x="8898317" y="1183082"/>
                <a:ext cx="168120" cy="168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220D53-3087-D819-B4B6-BC43C0FE5D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92197" y="1176962"/>
                  <a:ext cx="1803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E310CA-3861-9BF7-541C-B557FB7FA26C}"/>
                    </a:ext>
                  </a:extLst>
                </p14:cNvPr>
                <p14:cNvContentPartPr/>
                <p14:nvPr/>
              </p14:nvContentPartPr>
              <p14:xfrm>
                <a:off x="9175157" y="1128362"/>
                <a:ext cx="105120" cy="21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E310CA-3861-9BF7-541C-B557FB7FA2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69037" y="1122242"/>
                  <a:ext cx="117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5140493-974C-5613-13A7-99CBA8A10826}"/>
                    </a:ext>
                  </a:extLst>
                </p14:cNvPr>
                <p14:cNvContentPartPr/>
                <p14:nvPr/>
              </p14:nvContentPartPr>
              <p14:xfrm>
                <a:off x="8767637" y="1154642"/>
                <a:ext cx="377280" cy="141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140493-974C-5613-13A7-99CBA8A108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61517" y="1148522"/>
                  <a:ext cx="389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BBCFD2-5436-D8BE-BA08-30745EBEA595}"/>
                    </a:ext>
                  </a:extLst>
                </p14:cNvPr>
                <p14:cNvContentPartPr/>
                <p14:nvPr/>
              </p14:nvContentPartPr>
              <p14:xfrm>
                <a:off x="8604197" y="1652522"/>
                <a:ext cx="154080" cy="28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BBCFD2-5436-D8BE-BA08-30745EBEA5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98077" y="1646402"/>
                  <a:ext cx="1663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FC39CD-B54E-209C-3CAD-E35CF62A1FF6}"/>
                    </a:ext>
                  </a:extLst>
                </p14:cNvPr>
                <p14:cNvContentPartPr/>
                <p14:nvPr/>
              </p14:nvContentPartPr>
              <p14:xfrm>
                <a:off x="8870597" y="1577282"/>
                <a:ext cx="80640" cy="31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FC39CD-B54E-209C-3CAD-E35CF62A1FF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864477" y="1571162"/>
                  <a:ext cx="92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6D6E6D-82B9-D4F6-0DF7-39C657A188F2}"/>
                    </a:ext>
                  </a:extLst>
                </p14:cNvPr>
                <p14:cNvContentPartPr/>
                <p14:nvPr/>
              </p14:nvContentPartPr>
              <p14:xfrm>
                <a:off x="9073997" y="1604642"/>
                <a:ext cx="113760" cy="27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6D6E6D-82B9-D4F6-0DF7-39C657A188F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67877" y="1598522"/>
                  <a:ext cx="126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47B9A8-2229-03DB-2FDB-EFF290C10A46}"/>
                    </a:ext>
                  </a:extLst>
                </p14:cNvPr>
                <p14:cNvContentPartPr/>
                <p14:nvPr/>
              </p14:nvContentPartPr>
              <p14:xfrm>
                <a:off x="9053117" y="1723082"/>
                <a:ext cx="129960" cy="42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47B9A8-2229-03DB-2FDB-EFF290C10A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46997" y="1716962"/>
                  <a:ext cx="142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380133-408C-A91B-2609-A87A8877ED07}"/>
                    </a:ext>
                  </a:extLst>
                </p14:cNvPr>
                <p14:cNvContentPartPr/>
                <p14:nvPr/>
              </p14:nvContentPartPr>
              <p14:xfrm>
                <a:off x="9249317" y="1706882"/>
                <a:ext cx="15480" cy="117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380133-408C-A91B-2609-A87A8877ED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43197" y="1700762"/>
                  <a:ext cx="27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09047C-38C8-1FA9-0A34-CACAD67E1120}"/>
                    </a:ext>
                  </a:extLst>
                </p14:cNvPr>
                <p14:cNvContentPartPr/>
                <p14:nvPr/>
              </p14:nvContentPartPr>
              <p14:xfrm>
                <a:off x="9357677" y="1690682"/>
                <a:ext cx="95760" cy="179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09047C-38C8-1FA9-0A34-CACAD67E112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51557" y="1684562"/>
                  <a:ext cx="108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0B3BC6-CF95-7E2C-0A9E-415071D4894B}"/>
                    </a:ext>
                  </a:extLst>
                </p14:cNvPr>
                <p14:cNvContentPartPr/>
                <p14:nvPr/>
              </p14:nvContentPartPr>
              <p14:xfrm>
                <a:off x="9543437" y="1615442"/>
                <a:ext cx="126000" cy="21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0B3BC6-CF95-7E2C-0A9E-415071D4894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37317" y="1609322"/>
                  <a:ext cx="138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430746-C0E7-9818-E0D5-7D302A20874A}"/>
                    </a:ext>
                  </a:extLst>
                </p14:cNvPr>
                <p14:cNvContentPartPr/>
                <p14:nvPr/>
              </p14:nvContentPartPr>
              <p14:xfrm>
                <a:off x="9836477" y="1469282"/>
                <a:ext cx="64800" cy="532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430746-C0E7-9818-E0D5-7D302A2087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30357" y="1463162"/>
                  <a:ext cx="7704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9711FD-E2D6-192D-1902-78FB5CB981EC}"/>
                    </a:ext>
                  </a:extLst>
                </p14:cNvPr>
                <p14:cNvContentPartPr/>
                <p14:nvPr/>
              </p14:nvContentPartPr>
              <p14:xfrm>
                <a:off x="10142477" y="1597802"/>
                <a:ext cx="130320" cy="272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9711FD-E2D6-192D-1902-78FB5CB981E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36357" y="1591682"/>
                  <a:ext cx="1425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97F21D-40A3-FEF1-1F71-8DFE379B463C}"/>
                    </a:ext>
                  </a:extLst>
                </p14:cNvPr>
                <p14:cNvContentPartPr/>
                <p14:nvPr/>
              </p14:nvContentPartPr>
              <p14:xfrm>
                <a:off x="10107917" y="1740722"/>
                <a:ext cx="187920" cy="40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97F21D-40A3-FEF1-1F71-8DFE379B463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01797" y="1734602"/>
                  <a:ext cx="200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76AAEA-9EF6-0BFA-4321-947F5769AFA9}"/>
                    </a:ext>
                  </a:extLst>
                </p14:cNvPr>
                <p14:cNvContentPartPr/>
                <p14:nvPr/>
              </p14:nvContentPartPr>
              <p14:xfrm>
                <a:off x="10339757" y="1640282"/>
                <a:ext cx="325080" cy="198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76AAEA-9EF6-0BFA-4321-947F5769AF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33637" y="1634162"/>
                  <a:ext cx="3373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9CC4B3-FD3E-B523-AF59-C982754F6949}"/>
                    </a:ext>
                  </a:extLst>
                </p14:cNvPr>
                <p14:cNvContentPartPr/>
                <p14:nvPr/>
              </p14:nvContentPartPr>
              <p14:xfrm>
                <a:off x="10887677" y="1606442"/>
                <a:ext cx="235800" cy="169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9CC4B3-FD3E-B523-AF59-C982754F694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881557" y="1600322"/>
                  <a:ext cx="248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E094826-B33C-4D61-26CC-5535372A4CD5}"/>
                    </a:ext>
                  </a:extLst>
                </p14:cNvPr>
                <p14:cNvContentPartPr/>
                <p14:nvPr/>
              </p14:nvContentPartPr>
              <p14:xfrm>
                <a:off x="11217077" y="1539122"/>
                <a:ext cx="39600" cy="18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E094826-B33C-4D61-26CC-5535372A4CD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210957" y="1533002"/>
                  <a:ext cx="51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E247915-30E7-3F18-C395-D426557D9B0A}"/>
                    </a:ext>
                  </a:extLst>
                </p14:cNvPr>
                <p14:cNvContentPartPr/>
                <p14:nvPr/>
              </p14:nvContentPartPr>
              <p14:xfrm>
                <a:off x="11343437" y="1535882"/>
                <a:ext cx="17640" cy="222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E247915-30E7-3F18-C395-D426557D9B0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37317" y="1529762"/>
                  <a:ext cx="298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231E00-9AAF-60A3-A015-6184EB7D2D9C}"/>
                    </a:ext>
                  </a:extLst>
                </p14:cNvPr>
                <p14:cNvContentPartPr/>
                <p14:nvPr/>
              </p14:nvContentPartPr>
              <p14:xfrm>
                <a:off x="11600477" y="1463882"/>
                <a:ext cx="15480" cy="192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231E00-9AAF-60A3-A015-6184EB7D2D9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594357" y="1457762"/>
                  <a:ext cx="27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DF32A75-3E26-DE06-9B77-76228DB7AC78}"/>
                    </a:ext>
                  </a:extLst>
                </p14:cNvPr>
                <p14:cNvContentPartPr/>
                <p14:nvPr/>
              </p14:nvContentPartPr>
              <p14:xfrm>
                <a:off x="11716037" y="1450922"/>
                <a:ext cx="190440" cy="177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DF32A75-3E26-DE06-9B77-76228DB7AC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09917" y="1444802"/>
                  <a:ext cx="202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479F63-D8CC-2FED-327A-13DAA00BD231}"/>
                    </a:ext>
                  </a:extLst>
                </p14:cNvPr>
                <p14:cNvContentPartPr/>
                <p14:nvPr/>
              </p14:nvContentPartPr>
              <p14:xfrm>
                <a:off x="11695517" y="1449842"/>
                <a:ext cx="128880" cy="78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479F63-D8CC-2FED-327A-13DAA00BD2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89397" y="1443722"/>
                  <a:ext cx="141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612326-B936-D86F-4BC5-A51210B139CC}"/>
                    </a:ext>
                  </a:extLst>
                </p14:cNvPr>
                <p14:cNvContentPartPr/>
                <p14:nvPr/>
              </p14:nvContentPartPr>
              <p14:xfrm>
                <a:off x="11896037" y="1253642"/>
                <a:ext cx="153000" cy="537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612326-B936-D86F-4BC5-A51210B139C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889917" y="1247522"/>
                  <a:ext cx="1652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145542-8D62-E2B5-CDBF-CEACE9457F78}"/>
                    </a:ext>
                  </a:extLst>
                </p14:cNvPr>
                <p14:cNvContentPartPr/>
                <p14:nvPr/>
              </p14:nvContentPartPr>
              <p14:xfrm>
                <a:off x="9059597" y="1967882"/>
                <a:ext cx="255240" cy="106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145542-8D62-E2B5-CDBF-CEACE9457F7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53477" y="1961762"/>
                  <a:ext cx="26748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9C70F25-7A7A-EECE-E7BB-A380AC7DEB6B}"/>
                  </a:ext>
                </a:extLst>
              </p14:cNvPr>
              <p14:cNvContentPartPr/>
              <p14:nvPr/>
            </p14:nvContentPartPr>
            <p14:xfrm>
              <a:off x="1036997" y="4887122"/>
              <a:ext cx="46080" cy="15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9C70F25-7A7A-EECE-E7BB-A380AC7DEB6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30877" y="4881002"/>
                <a:ext cx="583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0E00670-0898-F0C2-2B22-D0CEA301AE98}"/>
                  </a:ext>
                </a:extLst>
              </p14:cNvPr>
              <p14:cNvContentPartPr/>
              <p14:nvPr/>
            </p14:nvContentPartPr>
            <p14:xfrm>
              <a:off x="7554077" y="195602"/>
              <a:ext cx="141840" cy="238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0E00670-0898-F0C2-2B22-D0CEA301AE9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547957" y="189482"/>
                <a:ext cx="1540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41643FD-A8A6-73EF-BE93-1127B9137D96}"/>
                  </a:ext>
                </a:extLst>
              </p14:cNvPr>
              <p14:cNvContentPartPr/>
              <p14:nvPr/>
            </p14:nvContentPartPr>
            <p14:xfrm>
              <a:off x="7331597" y="275162"/>
              <a:ext cx="99360" cy="3448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41643FD-A8A6-73EF-BE93-1127B9137D9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325477" y="269042"/>
                <a:ext cx="11160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F7B6208-6BCF-CD88-A39B-3E3CDC93EAE4}"/>
                  </a:ext>
                </a:extLst>
              </p14:cNvPr>
              <p14:cNvContentPartPr/>
              <p14:nvPr/>
            </p14:nvContentPartPr>
            <p14:xfrm>
              <a:off x="7392437" y="-2758"/>
              <a:ext cx="1125360" cy="5482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F7B6208-6BCF-CD88-A39B-3E3CDC93EAE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386317" y="-8878"/>
                <a:ext cx="1137600" cy="56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C1CAD74-8815-D7D8-C545-6046C0DE475F}"/>
              </a:ext>
            </a:extLst>
          </p:cNvPr>
          <p:cNvGrpSpPr/>
          <p:nvPr/>
        </p:nvGrpSpPr>
        <p:grpSpPr>
          <a:xfrm>
            <a:off x="7920197" y="114962"/>
            <a:ext cx="421560" cy="284040"/>
            <a:chOff x="7920197" y="114962"/>
            <a:chExt cx="42156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9344CC-E9B8-D639-E97F-08275A6C2F9D}"/>
                    </a:ext>
                  </a:extLst>
                </p14:cNvPr>
                <p14:cNvContentPartPr/>
                <p14:nvPr/>
              </p14:nvContentPartPr>
              <p14:xfrm>
                <a:off x="7920197" y="139082"/>
                <a:ext cx="85320" cy="168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9344CC-E9B8-D639-E97F-08275A6C2F9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14077" y="132962"/>
                  <a:ext cx="97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D633B50-5CF3-B12A-BDA9-B329E64645FF}"/>
                    </a:ext>
                  </a:extLst>
                </p14:cNvPr>
                <p14:cNvContentPartPr/>
                <p14:nvPr/>
              </p14:nvContentPartPr>
              <p14:xfrm>
                <a:off x="7936397" y="212162"/>
                <a:ext cx="84240" cy="50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D633B50-5CF3-B12A-BDA9-B329E64645F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30277" y="206042"/>
                  <a:ext cx="96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9E6BEF6-F094-9522-98D9-5D4B6E39DABF}"/>
                    </a:ext>
                  </a:extLst>
                </p14:cNvPr>
                <p14:cNvContentPartPr/>
                <p14:nvPr/>
              </p14:nvContentPartPr>
              <p14:xfrm>
                <a:off x="8108477" y="136562"/>
                <a:ext cx="158400" cy="182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9E6BEF6-F094-9522-98D9-5D4B6E39DAB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02357" y="130442"/>
                  <a:ext cx="170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377566-6827-CB1A-ED35-83DA25256948}"/>
                    </a:ext>
                  </a:extLst>
                </p14:cNvPr>
                <p14:cNvContentPartPr/>
                <p14:nvPr/>
              </p14:nvContentPartPr>
              <p14:xfrm>
                <a:off x="8104157" y="114962"/>
                <a:ext cx="237600" cy="284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377566-6827-CB1A-ED35-83DA2525694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98037" y="108842"/>
                  <a:ext cx="24984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F4FF50-9889-C2B1-530A-CD81291EA520}"/>
              </a:ext>
            </a:extLst>
          </p:cNvPr>
          <p:cNvGrpSpPr/>
          <p:nvPr/>
        </p:nvGrpSpPr>
        <p:grpSpPr>
          <a:xfrm>
            <a:off x="7734437" y="548762"/>
            <a:ext cx="1028880" cy="392760"/>
            <a:chOff x="7734437" y="548762"/>
            <a:chExt cx="102888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B524AD5-4397-8F49-9AB6-EB6FD8E6D141}"/>
                    </a:ext>
                  </a:extLst>
                </p14:cNvPr>
                <p14:cNvContentPartPr/>
                <p14:nvPr/>
              </p14:nvContentPartPr>
              <p14:xfrm>
                <a:off x="7734437" y="726602"/>
                <a:ext cx="166320" cy="214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B524AD5-4397-8F49-9AB6-EB6FD8E6D14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728317" y="720482"/>
                  <a:ext cx="178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D08B74-00C7-7A57-72C4-1EEBF0482B4C}"/>
                    </a:ext>
                  </a:extLst>
                </p14:cNvPr>
                <p14:cNvContentPartPr/>
                <p14:nvPr/>
              </p14:nvContentPartPr>
              <p14:xfrm>
                <a:off x="8143397" y="752522"/>
                <a:ext cx="55800" cy="99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D08B74-00C7-7A57-72C4-1EEBF0482B4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37277" y="746402"/>
                  <a:ext cx="68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700524F-DF63-1D21-7F19-1254D5AF26D4}"/>
                    </a:ext>
                  </a:extLst>
                </p14:cNvPr>
                <p14:cNvContentPartPr/>
                <p14:nvPr/>
              </p14:nvContentPartPr>
              <p14:xfrm>
                <a:off x="8111717" y="802562"/>
                <a:ext cx="112680" cy="36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700524F-DF63-1D21-7F19-1254D5AF26D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05597" y="796442"/>
                  <a:ext cx="124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387F17-43C7-6132-B98B-994EDD78062F}"/>
                    </a:ext>
                  </a:extLst>
                </p14:cNvPr>
                <p14:cNvContentPartPr/>
                <p14:nvPr/>
              </p14:nvContentPartPr>
              <p14:xfrm>
                <a:off x="8403677" y="548762"/>
                <a:ext cx="359640" cy="18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387F17-43C7-6132-B98B-994EDD78062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397557" y="542642"/>
                  <a:ext cx="37188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9BE532B-7439-3363-0ECC-A20C2C1F59C2}"/>
                  </a:ext>
                </a:extLst>
              </p14:cNvPr>
              <p14:cNvContentPartPr/>
              <p14:nvPr/>
            </p14:nvContentPartPr>
            <p14:xfrm>
              <a:off x="2703797" y="1555682"/>
              <a:ext cx="996120" cy="33994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9BE532B-7439-3363-0ECC-A20C2C1F59C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697677" y="1549562"/>
                <a:ext cx="1008360" cy="341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C4A35E7-1F82-0302-A5ED-7615CABF2227}"/>
                  </a:ext>
                </a:extLst>
              </p14:cNvPr>
              <p14:cNvContentPartPr/>
              <p14:nvPr/>
            </p14:nvContentPartPr>
            <p14:xfrm>
              <a:off x="4370237" y="1277762"/>
              <a:ext cx="98280" cy="245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C4A35E7-1F82-0302-A5ED-7615CABF222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364117" y="1271642"/>
                <a:ext cx="1105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47E3D5C-1CD2-2D76-AB42-8538F59C4178}"/>
                  </a:ext>
                </a:extLst>
              </p14:cNvPr>
              <p14:cNvContentPartPr/>
              <p14:nvPr/>
            </p14:nvContentPartPr>
            <p14:xfrm>
              <a:off x="4385357" y="1183802"/>
              <a:ext cx="176760" cy="4075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47E3D5C-1CD2-2D76-AB42-8538F59C417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379237" y="1177682"/>
                <a:ext cx="18900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A0B2E77-EF94-06A0-9435-423051511CAE}"/>
                  </a:ext>
                </a:extLst>
              </p14:cNvPr>
              <p14:cNvContentPartPr/>
              <p14:nvPr/>
            </p14:nvContentPartPr>
            <p14:xfrm>
              <a:off x="4891157" y="956282"/>
              <a:ext cx="276840" cy="3978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A0B2E77-EF94-06A0-9435-423051511CA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885037" y="950162"/>
                <a:ext cx="289080" cy="41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D7FABEED-A805-56C9-ED09-38E0BD9FDB4C}"/>
              </a:ext>
            </a:extLst>
          </p:cNvPr>
          <p:cNvGrpSpPr/>
          <p:nvPr/>
        </p:nvGrpSpPr>
        <p:grpSpPr>
          <a:xfrm>
            <a:off x="2103677" y="707882"/>
            <a:ext cx="1027080" cy="773640"/>
            <a:chOff x="2103677" y="707882"/>
            <a:chExt cx="1027080" cy="77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1423850-37FB-383C-EC80-C2EB245B9F21}"/>
                    </a:ext>
                  </a:extLst>
                </p14:cNvPr>
                <p14:cNvContentPartPr/>
                <p14:nvPr/>
              </p14:nvContentPartPr>
              <p14:xfrm>
                <a:off x="2866517" y="788522"/>
                <a:ext cx="39600" cy="375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1423850-37FB-383C-EC80-C2EB245B9F2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860397" y="782402"/>
                  <a:ext cx="518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31C495-486C-1E19-3E33-FB335A0F3BC2}"/>
                    </a:ext>
                  </a:extLst>
                </p14:cNvPr>
                <p14:cNvContentPartPr/>
                <p14:nvPr/>
              </p14:nvContentPartPr>
              <p14:xfrm>
                <a:off x="2876237" y="707882"/>
                <a:ext cx="254520" cy="493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31C495-486C-1E19-3E33-FB335A0F3BC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70117" y="701762"/>
                  <a:ext cx="26676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6DAF6E8-84DD-936A-A61B-C8C86E0E962C}"/>
                    </a:ext>
                  </a:extLst>
                </p14:cNvPr>
                <p14:cNvContentPartPr/>
                <p14:nvPr/>
              </p14:nvContentPartPr>
              <p14:xfrm>
                <a:off x="2585357" y="871682"/>
                <a:ext cx="272160" cy="124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6DAF6E8-84DD-936A-A61B-C8C86E0E962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79237" y="865562"/>
                  <a:ext cx="284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245EE1-8E78-8362-EF75-453F8AEB0D5A}"/>
                    </a:ext>
                  </a:extLst>
                </p14:cNvPr>
                <p14:cNvContentPartPr/>
                <p14:nvPr/>
              </p14:nvContentPartPr>
              <p14:xfrm>
                <a:off x="2620637" y="1025762"/>
                <a:ext cx="252000" cy="126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245EE1-8E78-8362-EF75-453F8AEB0D5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14517" y="1019642"/>
                  <a:ext cx="264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FEF8CF-BC28-AAE2-18B7-3640C2120329}"/>
                    </a:ext>
                  </a:extLst>
                </p14:cNvPr>
                <p14:cNvContentPartPr/>
                <p14:nvPr/>
              </p14:nvContentPartPr>
              <p14:xfrm>
                <a:off x="2660597" y="1157882"/>
                <a:ext cx="217080" cy="108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FEF8CF-BC28-AAE2-18B7-3640C212032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654477" y="1151762"/>
                  <a:ext cx="229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DE83B1-B663-6969-A78F-49E455DC587E}"/>
                    </a:ext>
                  </a:extLst>
                </p14:cNvPr>
                <p14:cNvContentPartPr/>
                <p14:nvPr/>
              </p14:nvContentPartPr>
              <p14:xfrm>
                <a:off x="2103677" y="989402"/>
                <a:ext cx="471600" cy="492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DE83B1-B663-6969-A78F-49E455DC587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97557" y="983282"/>
                  <a:ext cx="483840" cy="50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6468F51-0C10-09C3-CADA-91EDE89D3885}"/>
                  </a:ext>
                </a:extLst>
              </p14:cNvPr>
              <p14:cNvContentPartPr/>
              <p14:nvPr/>
            </p14:nvContentPartPr>
            <p14:xfrm>
              <a:off x="1087757" y="2234642"/>
              <a:ext cx="937800" cy="6681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6468F51-0C10-09C3-CADA-91EDE89D3885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81637" y="2228522"/>
                <a:ext cx="95004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0A13881-CD8D-FC19-6F19-62EB1F821728}"/>
                  </a:ext>
                </a:extLst>
              </p14:cNvPr>
              <p14:cNvContentPartPr/>
              <p14:nvPr/>
            </p14:nvContentPartPr>
            <p14:xfrm>
              <a:off x="1024037" y="3551522"/>
              <a:ext cx="1063800" cy="7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0A13881-CD8D-FC19-6F19-62EB1F82172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17917" y="3539282"/>
                <a:ext cx="10760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01E11D26-ECE4-46AC-3FC2-FFD4ABE0E16C}"/>
              </a:ext>
            </a:extLst>
          </p:cNvPr>
          <p:cNvGrpSpPr/>
          <p:nvPr/>
        </p:nvGrpSpPr>
        <p:grpSpPr>
          <a:xfrm>
            <a:off x="-37243" y="684190"/>
            <a:ext cx="857880" cy="336600"/>
            <a:chOff x="-37243" y="684190"/>
            <a:chExt cx="85788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A187821-0825-199B-B828-A9DDD4D01237}"/>
                    </a:ext>
                  </a:extLst>
                </p14:cNvPr>
                <p14:cNvContentPartPr/>
                <p14:nvPr/>
              </p14:nvContentPartPr>
              <p14:xfrm>
                <a:off x="-37243" y="817030"/>
                <a:ext cx="167040" cy="20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A187821-0825-199B-B828-A9DDD4D0123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-43363" y="810910"/>
                  <a:ext cx="179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035CBB-BCB9-21A4-105A-2D6255EB9528}"/>
                    </a:ext>
                  </a:extLst>
                </p14:cNvPr>
                <p14:cNvContentPartPr/>
                <p14:nvPr/>
              </p14:nvContentPartPr>
              <p14:xfrm>
                <a:off x="164357" y="844390"/>
                <a:ext cx="209520" cy="129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035CBB-BCB9-21A4-105A-2D6255EB952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58237" y="838270"/>
                  <a:ext cx="221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0A9E8AC-1A03-B9AD-E8D2-35F2A45443CF}"/>
                    </a:ext>
                  </a:extLst>
                </p14:cNvPr>
                <p14:cNvContentPartPr/>
                <p14:nvPr/>
              </p14:nvContentPartPr>
              <p14:xfrm>
                <a:off x="382157" y="684190"/>
                <a:ext cx="438480" cy="184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0A9E8AC-1A03-B9AD-E8D2-35F2A45443C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76037" y="678070"/>
                  <a:ext cx="45072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8F18780-1F3E-6340-5435-21A7457AECAE}"/>
                  </a:ext>
                </a:extLst>
              </p14:cNvPr>
              <p14:cNvContentPartPr/>
              <p14:nvPr/>
            </p14:nvContentPartPr>
            <p14:xfrm>
              <a:off x="3869117" y="2044990"/>
              <a:ext cx="698760" cy="23385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8F18780-1F3E-6340-5435-21A7457AECA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862997" y="2038870"/>
                <a:ext cx="711000" cy="23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4421023-AFF7-4004-FDBD-11A36B3AEA2A}"/>
                  </a:ext>
                </a:extLst>
              </p14:cNvPr>
              <p14:cNvContentPartPr/>
              <p14:nvPr/>
            </p14:nvContentPartPr>
            <p14:xfrm>
              <a:off x="2924477" y="1869310"/>
              <a:ext cx="317520" cy="3920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4421023-AFF7-4004-FDBD-11A36B3AEA2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918357" y="1863190"/>
                <a:ext cx="329760" cy="40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E3424B8-920F-1CFE-8719-53AEF7BEF034}"/>
              </a:ext>
            </a:extLst>
          </p:cNvPr>
          <p:cNvGrpSpPr/>
          <p:nvPr/>
        </p:nvGrpSpPr>
        <p:grpSpPr>
          <a:xfrm>
            <a:off x="1014317" y="1822870"/>
            <a:ext cx="2389680" cy="3491280"/>
            <a:chOff x="1014317" y="1822870"/>
            <a:chExt cx="2389680" cy="349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AF99F6-E0BF-367B-2B4C-99941FFDE500}"/>
                    </a:ext>
                  </a:extLst>
                </p14:cNvPr>
                <p14:cNvContentPartPr/>
                <p14:nvPr/>
              </p14:nvContentPartPr>
              <p14:xfrm>
                <a:off x="1040597" y="2833322"/>
                <a:ext cx="111600" cy="121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AF99F6-E0BF-367B-2B4C-99941FFDE50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4477" y="2827202"/>
                  <a:ext cx="123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4671903-E916-2CBC-7E6F-C1BBE5C35E40}"/>
                    </a:ext>
                  </a:extLst>
                </p14:cNvPr>
                <p14:cNvContentPartPr/>
                <p14:nvPr/>
              </p14:nvContentPartPr>
              <p14:xfrm>
                <a:off x="1014317" y="3492482"/>
                <a:ext cx="66960" cy="63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4671903-E916-2CBC-7E6F-C1BBE5C35E4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08197" y="3486362"/>
                  <a:ext cx="79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AC78111-4684-03C4-CA85-5BA6D3E209A9}"/>
                    </a:ext>
                  </a:extLst>
                </p14:cNvPr>
                <p14:cNvContentPartPr/>
                <p14:nvPr/>
              </p14:nvContentPartPr>
              <p14:xfrm>
                <a:off x="1135277" y="4134362"/>
                <a:ext cx="896400" cy="742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AC78111-4684-03C4-CA85-5BA6D3E209A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29157" y="4128242"/>
                  <a:ext cx="90864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006400-5218-658B-FAC7-6A981F2BC353}"/>
                    </a:ext>
                  </a:extLst>
                </p14:cNvPr>
                <p14:cNvContentPartPr/>
                <p14:nvPr/>
              </p14:nvContentPartPr>
              <p14:xfrm>
                <a:off x="1846637" y="4796762"/>
                <a:ext cx="146520" cy="47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006400-5218-658B-FAC7-6A981F2BC35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840517" y="4790642"/>
                  <a:ext cx="158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F00C95D-12B1-5119-50B1-198BCA9AEF77}"/>
                    </a:ext>
                  </a:extLst>
                </p14:cNvPr>
                <p14:cNvContentPartPr/>
                <p14:nvPr/>
              </p14:nvContentPartPr>
              <p14:xfrm>
                <a:off x="2040677" y="4748882"/>
                <a:ext cx="38520" cy="158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F00C95D-12B1-5119-50B1-198BCA9AEF7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034557" y="4742762"/>
                  <a:ext cx="50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1AE4F7C-BDA3-96E9-F218-898CD1523F53}"/>
                    </a:ext>
                  </a:extLst>
                </p14:cNvPr>
                <p14:cNvContentPartPr/>
                <p14:nvPr/>
              </p14:nvContentPartPr>
              <p14:xfrm>
                <a:off x="2146517" y="2211670"/>
                <a:ext cx="12240" cy="23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1AE4F7C-BDA3-96E9-F218-898CD1523F5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40397" y="2205550"/>
                  <a:ext cx="24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8D9F276-9E0A-7FAA-11F2-48753E4F4524}"/>
                    </a:ext>
                  </a:extLst>
                </p14:cNvPr>
                <p14:cNvContentPartPr/>
                <p14:nvPr/>
              </p14:nvContentPartPr>
              <p14:xfrm>
                <a:off x="2419757" y="2674990"/>
                <a:ext cx="311040" cy="303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8D9F276-9E0A-7FAA-11F2-48753E4F452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413637" y="2668870"/>
                  <a:ext cx="323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0B4624-6EBC-69BF-8306-42044034936E}"/>
                    </a:ext>
                  </a:extLst>
                </p14:cNvPr>
                <p14:cNvContentPartPr/>
                <p14:nvPr/>
              </p14:nvContentPartPr>
              <p14:xfrm>
                <a:off x="1030517" y="3653110"/>
                <a:ext cx="56880" cy="27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0B4624-6EBC-69BF-8306-42044034936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4397" y="3646990"/>
                  <a:ext cx="69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9657D46-C5BA-3A2D-A02E-86D956DFB9EE}"/>
                    </a:ext>
                  </a:extLst>
                </p14:cNvPr>
                <p14:cNvContentPartPr/>
                <p14:nvPr/>
              </p14:nvContentPartPr>
              <p14:xfrm>
                <a:off x="2596517" y="2956870"/>
                <a:ext cx="12960" cy="5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9657D46-C5BA-3A2D-A02E-86D956DFB9E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590397" y="2950750"/>
                  <a:ext cx="252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7981549-D2AE-CCC2-F1CE-282D91F2E159}"/>
                    </a:ext>
                  </a:extLst>
                </p14:cNvPr>
                <p14:cNvContentPartPr/>
                <p14:nvPr/>
              </p14:nvContentPartPr>
              <p14:xfrm>
                <a:off x="1364957" y="3707830"/>
                <a:ext cx="5472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7981549-D2AE-CCC2-F1CE-282D91F2E15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358837" y="3701710"/>
                  <a:ext cx="66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304908-5A70-E539-A2CD-B2EEC1D16845}"/>
                    </a:ext>
                  </a:extLst>
                </p14:cNvPr>
                <p14:cNvContentPartPr/>
                <p14:nvPr/>
              </p14:nvContentPartPr>
              <p14:xfrm>
                <a:off x="2356757" y="3454030"/>
                <a:ext cx="15480" cy="14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304908-5A70-E539-A2CD-B2EEC1D1684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350637" y="3447910"/>
                  <a:ext cx="27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6A5369E-206E-6AD4-3313-360FB91B4693}"/>
                    </a:ext>
                  </a:extLst>
                </p14:cNvPr>
                <p14:cNvContentPartPr/>
                <p14:nvPr/>
              </p14:nvContentPartPr>
              <p14:xfrm>
                <a:off x="1111157" y="4826710"/>
                <a:ext cx="1332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6A5369E-206E-6AD4-3313-360FB91B469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5037" y="4820590"/>
                  <a:ext cx="25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FC436A4-B5DD-A6BE-3702-E88DA1DB9E3C}"/>
                    </a:ext>
                  </a:extLst>
                </p14:cNvPr>
                <p14:cNvContentPartPr/>
                <p14:nvPr/>
              </p14:nvContentPartPr>
              <p14:xfrm>
                <a:off x="1430477" y="4239550"/>
                <a:ext cx="88560" cy="62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FC436A4-B5DD-A6BE-3702-E88DA1DB9E3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24357" y="4233430"/>
                  <a:ext cx="100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E2F9A8F-0075-199C-C9E9-9AA330E61723}"/>
                    </a:ext>
                  </a:extLst>
                </p14:cNvPr>
                <p14:cNvContentPartPr/>
                <p14:nvPr/>
              </p14:nvContentPartPr>
              <p14:xfrm>
                <a:off x="2293397" y="4841830"/>
                <a:ext cx="49320" cy="12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E2F9A8F-0075-199C-C9E9-9AA330E6172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287277" y="4835710"/>
                  <a:ext cx="61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0BD3B76-F7FD-49E4-259C-0406360FBC24}"/>
                    </a:ext>
                  </a:extLst>
                </p14:cNvPr>
                <p14:cNvContentPartPr/>
                <p14:nvPr/>
              </p14:nvContentPartPr>
              <p14:xfrm>
                <a:off x="2711357" y="1822870"/>
                <a:ext cx="152280" cy="56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0BD3B76-F7FD-49E4-259C-0406360FBC2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705237" y="1816750"/>
                  <a:ext cx="164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DFCBF5C-292C-0CE0-E930-A50C7FFC587E}"/>
                    </a:ext>
                  </a:extLst>
                </p14:cNvPr>
                <p14:cNvContentPartPr/>
                <p14:nvPr/>
              </p14:nvContentPartPr>
              <p14:xfrm>
                <a:off x="2689037" y="3170710"/>
                <a:ext cx="112680" cy="62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DFCBF5C-292C-0CE0-E930-A50C7FFC587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682917" y="3164590"/>
                  <a:ext cx="124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5C7E604-E06B-8F37-0723-25E2BF1A8F8D}"/>
                    </a:ext>
                  </a:extLst>
                </p14:cNvPr>
                <p14:cNvContentPartPr/>
                <p14:nvPr/>
              </p14:nvContentPartPr>
              <p14:xfrm>
                <a:off x="2754917" y="4352590"/>
                <a:ext cx="130320" cy="64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5C7E604-E06B-8F37-0723-25E2BF1A8F8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748797" y="4346470"/>
                  <a:ext cx="142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7B7D2BB-D596-AF55-F09B-C937472FA00E}"/>
                    </a:ext>
                  </a:extLst>
                </p14:cNvPr>
                <p14:cNvContentPartPr/>
                <p14:nvPr/>
              </p14:nvContentPartPr>
              <p14:xfrm>
                <a:off x="2312837" y="2464390"/>
                <a:ext cx="470520" cy="613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7B7D2BB-D596-AF55-F09B-C937472FA00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306717" y="2458270"/>
                  <a:ext cx="48276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D32ACD-A54E-3928-9E24-28542EFCF259}"/>
                    </a:ext>
                  </a:extLst>
                </p14:cNvPr>
                <p14:cNvContentPartPr/>
                <p14:nvPr/>
              </p14:nvContentPartPr>
              <p14:xfrm>
                <a:off x="2338757" y="3708190"/>
                <a:ext cx="371520" cy="439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CD32ACD-A54E-3928-9E24-28542EFCF25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332637" y="3702070"/>
                  <a:ext cx="3837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6FC5AC1-FAAF-F242-6CF4-AF3B4C8B8D67}"/>
                    </a:ext>
                  </a:extLst>
                </p14:cNvPr>
                <p14:cNvContentPartPr/>
                <p14:nvPr/>
              </p14:nvContentPartPr>
              <p14:xfrm>
                <a:off x="2398157" y="4976470"/>
                <a:ext cx="291600" cy="337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6FC5AC1-FAAF-F242-6CF4-AF3B4C8B8D6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392037" y="4970350"/>
                  <a:ext cx="3038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2673B7D-CA4B-8731-7BF4-60DB54C27C8E}"/>
                    </a:ext>
                  </a:extLst>
                </p14:cNvPr>
                <p14:cNvContentPartPr/>
                <p14:nvPr/>
              </p14:nvContentPartPr>
              <p14:xfrm>
                <a:off x="2927357" y="1846630"/>
                <a:ext cx="476640" cy="3102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2673B7D-CA4B-8731-7BF4-60DB54C27C8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921237" y="1840510"/>
                  <a:ext cx="488880" cy="31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214B49D-D03A-C7E8-708F-0E92F78777C0}"/>
              </a:ext>
            </a:extLst>
          </p:cNvPr>
          <p:cNvGrpSpPr/>
          <p:nvPr/>
        </p:nvGrpSpPr>
        <p:grpSpPr>
          <a:xfrm>
            <a:off x="3766517" y="1424642"/>
            <a:ext cx="327600" cy="744908"/>
            <a:chOff x="3766517" y="1424642"/>
            <a:chExt cx="327600" cy="74490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56B15E-30B7-7C67-2AD3-ACA9C95C72DB}"/>
                    </a:ext>
                  </a:extLst>
                </p14:cNvPr>
                <p14:cNvContentPartPr/>
                <p14:nvPr/>
              </p14:nvContentPartPr>
              <p14:xfrm>
                <a:off x="3904757" y="1443722"/>
                <a:ext cx="49320" cy="335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56B15E-30B7-7C67-2AD3-ACA9C95C72D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898637" y="1437602"/>
                  <a:ext cx="61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14C1901-6CBF-4123-1475-B2AF5060E878}"/>
                    </a:ext>
                  </a:extLst>
                </p14:cNvPr>
                <p14:cNvContentPartPr/>
                <p14:nvPr/>
              </p14:nvContentPartPr>
              <p14:xfrm>
                <a:off x="3892877" y="1424642"/>
                <a:ext cx="201240" cy="304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14C1901-6CBF-4123-1475-B2AF5060E87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886757" y="1418522"/>
                  <a:ext cx="2134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AE68F7F-CD54-4F1E-5312-87D7134369AF}"/>
                    </a:ext>
                  </a:extLst>
                </p14:cNvPr>
                <p14:cNvContentPartPr/>
                <p14:nvPr/>
              </p14:nvContentPartPr>
              <p14:xfrm>
                <a:off x="3766517" y="1906750"/>
                <a:ext cx="142920" cy="247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AE68F7F-CD54-4F1E-5312-87D7134369A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760397" y="1900630"/>
                  <a:ext cx="155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364AA21-2497-6CDA-17D5-C8AE4CE023FE}"/>
                    </a:ext>
                  </a:extLst>
                </p14:cNvPr>
                <p14:cNvContentPartPr/>
                <p14:nvPr/>
              </p14:nvContentPartPr>
              <p14:xfrm>
                <a:off x="3776237" y="2007910"/>
                <a:ext cx="133200" cy="161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364AA21-2497-6CDA-17D5-C8AE4CE023F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770117" y="2001790"/>
                  <a:ext cx="14544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24B4FBD-6023-10CC-DBF0-1D6EB9576020}"/>
                  </a:ext>
                </a:extLst>
              </p14:cNvPr>
              <p14:cNvContentPartPr/>
              <p14:nvPr/>
            </p14:nvContentPartPr>
            <p14:xfrm>
              <a:off x="1866797" y="5482630"/>
              <a:ext cx="251640" cy="2772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24B4FBD-6023-10CC-DBF0-1D6EB957602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860677" y="5476510"/>
                <a:ext cx="263880" cy="28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4357800-617B-F933-C058-473ECCC0E0F5}"/>
              </a:ext>
            </a:extLst>
          </p:cNvPr>
          <p:cNvGrpSpPr/>
          <p:nvPr/>
        </p:nvGrpSpPr>
        <p:grpSpPr>
          <a:xfrm>
            <a:off x="500957" y="5875390"/>
            <a:ext cx="639360" cy="254520"/>
            <a:chOff x="500957" y="5875390"/>
            <a:chExt cx="63936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DC70078-D244-7410-F2A1-A972BEFE1922}"/>
                    </a:ext>
                  </a:extLst>
                </p14:cNvPr>
                <p14:cNvContentPartPr/>
                <p14:nvPr/>
              </p14:nvContentPartPr>
              <p14:xfrm>
                <a:off x="500957" y="5979430"/>
                <a:ext cx="26640" cy="150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DC70078-D244-7410-F2A1-A972BEFE192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94837" y="5973310"/>
                  <a:ext cx="38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45AA571-C372-7A82-C1EA-76E4247970D2}"/>
                    </a:ext>
                  </a:extLst>
                </p14:cNvPr>
                <p14:cNvContentPartPr/>
                <p14:nvPr/>
              </p14:nvContentPartPr>
              <p14:xfrm>
                <a:off x="610037" y="5989150"/>
                <a:ext cx="62640" cy="105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45AA571-C372-7A82-C1EA-76E4247970D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3917" y="5983030"/>
                  <a:ext cx="74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80B68CA-8A64-75F1-1792-84644D42438B}"/>
                    </a:ext>
                  </a:extLst>
                </p14:cNvPr>
                <p14:cNvContentPartPr/>
                <p14:nvPr/>
              </p14:nvContentPartPr>
              <p14:xfrm>
                <a:off x="783197" y="5950990"/>
                <a:ext cx="50760" cy="94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80B68CA-8A64-75F1-1792-84644D42438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77077" y="5944870"/>
                  <a:ext cx="63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DF91F32-4E10-4B4A-2BD2-A0E897205EC0}"/>
                    </a:ext>
                  </a:extLst>
                </p14:cNvPr>
                <p14:cNvContentPartPr/>
                <p14:nvPr/>
              </p14:nvContentPartPr>
              <p14:xfrm>
                <a:off x="923957" y="5916070"/>
                <a:ext cx="71640" cy="968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DF91F32-4E10-4B4A-2BD2-A0E897205EC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17837" y="5909950"/>
                  <a:ext cx="83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B1DF431-DD5C-BEB5-FEE8-3DB0F2D19081}"/>
                    </a:ext>
                  </a:extLst>
                </p14:cNvPr>
                <p14:cNvContentPartPr/>
                <p14:nvPr/>
              </p14:nvContentPartPr>
              <p14:xfrm>
                <a:off x="1053557" y="5875390"/>
                <a:ext cx="86760" cy="95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B1DF431-DD5C-BEB5-FEE8-3DB0F2D1908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47437" y="5869270"/>
                  <a:ext cx="990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1F02C27-47D7-5ABC-7FF2-529BE571492C}"/>
                  </a:ext>
                </a:extLst>
              </p14:cNvPr>
              <p14:cNvContentPartPr/>
              <p14:nvPr/>
            </p14:nvContentPartPr>
            <p14:xfrm>
              <a:off x="1403117" y="5759470"/>
              <a:ext cx="34560" cy="1389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1F02C27-47D7-5ABC-7FF2-529BE571492C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396997" y="5753350"/>
                <a:ext cx="468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FFEBFF7-AB35-B92C-B24D-1F9C5C409F72}"/>
                  </a:ext>
                </a:extLst>
              </p14:cNvPr>
              <p14:cNvContentPartPr/>
              <p14:nvPr/>
            </p14:nvContentPartPr>
            <p14:xfrm>
              <a:off x="2061197" y="5803030"/>
              <a:ext cx="360" cy="3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FFEBFF7-AB35-B92C-B24D-1F9C5C409F72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055077" y="57969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3F0C9B7-13C2-18E4-D81B-39C035BF7113}"/>
                  </a:ext>
                </a:extLst>
              </p14:cNvPr>
              <p14:cNvContentPartPr/>
              <p14:nvPr/>
            </p14:nvContentPartPr>
            <p14:xfrm>
              <a:off x="2997917" y="5196070"/>
              <a:ext cx="199080" cy="283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3F0C9B7-13C2-18E4-D81B-39C035BF7113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2991797" y="5189950"/>
                <a:ext cx="2113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DCC7815-5222-E5F2-6CB6-8DCA0C76724D}"/>
                  </a:ext>
                </a:extLst>
              </p14:cNvPr>
              <p14:cNvContentPartPr/>
              <p14:nvPr/>
            </p14:nvContentPartPr>
            <p14:xfrm>
              <a:off x="1693277" y="5087350"/>
              <a:ext cx="1804680" cy="8474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DCC7815-5222-E5F2-6CB6-8DCA0C76724D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687157" y="5081230"/>
                <a:ext cx="1816920" cy="85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7BD6426-892C-04FB-E8B2-B249FC1EF8F3}"/>
              </a:ext>
            </a:extLst>
          </p:cNvPr>
          <p:cNvGrpSpPr/>
          <p:nvPr/>
        </p:nvGrpSpPr>
        <p:grpSpPr>
          <a:xfrm>
            <a:off x="9539837" y="756550"/>
            <a:ext cx="1121760" cy="672840"/>
            <a:chOff x="9539837" y="756550"/>
            <a:chExt cx="1121760" cy="6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9AC4C4D-4B8C-6612-F136-EB0B20E70801}"/>
                    </a:ext>
                  </a:extLst>
                </p14:cNvPr>
                <p14:cNvContentPartPr/>
                <p14:nvPr/>
              </p14:nvContentPartPr>
              <p14:xfrm>
                <a:off x="9651077" y="777790"/>
                <a:ext cx="165240" cy="249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9AC4C4D-4B8C-6612-F136-EB0B20E7080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644957" y="771670"/>
                  <a:ext cx="177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9E54668-C1A9-385B-A84B-D7AA3193B48B}"/>
                    </a:ext>
                  </a:extLst>
                </p14:cNvPr>
                <p14:cNvContentPartPr/>
                <p14:nvPr/>
              </p14:nvContentPartPr>
              <p14:xfrm>
                <a:off x="9907397" y="804070"/>
                <a:ext cx="157320" cy="197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9E54668-C1A9-385B-A84B-D7AA3193B48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901277" y="797950"/>
                  <a:ext cx="169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882746C-2050-8C79-014B-946963D63CA7}"/>
                    </a:ext>
                  </a:extLst>
                </p14:cNvPr>
                <p14:cNvContentPartPr/>
                <p14:nvPr/>
              </p14:nvContentPartPr>
              <p14:xfrm>
                <a:off x="9966437" y="871750"/>
                <a:ext cx="105120" cy="61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882746C-2050-8C79-014B-946963D63CA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60317" y="865630"/>
                  <a:ext cx="117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49F64A4-4CD0-6063-86FE-9416C80A2CA8}"/>
                    </a:ext>
                  </a:extLst>
                </p14:cNvPr>
                <p14:cNvContentPartPr/>
                <p14:nvPr/>
              </p14:nvContentPartPr>
              <p14:xfrm>
                <a:off x="10265957" y="805150"/>
                <a:ext cx="25560" cy="218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49F64A4-4CD0-6063-86FE-9416C80A2CA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259837" y="799030"/>
                  <a:ext cx="37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AF0979C-130B-7E61-FB3C-6E94C132B687}"/>
                    </a:ext>
                  </a:extLst>
                </p14:cNvPr>
                <p14:cNvContentPartPr/>
                <p14:nvPr/>
              </p14:nvContentPartPr>
              <p14:xfrm>
                <a:off x="9539837" y="756550"/>
                <a:ext cx="1121760" cy="396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AF0979C-130B-7E61-FB3C-6E94C132B68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533717" y="750430"/>
                  <a:ext cx="11340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BC84947-0B18-0A09-A11A-C323F67DE242}"/>
                    </a:ext>
                  </a:extLst>
                </p14:cNvPr>
                <p14:cNvContentPartPr/>
                <p14:nvPr/>
              </p14:nvContentPartPr>
              <p14:xfrm>
                <a:off x="9815957" y="1215190"/>
                <a:ext cx="172440" cy="186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BC84947-0B18-0A09-A11A-C323F67DE24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809837" y="1209070"/>
                  <a:ext cx="184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4CEC96-FA77-5379-B028-AC5CE9A7E007}"/>
                    </a:ext>
                  </a:extLst>
                </p14:cNvPr>
                <p14:cNvContentPartPr/>
                <p14:nvPr/>
              </p14:nvContentPartPr>
              <p14:xfrm>
                <a:off x="10080557" y="1249750"/>
                <a:ext cx="86400" cy="172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4CEC96-FA77-5379-B028-AC5CE9A7E00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074437" y="1243630"/>
                  <a:ext cx="98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0A29B1-7CB3-7F01-CBCD-4B7840701007}"/>
                    </a:ext>
                  </a:extLst>
                </p14:cNvPr>
                <p14:cNvContentPartPr/>
                <p14:nvPr/>
              </p14:nvContentPartPr>
              <p14:xfrm>
                <a:off x="10100357" y="1294390"/>
                <a:ext cx="157320" cy="60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0A29B1-7CB3-7F01-CBCD-4B784070100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094237" y="1288270"/>
                  <a:ext cx="1695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FA49AC4-931F-D505-83C8-AD09A16FFAD2}"/>
                    </a:ext>
                  </a:extLst>
                </p14:cNvPr>
                <p14:cNvContentPartPr/>
                <p14:nvPr/>
              </p14:nvContentPartPr>
              <p14:xfrm>
                <a:off x="10265957" y="1212310"/>
                <a:ext cx="151560" cy="217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FA49AC4-931F-D505-83C8-AD09A16FFAD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259837" y="1206190"/>
                  <a:ext cx="163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B0F8F39-9985-9C57-F4C0-B48B5976997B}"/>
                    </a:ext>
                  </a:extLst>
                </p14:cNvPr>
                <p14:cNvContentPartPr/>
                <p14:nvPr/>
              </p14:nvContentPartPr>
              <p14:xfrm>
                <a:off x="10016117" y="883270"/>
                <a:ext cx="372600" cy="446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B0F8F39-9985-9C57-F4C0-B48B5976997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09997" y="877150"/>
                  <a:ext cx="384840" cy="45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32C3F03-9DA0-C229-BE84-03E25B72C9C1}"/>
              </a:ext>
            </a:extLst>
          </p:cNvPr>
          <p:cNvGrpSpPr/>
          <p:nvPr/>
        </p:nvGrpSpPr>
        <p:grpSpPr>
          <a:xfrm>
            <a:off x="10944557" y="853390"/>
            <a:ext cx="646560" cy="321480"/>
            <a:chOff x="10944557" y="853390"/>
            <a:chExt cx="64656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1AA3308-C792-1DB4-DDFD-4A98C5C79B64}"/>
                    </a:ext>
                  </a:extLst>
                </p14:cNvPr>
                <p14:cNvContentPartPr/>
                <p14:nvPr/>
              </p14:nvContentPartPr>
              <p14:xfrm>
                <a:off x="10944557" y="853390"/>
                <a:ext cx="218160" cy="321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1AA3308-C792-1DB4-DDFD-4A98C5C79B6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938437" y="847270"/>
                  <a:ext cx="2304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1AA2C1F-3ECC-870A-BA52-E14A549866C5}"/>
                    </a:ext>
                  </a:extLst>
                </p14:cNvPr>
                <p14:cNvContentPartPr/>
                <p14:nvPr/>
              </p14:nvContentPartPr>
              <p14:xfrm>
                <a:off x="11241197" y="953470"/>
                <a:ext cx="164880" cy="156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1AA2C1F-3ECC-870A-BA52-E14A549866C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235077" y="947350"/>
                  <a:ext cx="177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93D0E9D-36A0-1952-FB4F-DA951384827C}"/>
                    </a:ext>
                  </a:extLst>
                </p14:cNvPr>
                <p14:cNvContentPartPr/>
                <p14:nvPr/>
              </p14:nvContentPartPr>
              <p14:xfrm>
                <a:off x="11484197" y="862390"/>
                <a:ext cx="106920" cy="212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93D0E9D-36A0-1952-FB4F-DA951384827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478077" y="856270"/>
                  <a:ext cx="11916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4C89270-44B5-3718-2989-C09F65EBDF80}"/>
              </a:ext>
            </a:extLst>
          </p:cNvPr>
          <p:cNvGrpSpPr/>
          <p:nvPr/>
        </p:nvGrpSpPr>
        <p:grpSpPr>
          <a:xfrm>
            <a:off x="3131477" y="2129950"/>
            <a:ext cx="85320" cy="195480"/>
            <a:chOff x="3131477" y="2129950"/>
            <a:chExt cx="8532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9BA4F8B-8450-DE47-0487-3A72F3656AA3}"/>
                    </a:ext>
                  </a:extLst>
                </p14:cNvPr>
                <p14:cNvContentPartPr/>
                <p14:nvPr/>
              </p14:nvContentPartPr>
              <p14:xfrm>
                <a:off x="3131477" y="2129950"/>
                <a:ext cx="85320" cy="74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9BA4F8B-8450-DE47-0487-3A72F3656AA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125357" y="2123830"/>
                  <a:ext cx="97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DADFCC8-B9DB-98AF-F531-A06F279D8949}"/>
                    </a:ext>
                  </a:extLst>
                </p14:cNvPr>
                <p14:cNvContentPartPr/>
                <p14:nvPr/>
              </p14:nvContentPartPr>
              <p14:xfrm>
                <a:off x="3157397" y="2325070"/>
                <a:ext cx="360" cy="3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DADFCC8-B9DB-98AF-F531-A06F279D894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51277" y="23189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A079D2A-675E-3BF8-5EC3-D18969816FB8}"/>
                  </a:ext>
                </a:extLst>
              </p14:cNvPr>
              <p14:cNvContentPartPr/>
              <p14:nvPr/>
            </p14:nvContentPartPr>
            <p14:xfrm>
              <a:off x="6290477" y="4136590"/>
              <a:ext cx="241560" cy="2296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A079D2A-675E-3BF8-5EC3-D18969816FB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284357" y="4130470"/>
                <a:ext cx="2538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9A3FC7E-86FE-C6F9-2C7C-CFC14D37A822}"/>
                  </a:ext>
                </a:extLst>
              </p14:cNvPr>
              <p14:cNvContentPartPr/>
              <p14:nvPr/>
            </p14:nvContentPartPr>
            <p14:xfrm>
              <a:off x="6681077" y="4237030"/>
              <a:ext cx="62640" cy="1854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9A3FC7E-86FE-C6F9-2C7C-CFC14D37A82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674957" y="4230910"/>
                <a:ext cx="748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7E6DB28-87CF-95FB-684C-29374C5B1305}"/>
                  </a:ext>
                </a:extLst>
              </p14:cNvPr>
              <p14:cNvContentPartPr/>
              <p14:nvPr/>
            </p14:nvContentPartPr>
            <p14:xfrm>
              <a:off x="6661637" y="4307950"/>
              <a:ext cx="157320" cy="745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7E6DB28-87CF-95FB-684C-29374C5B130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6655517" y="4301830"/>
                <a:ext cx="1695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091412E-D2CA-7222-2EAF-DACCA28A31E4}"/>
                  </a:ext>
                </a:extLst>
              </p14:cNvPr>
              <p14:cNvContentPartPr/>
              <p14:nvPr/>
            </p14:nvContentPartPr>
            <p14:xfrm>
              <a:off x="6797717" y="4205710"/>
              <a:ext cx="231480" cy="1922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091412E-D2CA-7222-2EAF-DACCA28A31E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791597" y="4199590"/>
                <a:ext cx="2437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12C8340-A619-DD81-6638-81DC2BCADFBA}"/>
                  </a:ext>
                </a:extLst>
              </p14:cNvPr>
              <p14:cNvContentPartPr/>
              <p14:nvPr/>
            </p14:nvContentPartPr>
            <p14:xfrm>
              <a:off x="7207037" y="4041910"/>
              <a:ext cx="144720" cy="1717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12C8340-A619-DD81-6638-81DC2BCADFB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200917" y="4035790"/>
                <a:ext cx="1569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30A8DF5-CDA7-31EF-4412-AF60FD01AB4C}"/>
                  </a:ext>
                </a:extLst>
              </p14:cNvPr>
              <p14:cNvContentPartPr/>
              <p14:nvPr/>
            </p14:nvContentPartPr>
            <p14:xfrm>
              <a:off x="7404677" y="4138030"/>
              <a:ext cx="138600" cy="1245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30A8DF5-CDA7-31EF-4412-AF60FD01AB4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398557" y="4131910"/>
                <a:ext cx="1508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3FE7E7-BD18-2B4F-79C4-C65F8729BA0A}"/>
                  </a:ext>
                </a:extLst>
              </p14:cNvPr>
              <p14:cNvContentPartPr/>
              <p14:nvPr/>
            </p14:nvContentPartPr>
            <p14:xfrm>
              <a:off x="7585397" y="4128310"/>
              <a:ext cx="81000" cy="993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3FE7E7-BD18-2B4F-79C4-C65F8729BA0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579277" y="4122190"/>
                <a:ext cx="932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CAA7301-7D03-8365-75FB-1635D96782D6}"/>
                  </a:ext>
                </a:extLst>
              </p14:cNvPr>
              <p14:cNvContentPartPr/>
              <p14:nvPr/>
            </p14:nvContentPartPr>
            <p14:xfrm>
              <a:off x="7774037" y="3874510"/>
              <a:ext cx="131400" cy="1843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CAA7301-7D03-8365-75FB-1635D96782D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767917" y="3868390"/>
                <a:ext cx="1436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8B5A69C-77A6-C3E7-6A4E-6EFC23BF77DD}"/>
                  </a:ext>
                </a:extLst>
              </p14:cNvPr>
              <p14:cNvContentPartPr/>
              <p14:nvPr/>
            </p14:nvContentPartPr>
            <p14:xfrm>
              <a:off x="8044397" y="3997630"/>
              <a:ext cx="3600" cy="842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8B5A69C-77A6-C3E7-6A4E-6EFC23BF77D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8038277" y="3991510"/>
                <a:ext cx="158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73D6F8F-DE4E-6C23-A755-7F9BFB96D4BC}"/>
                  </a:ext>
                </a:extLst>
              </p14:cNvPr>
              <p14:cNvContentPartPr/>
              <p14:nvPr/>
            </p14:nvContentPartPr>
            <p14:xfrm>
              <a:off x="8047637" y="3974590"/>
              <a:ext cx="23400" cy="234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73D6F8F-DE4E-6C23-A755-7F9BFB96D4B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041517" y="3968470"/>
                <a:ext cx="3564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A84BB6B-4765-366B-5B09-78A8F380199F}"/>
                  </a:ext>
                </a:extLst>
              </p14:cNvPr>
              <p14:cNvContentPartPr/>
              <p14:nvPr/>
            </p14:nvContentPartPr>
            <p14:xfrm>
              <a:off x="8139077" y="3967030"/>
              <a:ext cx="152640" cy="1256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A84BB6B-4765-366B-5B09-78A8F380199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132957" y="3960910"/>
                <a:ext cx="1648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7F6EA9C-91C3-B1E3-7BEB-6CF52B15562E}"/>
                  </a:ext>
                </a:extLst>
              </p14:cNvPr>
              <p14:cNvContentPartPr/>
              <p14:nvPr/>
            </p14:nvContentPartPr>
            <p14:xfrm>
              <a:off x="7986437" y="3973510"/>
              <a:ext cx="219240" cy="406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7F6EA9C-91C3-B1E3-7BEB-6CF52B15562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980317" y="3967390"/>
                <a:ext cx="2314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EC13D2B-E1D1-9637-2230-F019DAC6BA9A}"/>
                  </a:ext>
                </a:extLst>
              </p14:cNvPr>
              <p14:cNvContentPartPr/>
              <p14:nvPr/>
            </p14:nvContentPartPr>
            <p14:xfrm>
              <a:off x="8326277" y="3810070"/>
              <a:ext cx="138600" cy="3250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EC13D2B-E1D1-9637-2230-F019DAC6BA9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320157" y="3803950"/>
                <a:ext cx="15084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8CA6BB7-889D-2F31-83BA-48FE36869711}"/>
                  </a:ext>
                </a:extLst>
              </p14:cNvPr>
              <p14:cNvContentPartPr/>
              <p14:nvPr/>
            </p14:nvContentPartPr>
            <p14:xfrm>
              <a:off x="6196157" y="3879190"/>
              <a:ext cx="541800" cy="6022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8CA6BB7-889D-2F31-83BA-48FE3686971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190037" y="3873070"/>
                <a:ext cx="55404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0BAF07A-149C-E811-EBAE-1139A9042353}"/>
                  </a:ext>
                </a:extLst>
              </p14:cNvPr>
              <p14:cNvContentPartPr/>
              <p14:nvPr/>
            </p14:nvContentPartPr>
            <p14:xfrm>
              <a:off x="7410077" y="4136950"/>
              <a:ext cx="110520" cy="2664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0BAF07A-149C-E811-EBAE-1139A9042353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403957" y="4130830"/>
                <a:ext cx="1227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F165FE45-BE48-E51E-895F-DF56D5B1D6DE}"/>
                  </a:ext>
                </a:extLst>
              </p14:cNvPr>
              <p14:cNvContentPartPr/>
              <p14:nvPr/>
            </p14:nvContentPartPr>
            <p14:xfrm>
              <a:off x="8279477" y="3915910"/>
              <a:ext cx="360" cy="3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F165FE45-BE48-E51E-895F-DF56D5B1D6DE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273357" y="39097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FB7CCBB6-24CC-5ED1-2888-AA62F6FEBC15}"/>
                  </a:ext>
                </a:extLst>
              </p14:cNvPr>
              <p14:cNvContentPartPr/>
              <p14:nvPr/>
            </p14:nvContentPartPr>
            <p14:xfrm>
              <a:off x="7048277" y="4410550"/>
              <a:ext cx="695520" cy="7308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FB7CCBB6-24CC-5ED1-2888-AA62F6FEBC15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7042157" y="4404430"/>
                <a:ext cx="707760" cy="74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284B83FA-52F1-316A-A6D4-8369206ABADD}"/>
              </a:ext>
            </a:extLst>
          </p:cNvPr>
          <p:cNvGrpSpPr/>
          <p:nvPr/>
        </p:nvGrpSpPr>
        <p:grpSpPr>
          <a:xfrm>
            <a:off x="2427317" y="5161870"/>
            <a:ext cx="1004040" cy="682560"/>
            <a:chOff x="2427317" y="5161870"/>
            <a:chExt cx="1004040" cy="68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CAF74CD-339E-B1EC-4D5F-17CC45C9EC86}"/>
                    </a:ext>
                  </a:extLst>
                </p14:cNvPr>
                <p14:cNvContentPartPr/>
                <p14:nvPr/>
              </p14:nvContentPartPr>
              <p14:xfrm>
                <a:off x="3052997" y="5161870"/>
                <a:ext cx="378360" cy="1051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CAF74CD-339E-B1EC-4D5F-17CC45C9EC8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046877" y="5155750"/>
                  <a:ext cx="390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7BF7963-694D-4A45-B28F-78A9782122C3}"/>
                    </a:ext>
                  </a:extLst>
                </p14:cNvPr>
                <p14:cNvContentPartPr/>
                <p14:nvPr/>
              </p14:nvContentPartPr>
              <p14:xfrm>
                <a:off x="3066317" y="5431510"/>
                <a:ext cx="4320" cy="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7BF7963-694D-4A45-B28F-78A9782122C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060197" y="5425390"/>
                  <a:ext cx="16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F991C5D-07E0-8A63-C2C8-EDAE0213CAAB}"/>
                    </a:ext>
                  </a:extLst>
                </p14:cNvPr>
                <p14:cNvContentPartPr/>
                <p14:nvPr/>
              </p14:nvContentPartPr>
              <p14:xfrm>
                <a:off x="3149837" y="5462830"/>
                <a:ext cx="33120" cy="8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F991C5D-07E0-8A63-C2C8-EDAE0213CAA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143717" y="5456710"/>
                  <a:ext cx="453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A399140-9E8B-FB87-A5E0-754859528C49}"/>
                    </a:ext>
                  </a:extLst>
                </p14:cNvPr>
                <p14:cNvContentPartPr/>
                <p14:nvPr/>
              </p14:nvContentPartPr>
              <p14:xfrm>
                <a:off x="2427317" y="5584870"/>
                <a:ext cx="66600" cy="14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A399140-9E8B-FB87-A5E0-754859528C4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21197" y="5578750"/>
                  <a:ext cx="78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C7CAA25-F6B0-5908-4CA2-07AAB8B323AF}"/>
                    </a:ext>
                  </a:extLst>
                </p14:cNvPr>
                <p14:cNvContentPartPr/>
                <p14:nvPr/>
              </p14:nvContentPartPr>
              <p14:xfrm>
                <a:off x="2609477" y="5562190"/>
                <a:ext cx="50400" cy="69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C7CAA25-F6B0-5908-4CA2-07AAB8B323A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603357" y="5556070"/>
                  <a:ext cx="62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F7D1E7D-FBB5-FAF5-9253-74A942B22892}"/>
                    </a:ext>
                  </a:extLst>
                </p14:cNvPr>
                <p14:cNvContentPartPr/>
                <p14:nvPr/>
              </p14:nvContentPartPr>
              <p14:xfrm>
                <a:off x="2647637" y="5562190"/>
                <a:ext cx="25560" cy="49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F7D1E7D-FBB5-FAF5-9253-74A942B2289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41517" y="5556070"/>
                  <a:ext cx="37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21D703A-CC84-EA01-70D0-AD5B267097DE}"/>
                    </a:ext>
                  </a:extLst>
                </p14:cNvPr>
                <p14:cNvContentPartPr/>
                <p14:nvPr/>
              </p14:nvContentPartPr>
              <p14:xfrm>
                <a:off x="2753117" y="5479390"/>
                <a:ext cx="26640" cy="95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21D703A-CC84-EA01-70D0-AD5B267097D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46997" y="5473270"/>
                  <a:ext cx="38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FDAA608-8DBF-8226-4820-E831B0265CCB}"/>
                    </a:ext>
                  </a:extLst>
                </p14:cNvPr>
                <p14:cNvContentPartPr/>
                <p14:nvPr/>
              </p14:nvContentPartPr>
              <p14:xfrm>
                <a:off x="2471957" y="5557510"/>
                <a:ext cx="91440" cy="156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FDAA608-8DBF-8226-4820-E831B0265CC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465837" y="5551390"/>
                  <a:ext cx="103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3933EE0-F55B-4366-1CD1-F3BE203F882F}"/>
                    </a:ext>
                  </a:extLst>
                </p14:cNvPr>
                <p14:cNvContentPartPr/>
                <p14:nvPr/>
              </p14:nvContentPartPr>
              <p14:xfrm>
                <a:off x="2632157" y="5562550"/>
                <a:ext cx="27720" cy="97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3933EE0-F55B-4366-1CD1-F3BE203F882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26037" y="5556430"/>
                  <a:ext cx="39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A94E16D-367F-EE3D-1C5C-7C9904155F12}"/>
                    </a:ext>
                  </a:extLst>
                </p14:cNvPr>
                <p14:cNvContentPartPr/>
                <p14:nvPr/>
              </p14:nvContentPartPr>
              <p14:xfrm>
                <a:off x="2613797" y="5564350"/>
                <a:ext cx="57960" cy="54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A94E16D-367F-EE3D-1C5C-7C9904155F1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607677" y="5558230"/>
                  <a:ext cx="70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C0A8D2A-0629-EEA6-40BC-D8BD1CEF2E93}"/>
                    </a:ext>
                  </a:extLst>
                </p14:cNvPr>
                <p14:cNvContentPartPr/>
                <p14:nvPr/>
              </p14:nvContentPartPr>
              <p14:xfrm>
                <a:off x="2723957" y="5562190"/>
                <a:ext cx="360" cy="52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C0A8D2A-0629-EEA6-40BC-D8BD1CEF2E9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717837" y="5556070"/>
                  <a:ext cx="12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0C6C88E-830A-170D-8F08-F218446C8162}"/>
                    </a:ext>
                  </a:extLst>
                </p14:cNvPr>
                <p14:cNvContentPartPr/>
                <p14:nvPr/>
              </p14:nvContentPartPr>
              <p14:xfrm>
                <a:off x="2723957" y="5554630"/>
                <a:ext cx="98280" cy="50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0C6C88E-830A-170D-8F08-F218446C816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17837" y="5548510"/>
                  <a:ext cx="110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D660865-570A-BC1E-1BE2-C3C03B9F71F2}"/>
                    </a:ext>
                  </a:extLst>
                </p14:cNvPr>
                <p14:cNvContentPartPr/>
                <p14:nvPr/>
              </p14:nvContentPartPr>
              <p14:xfrm>
                <a:off x="2835917" y="5535910"/>
                <a:ext cx="12240" cy="13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D660865-570A-BC1E-1BE2-C3C03B9F71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829797" y="5529790"/>
                  <a:ext cx="24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EA54774-FBAC-F908-13A9-2318B9E89593}"/>
                    </a:ext>
                  </a:extLst>
                </p14:cNvPr>
                <p14:cNvContentPartPr/>
                <p14:nvPr/>
              </p14:nvContentPartPr>
              <p14:xfrm>
                <a:off x="2497157" y="5514310"/>
                <a:ext cx="23400" cy="12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EA54774-FBAC-F908-13A9-2318B9E8959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491037" y="5508190"/>
                  <a:ext cx="35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43D365D-ACAD-CCD3-DAEB-8651CF38D1A9}"/>
                    </a:ext>
                  </a:extLst>
                </p14:cNvPr>
                <p14:cNvContentPartPr/>
                <p14:nvPr/>
              </p14:nvContentPartPr>
              <p14:xfrm>
                <a:off x="3035357" y="5406310"/>
                <a:ext cx="9360" cy="195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43D365D-ACAD-CCD3-DAEB-8651CF38D1A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29237" y="5400190"/>
                  <a:ext cx="21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B64A95A-D9D0-991C-E062-72B548FEC529}"/>
                    </a:ext>
                  </a:extLst>
                </p14:cNvPr>
                <p14:cNvContentPartPr/>
                <p14:nvPr/>
              </p14:nvContentPartPr>
              <p14:xfrm>
                <a:off x="2980997" y="5604670"/>
                <a:ext cx="93960" cy="18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B64A95A-D9D0-991C-E062-72B548FEC52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974877" y="5598550"/>
                  <a:ext cx="106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697184A-E7BD-EDD1-A889-DEB758638931}"/>
                    </a:ext>
                  </a:extLst>
                </p14:cNvPr>
                <p14:cNvContentPartPr/>
                <p14:nvPr/>
              </p14:nvContentPartPr>
              <p14:xfrm>
                <a:off x="3074597" y="5612230"/>
                <a:ext cx="2520" cy="81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697184A-E7BD-EDD1-A889-DEB75863893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068477" y="5606110"/>
                  <a:ext cx="14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A24F68E-B7F6-A82F-143F-C6657A9CAE51}"/>
                    </a:ext>
                  </a:extLst>
                </p14:cNvPr>
                <p14:cNvContentPartPr/>
                <p14:nvPr/>
              </p14:nvContentPartPr>
              <p14:xfrm>
                <a:off x="3095477" y="5246830"/>
                <a:ext cx="84960" cy="152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A24F68E-B7F6-A82F-143F-C6657A9CAE5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089357" y="5240710"/>
                  <a:ext cx="97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99B7313-0469-D4FB-A5A0-F36303852BB8}"/>
                    </a:ext>
                  </a:extLst>
                </p14:cNvPr>
                <p14:cNvContentPartPr/>
                <p14:nvPr/>
              </p14:nvContentPartPr>
              <p14:xfrm>
                <a:off x="2969837" y="5598910"/>
                <a:ext cx="154080" cy="245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99B7313-0469-D4FB-A5A0-F36303852BB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963717" y="5592790"/>
                  <a:ext cx="166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9E80E95-A029-076F-CB63-414142DBF913}"/>
                    </a:ext>
                  </a:extLst>
                </p14:cNvPr>
                <p14:cNvContentPartPr/>
                <p14:nvPr/>
              </p14:nvContentPartPr>
              <p14:xfrm>
                <a:off x="3104477" y="5654710"/>
                <a:ext cx="164520" cy="1252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9E80E95-A029-076F-CB63-414142DBF91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098357" y="5648590"/>
                  <a:ext cx="176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221567D-CDFC-AEBA-FF93-AAFFE753432D}"/>
                    </a:ext>
                  </a:extLst>
                </p14:cNvPr>
                <p14:cNvContentPartPr/>
                <p14:nvPr/>
              </p14:nvContentPartPr>
              <p14:xfrm>
                <a:off x="3339557" y="5611150"/>
                <a:ext cx="23400" cy="209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221567D-CDFC-AEBA-FF93-AAFFE753432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333437" y="5605030"/>
                  <a:ext cx="3564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C371250-3093-D6D2-5CFA-D0D8C755E81E}"/>
              </a:ext>
            </a:extLst>
          </p:cNvPr>
          <p:cNvGrpSpPr/>
          <p:nvPr/>
        </p:nvGrpSpPr>
        <p:grpSpPr>
          <a:xfrm>
            <a:off x="3664637" y="5193550"/>
            <a:ext cx="696600" cy="657720"/>
            <a:chOff x="3664637" y="5193550"/>
            <a:chExt cx="696600" cy="65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C11E3E1-E466-1493-8AFB-ACD984D061DA}"/>
                    </a:ext>
                  </a:extLst>
                </p14:cNvPr>
                <p14:cNvContentPartPr/>
                <p14:nvPr/>
              </p14:nvContentPartPr>
              <p14:xfrm>
                <a:off x="3664637" y="5476150"/>
                <a:ext cx="101520" cy="105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C11E3E1-E466-1493-8AFB-ACD984D061D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658517" y="5470030"/>
                  <a:ext cx="113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1DF3A74-37EF-8AF4-536D-D066E1DA257F}"/>
                    </a:ext>
                  </a:extLst>
                </p14:cNvPr>
                <p14:cNvContentPartPr/>
                <p14:nvPr/>
              </p14:nvContentPartPr>
              <p14:xfrm>
                <a:off x="3965957" y="5458510"/>
                <a:ext cx="360" cy="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1DF3A74-37EF-8AF4-536D-D066E1DA257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959837" y="54523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5A391CB-0057-CB14-4CB3-25D059A961C0}"/>
                    </a:ext>
                  </a:extLst>
                </p14:cNvPr>
                <p14:cNvContentPartPr/>
                <p14:nvPr/>
              </p14:nvContentPartPr>
              <p14:xfrm>
                <a:off x="3849317" y="5202550"/>
                <a:ext cx="234720" cy="2520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5A391CB-0057-CB14-4CB3-25D059A961C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843197" y="5196430"/>
                  <a:ext cx="246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DC51A0F-46C5-73EC-860E-387D9D8051B5}"/>
                    </a:ext>
                  </a:extLst>
                </p14:cNvPr>
                <p14:cNvContentPartPr/>
                <p14:nvPr/>
              </p14:nvContentPartPr>
              <p14:xfrm>
                <a:off x="3950117" y="5547430"/>
                <a:ext cx="114120" cy="244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DC51A0F-46C5-73EC-860E-387D9D8051B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943997" y="5541310"/>
                  <a:ext cx="126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5B40FBC-EEC1-D145-E887-54A59D4256A5}"/>
                    </a:ext>
                  </a:extLst>
                </p14:cNvPr>
                <p14:cNvContentPartPr/>
                <p14:nvPr/>
              </p14:nvContentPartPr>
              <p14:xfrm>
                <a:off x="3871277" y="5700430"/>
                <a:ext cx="53640" cy="112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5B40FBC-EEC1-D145-E887-54A59D4256A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865157" y="5694310"/>
                  <a:ext cx="65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AC7AD1F-D9F4-A1D4-6485-8DB01359B05B}"/>
                    </a:ext>
                  </a:extLst>
                </p14:cNvPr>
                <p14:cNvContentPartPr/>
                <p14:nvPr/>
              </p14:nvContentPartPr>
              <p14:xfrm>
                <a:off x="3872357" y="5752630"/>
                <a:ext cx="27720" cy="187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AC7AD1F-D9F4-A1D4-6485-8DB01359B05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866237" y="5746510"/>
                  <a:ext cx="39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310E247-6CFB-DB31-52B7-5CBEEC09FAEB}"/>
                    </a:ext>
                  </a:extLst>
                </p14:cNvPr>
                <p14:cNvContentPartPr/>
                <p14:nvPr/>
              </p14:nvContentPartPr>
              <p14:xfrm>
                <a:off x="3789557" y="5634190"/>
                <a:ext cx="109080" cy="184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310E247-6CFB-DB31-52B7-5CBEEC09FAE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783437" y="5628070"/>
                  <a:ext cx="121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F1F23DD-BD61-43E3-0214-CD1C3183FA13}"/>
                    </a:ext>
                  </a:extLst>
                </p14:cNvPr>
                <p14:cNvContentPartPr/>
                <p14:nvPr/>
              </p14:nvContentPartPr>
              <p14:xfrm>
                <a:off x="3887477" y="5742910"/>
                <a:ext cx="35280" cy="1083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F1F23DD-BD61-43E3-0214-CD1C3183FA1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881357" y="5736790"/>
                  <a:ext cx="47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70A83E9-F57A-C5EB-F3DD-993895B208B5}"/>
                    </a:ext>
                  </a:extLst>
                </p14:cNvPr>
                <p14:cNvContentPartPr/>
                <p14:nvPr/>
              </p14:nvContentPartPr>
              <p14:xfrm>
                <a:off x="3926717" y="5702950"/>
                <a:ext cx="78840" cy="961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70A83E9-F57A-C5EB-F3DD-993895B208B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920597" y="5696830"/>
                  <a:ext cx="91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36F8426-F8B0-C04D-D726-A5BAB39E9BB0}"/>
                    </a:ext>
                  </a:extLst>
                </p14:cNvPr>
                <p14:cNvContentPartPr/>
                <p14:nvPr/>
              </p14:nvContentPartPr>
              <p14:xfrm>
                <a:off x="3911597" y="5696110"/>
                <a:ext cx="164880" cy="75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36F8426-F8B0-C04D-D726-A5BAB39E9BB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905477" y="5689990"/>
                  <a:ext cx="177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53F4131-E6DE-8995-18EC-9CB7C6261096}"/>
                    </a:ext>
                  </a:extLst>
                </p14:cNvPr>
                <p14:cNvContentPartPr/>
                <p14:nvPr/>
              </p14:nvContentPartPr>
              <p14:xfrm>
                <a:off x="4214357" y="5193550"/>
                <a:ext cx="146880" cy="2955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53F4131-E6DE-8995-18EC-9CB7C626109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208237" y="5187430"/>
                  <a:ext cx="159120" cy="30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4DD36E1D-0803-C72E-71B2-D69D4AEAAE5A}"/>
                  </a:ext>
                </a:extLst>
              </p14:cNvPr>
              <p14:cNvContentPartPr/>
              <p14:nvPr/>
            </p14:nvContentPartPr>
            <p14:xfrm>
              <a:off x="5141717" y="5241790"/>
              <a:ext cx="237960" cy="24228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4DD36E1D-0803-C72E-71B2-D69D4AEAAE5A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135597" y="5235670"/>
                <a:ext cx="250200" cy="25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EDB20C9-B3E0-7061-9D6B-C05185FA8536}"/>
              </a:ext>
            </a:extLst>
          </p:cNvPr>
          <p:cNvGrpSpPr/>
          <p:nvPr/>
        </p:nvGrpSpPr>
        <p:grpSpPr>
          <a:xfrm>
            <a:off x="4640237" y="5578390"/>
            <a:ext cx="689040" cy="249840"/>
            <a:chOff x="4640237" y="5578390"/>
            <a:chExt cx="68904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ABFDFD2-2360-CF4B-71BB-BC5C2853ED69}"/>
                    </a:ext>
                  </a:extLst>
                </p14:cNvPr>
                <p14:cNvContentPartPr/>
                <p14:nvPr/>
              </p14:nvContentPartPr>
              <p14:xfrm>
                <a:off x="4640237" y="5636710"/>
                <a:ext cx="272520" cy="1544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ABFDFD2-2360-CF4B-71BB-BC5C2853ED6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634117" y="5630590"/>
                  <a:ext cx="284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04FA833-D433-BED8-67CD-EBBEFD13651C}"/>
                    </a:ext>
                  </a:extLst>
                </p14:cNvPr>
                <p14:cNvContentPartPr/>
                <p14:nvPr/>
              </p14:nvContentPartPr>
              <p14:xfrm>
                <a:off x="4931117" y="5617630"/>
                <a:ext cx="123480" cy="145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04FA833-D433-BED8-67CD-EBBEFD13651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924997" y="5611510"/>
                  <a:ext cx="135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3679479-35CB-5405-94C1-56EEAF2322DE}"/>
                    </a:ext>
                  </a:extLst>
                </p14:cNvPr>
                <p14:cNvContentPartPr/>
                <p14:nvPr/>
              </p14:nvContentPartPr>
              <p14:xfrm>
                <a:off x="5166557" y="5578390"/>
                <a:ext cx="140760" cy="1429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3679479-35CB-5405-94C1-56EEAF2322D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160437" y="5572270"/>
                  <a:ext cx="153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0679316-AF48-A3D9-5BB0-54524B3DF1DD}"/>
                    </a:ext>
                  </a:extLst>
                </p14:cNvPr>
                <p14:cNvContentPartPr/>
                <p14:nvPr/>
              </p14:nvContentPartPr>
              <p14:xfrm>
                <a:off x="5255837" y="5624110"/>
                <a:ext cx="360" cy="3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0679316-AF48-A3D9-5BB0-54524B3DF1D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249717" y="56179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B6BF558-F5AF-8CB4-E241-0F66EE077686}"/>
                    </a:ext>
                  </a:extLst>
                </p14:cNvPr>
                <p14:cNvContentPartPr/>
                <p14:nvPr/>
              </p14:nvContentPartPr>
              <p14:xfrm>
                <a:off x="5255837" y="5624110"/>
                <a:ext cx="73440" cy="2041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B6BF558-F5AF-8CB4-E241-0F66EE07768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249717" y="5617990"/>
                  <a:ext cx="8568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66A66477-0613-5B7C-6237-C099B7D95E05}"/>
              </a:ext>
            </a:extLst>
          </p:cNvPr>
          <p:cNvGrpSpPr/>
          <p:nvPr/>
        </p:nvGrpSpPr>
        <p:grpSpPr>
          <a:xfrm>
            <a:off x="6068717" y="4626190"/>
            <a:ext cx="1662120" cy="2312640"/>
            <a:chOff x="6068717" y="4626190"/>
            <a:chExt cx="1662120" cy="23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C001790-43E7-5A4B-EFA4-F9782A96DD6A}"/>
                    </a:ext>
                  </a:extLst>
                </p14:cNvPr>
                <p14:cNvContentPartPr/>
                <p14:nvPr/>
              </p14:nvContentPartPr>
              <p14:xfrm>
                <a:off x="6358517" y="5311990"/>
                <a:ext cx="96120" cy="975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C001790-43E7-5A4B-EFA4-F9782A96DD6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52397" y="5305870"/>
                  <a:ext cx="10836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6667956-7352-72D3-BB4A-CE67E48413F6}"/>
                    </a:ext>
                  </a:extLst>
                </p14:cNvPr>
                <p14:cNvContentPartPr/>
                <p14:nvPr/>
              </p14:nvContentPartPr>
              <p14:xfrm>
                <a:off x="6326117" y="5097070"/>
                <a:ext cx="945000" cy="1352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6667956-7352-72D3-BB4A-CE67E48413F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319997" y="5090950"/>
                  <a:ext cx="957240" cy="13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71DA0EE-7C0E-5D0D-D304-C24DE9C03ED4}"/>
                    </a:ext>
                  </a:extLst>
                </p14:cNvPr>
                <p14:cNvContentPartPr/>
                <p14:nvPr/>
              </p14:nvContentPartPr>
              <p14:xfrm>
                <a:off x="6693677" y="5283190"/>
                <a:ext cx="152280" cy="213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71DA0EE-7C0E-5D0D-D304-C24DE9C03ED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87557" y="5277070"/>
                  <a:ext cx="1645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6846B6C-37A7-182E-0EEB-0F346407DC71}"/>
                    </a:ext>
                  </a:extLst>
                </p14:cNvPr>
                <p14:cNvContentPartPr/>
                <p14:nvPr/>
              </p14:nvContentPartPr>
              <p14:xfrm>
                <a:off x="6708437" y="5602510"/>
                <a:ext cx="173520" cy="153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6846B6C-37A7-182E-0EEB-0F346407DC7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702317" y="5596390"/>
                  <a:ext cx="185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4E529F2-9797-CE19-13CC-A8FA5800BE70}"/>
                    </a:ext>
                  </a:extLst>
                </p14:cNvPr>
                <p14:cNvContentPartPr/>
                <p14:nvPr/>
              </p14:nvContentPartPr>
              <p14:xfrm>
                <a:off x="6776477" y="5857030"/>
                <a:ext cx="124920" cy="148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4E529F2-9797-CE19-13CC-A8FA5800BE7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70357" y="5850910"/>
                  <a:ext cx="137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6D5C20-5CA8-300C-BA62-7F609943E9C8}"/>
                    </a:ext>
                  </a:extLst>
                </p14:cNvPr>
                <p14:cNvContentPartPr/>
                <p14:nvPr/>
              </p14:nvContentPartPr>
              <p14:xfrm>
                <a:off x="6875837" y="6139990"/>
                <a:ext cx="129240" cy="111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6D5C20-5CA8-300C-BA62-7F609943E9C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869717" y="6133870"/>
                  <a:ext cx="141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F19BF6E-1B2D-B040-139C-85479C2BC248}"/>
                    </a:ext>
                  </a:extLst>
                </p14:cNvPr>
                <p14:cNvContentPartPr/>
                <p14:nvPr/>
              </p14:nvContentPartPr>
              <p14:xfrm>
                <a:off x="6955757" y="6329350"/>
                <a:ext cx="120600" cy="132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F19BF6E-1B2D-B040-139C-85479C2BC24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949637" y="6323230"/>
                  <a:ext cx="132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906A829-99C3-27AF-8584-FAC7CCC2A03B}"/>
                    </a:ext>
                  </a:extLst>
                </p14:cNvPr>
                <p14:cNvContentPartPr/>
                <p14:nvPr/>
              </p14:nvContentPartPr>
              <p14:xfrm>
                <a:off x="7075277" y="6544990"/>
                <a:ext cx="95400" cy="148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906A829-99C3-27AF-8584-FAC7CCC2A03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069157" y="6538870"/>
                  <a:ext cx="107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B97AACC-9732-00BC-CF53-AD74471D7513}"/>
                    </a:ext>
                  </a:extLst>
                </p14:cNvPr>
                <p14:cNvContentPartPr/>
                <p14:nvPr/>
              </p14:nvContentPartPr>
              <p14:xfrm>
                <a:off x="7150877" y="6796270"/>
                <a:ext cx="105120" cy="123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B97AACC-9732-00BC-CF53-AD74471D751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144757" y="6790150"/>
                  <a:ext cx="117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A5F9B31-FF29-987D-B7D5-A9F1A82B62A9}"/>
                    </a:ext>
                  </a:extLst>
                </p14:cNvPr>
                <p14:cNvContentPartPr/>
                <p14:nvPr/>
              </p14:nvContentPartPr>
              <p14:xfrm>
                <a:off x="6327197" y="5378950"/>
                <a:ext cx="506880" cy="1246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A5F9B31-FF29-987D-B7D5-A9F1A82B62A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321077" y="5372830"/>
                  <a:ext cx="519120" cy="12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A50D08E-707F-13F8-F4AE-631580D21DC4}"/>
                    </a:ext>
                  </a:extLst>
                </p14:cNvPr>
                <p14:cNvContentPartPr/>
                <p14:nvPr/>
              </p14:nvContentPartPr>
              <p14:xfrm>
                <a:off x="6449957" y="5042350"/>
                <a:ext cx="1127160" cy="1658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A50D08E-707F-13F8-F4AE-631580D21DC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443837" y="5036230"/>
                  <a:ext cx="1139400" cy="16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E83C4C7-FF0C-D413-B36F-DEE3EB952C74}"/>
                    </a:ext>
                  </a:extLst>
                </p14:cNvPr>
                <p14:cNvContentPartPr/>
                <p14:nvPr/>
              </p14:nvContentPartPr>
              <p14:xfrm>
                <a:off x="6872957" y="5239270"/>
                <a:ext cx="743400" cy="107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E83C4C7-FF0C-D413-B36F-DEE3EB952C7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866837" y="5233150"/>
                  <a:ext cx="755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0ACFDD0-9CB5-2505-135A-07755DEDD887}"/>
                    </a:ext>
                  </a:extLst>
                </p14:cNvPr>
                <p14:cNvContentPartPr/>
                <p14:nvPr/>
              </p14:nvContentPartPr>
              <p14:xfrm>
                <a:off x="6952517" y="5176630"/>
                <a:ext cx="547920" cy="5655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0ACFDD0-9CB5-2505-135A-07755DEDD88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946397" y="5170510"/>
                  <a:ext cx="56016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939A2F4-C5E4-E20B-72C5-B76C9164A057}"/>
                    </a:ext>
                  </a:extLst>
                </p14:cNvPr>
                <p14:cNvContentPartPr/>
                <p14:nvPr/>
              </p14:nvContentPartPr>
              <p14:xfrm>
                <a:off x="7046117" y="5409550"/>
                <a:ext cx="563760" cy="653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939A2F4-C5E4-E20B-72C5-B76C9164A05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039997" y="5403430"/>
                  <a:ext cx="57600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22435F5-E8BD-2F63-3DE5-30C8BA295F8B}"/>
                    </a:ext>
                  </a:extLst>
                </p14:cNvPr>
                <p14:cNvContentPartPr/>
                <p14:nvPr/>
              </p14:nvContentPartPr>
              <p14:xfrm>
                <a:off x="7306757" y="5664430"/>
                <a:ext cx="315360" cy="7326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22435F5-E8BD-2F63-3DE5-30C8BA295F8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300637" y="5658310"/>
                  <a:ext cx="32760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C8B2A88-B0B8-3240-BD3A-1AEB3320BBC6}"/>
                    </a:ext>
                  </a:extLst>
                </p14:cNvPr>
                <p14:cNvContentPartPr/>
                <p14:nvPr/>
              </p14:nvContentPartPr>
              <p14:xfrm>
                <a:off x="7428797" y="6258430"/>
                <a:ext cx="302040" cy="6804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C8B2A88-B0B8-3240-BD3A-1AEB3320BBC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422677" y="6252310"/>
                  <a:ext cx="31428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26197C3-8C30-CE1C-2E73-2F6282CA8D86}"/>
                    </a:ext>
                  </a:extLst>
                </p14:cNvPr>
                <p14:cNvContentPartPr/>
                <p14:nvPr/>
              </p14:nvContentPartPr>
              <p14:xfrm>
                <a:off x="7218557" y="4721230"/>
                <a:ext cx="259560" cy="304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26197C3-8C30-CE1C-2E73-2F6282CA8D8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12437" y="4715110"/>
                  <a:ext cx="2718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5BF384A-1C80-3193-73DB-F48A2BB89393}"/>
                    </a:ext>
                  </a:extLst>
                </p14:cNvPr>
                <p14:cNvContentPartPr/>
                <p14:nvPr/>
              </p14:nvContentPartPr>
              <p14:xfrm>
                <a:off x="7515917" y="4626190"/>
                <a:ext cx="102960" cy="89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5BF384A-1C80-3193-73DB-F48A2BB893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509797" y="4620070"/>
                  <a:ext cx="115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8AD6CDC-0CAB-2E8E-4C49-58E5D23606AD}"/>
                    </a:ext>
                  </a:extLst>
                </p14:cNvPr>
                <p14:cNvContentPartPr/>
                <p14:nvPr/>
              </p14:nvContentPartPr>
              <p14:xfrm>
                <a:off x="6068717" y="5275630"/>
                <a:ext cx="75600" cy="241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8AD6CDC-0CAB-2E8E-4C49-58E5D23606A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62597" y="5269510"/>
                  <a:ext cx="87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2ACA4F9-36B8-C27E-A2A1-FD324D3457C7}"/>
                    </a:ext>
                  </a:extLst>
                </p14:cNvPr>
                <p14:cNvContentPartPr/>
                <p14:nvPr/>
              </p14:nvContentPartPr>
              <p14:xfrm>
                <a:off x="6096797" y="5206510"/>
                <a:ext cx="198000" cy="356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2ACA4F9-36B8-C27E-A2A1-FD324D3457C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090677" y="5200390"/>
                  <a:ext cx="210240" cy="36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5463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Neural Language Model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453813" y="5133975"/>
            <a:ext cx="738187" cy="2047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13DD8BE-556E-3440-9013-11CC5588178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DF0F7-BF84-7C48-ACA6-D2CFE14DA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546472"/>
            <a:ext cx="7437309" cy="49959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236" y="1833952"/>
            <a:ext cx="3294695" cy="175925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7512984" y="4210645"/>
            <a:ext cx="46790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concatenate 3  </a:t>
            </a:r>
            <a:r>
              <a:rPr lang="en-US" sz="14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embeddings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for the 3 context words to produce the embedding layer e</a:t>
            </a:r>
            <a:endParaRPr lang="en-IN" sz="14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93544" y="1361806"/>
            <a:ext cx="122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Equations: </a:t>
            </a: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D404B29-EFFC-60B8-2DEF-7329A9609661}"/>
              </a:ext>
            </a:extLst>
          </p:cNvPr>
          <p:cNvGrpSpPr/>
          <p:nvPr/>
        </p:nvGrpSpPr>
        <p:grpSpPr>
          <a:xfrm>
            <a:off x="4884317" y="6328990"/>
            <a:ext cx="205200" cy="328320"/>
            <a:chOff x="4884317" y="6328990"/>
            <a:chExt cx="20520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45495A-7CEF-8CE0-6BE9-2F682A9BFE9B}"/>
                    </a:ext>
                  </a:extLst>
                </p14:cNvPr>
                <p14:cNvContentPartPr/>
                <p14:nvPr/>
              </p14:nvContentPartPr>
              <p14:xfrm>
                <a:off x="4924637" y="6328990"/>
                <a:ext cx="74520" cy="328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45495A-7CEF-8CE0-6BE9-2F682A9BFE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18517" y="6322870"/>
                  <a:ext cx="867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2306295-0500-CF31-889B-397956C474BB}"/>
                    </a:ext>
                  </a:extLst>
                </p14:cNvPr>
                <p14:cNvContentPartPr/>
                <p14:nvPr/>
              </p14:nvContentPartPr>
              <p14:xfrm>
                <a:off x="4884317" y="6579910"/>
                <a:ext cx="205200" cy="75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2306295-0500-CF31-889B-397956C474B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78197" y="6573790"/>
                  <a:ext cx="2174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1BC05B-B5D8-1769-2CBB-27779C8A9DF0}"/>
                    </a:ext>
                  </a:extLst>
                </p14:cNvPr>
                <p14:cNvContentPartPr/>
                <p14:nvPr/>
              </p14:nvContentPartPr>
              <p14:xfrm>
                <a:off x="4887557" y="6380470"/>
                <a:ext cx="165960" cy="138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1BC05B-B5D8-1769-2CBB-27779C8A9DF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81437" y="6374350"/>
                  <a:ext cx="17820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106EE03-E0B6-241D-6FF8-F131E7D10F68}"/>
                  </a:ext>
                </a:extLst>
              </p14:cNvPr>
              <p14:cNvContentPartPr/>
              <p14:nvPr/>
            </p14:nvContentPartPr>
            <p14:xfrm>
              <a:off x="1746557" y="4013830"/>
              <a:ext cx="66960" cy="3664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106EE03-E0B6-241D-6FF8-F131E7D10F6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40437" y="4007710"/>
                <a:ext cx="792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15D897D-AA2F-9C8B-C16F-77EE09AC6C79}"/>
                  </a:ext>
                </a:extLst>
              </p14:cNvPr>
              <p14:cNvContentPartPr/>
              <p14:nvPr/>
            </p14:nvContentPartPr>
            <p14:xfrm>
              <a:off x="1513277" y="2758150"/>
              <a:ext cx="489960" cy="379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15D897D-AA2F-9C8B-C16F-77EE09AC6C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07157" y="2752030"/>
                <a:ext cx="50220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9205088-6CF1-8259-4EAB-DACEF98ECD87}"/>
                  </a:ext>
                </a:extLst>
              </p14:cNvPr>
              <p14:cNvContentPartPr/>
              <p14:nvPr/>
            </p14:nvContentPartPr>
            <p14:xfrm>
              <a:off x="1796597" y="3774070"/>
              <a:ext cx="655200" cy="576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9205088-6CF1-8259-4EAB-DACEF98ECD8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90477" y="3767950"/>
                <a:ext cx="66744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E27976E-74BB-0E64-6740-475319871679}"/>
                  </a:ext>
                </a:extLst>
              </p14:cNvPr>
              <p14:cNvContentPartPr/>
              <p14:nvPr/>
            </p14:nvContentPartPr>
            <p14:xfrm>
              <a:off x="3778397" y="1675630"/>
              <a:ext cx="360" cy="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E27976E-74BB-0E64-6740-4753198716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72277" y="16695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9682FBF-A398-D967-A422-D4ACB89CA82E}"/>
                  </a:ext>
                </a:extLst>
              </p14:cNvPr>
              <p14:cNvContentPartPr/>
              <p14:nvPr/>
            </p14:nvContentPartPr>
            <p14:xfrm>
              <a:off x="9436877" y="948070"/>
              <a:ext cx="63720" cy="4546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9682FBF-A398-D967-A422-D4ACB89CA82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430757" y="941950"/>
                <a:ext cx="7596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EBEA25F-556E-3BAB-C6E8-BA39DC117796}"/>
                  </a:ext>
                </a:extLst>
              </p14:cNvPr>
              <p14:cNvContentPartPr/>
              <p14:nvPr/>
            </p14:nvContentPartPr>
            <p14:xfrm>
              <a:off x="7865117" y="919270"/>
              <a:ext cx="833400" cy="744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EBEA25F-556E-3BAB-C6E8-BA39DC11779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858997" y="913150"/>
                <a:ext cx="845640" cy="75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9B23190-FFCA-A55C-3D20-B5AE6C8C3418}"/>
                  </a:ext>
                </a:extLst>
              </p14:cNvPr>
              <p14:cNvContentPartPr/>
              <p14:nvPr/>
            </p14:nvContentPartPr>
            <p14:xfrm>
              <a:off x="8140157" y="1956070"/>
              <a:ext cx="153000" cy="295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9B23190-FFCA-A55C-3D20-B5AE6C8C341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34037" y="1949950"/>
                <a:ext cx="1652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B16316B-DAE2-E5CD-BE56-5EAA9DEFE251}"/>
                  </a:ext>
                </a:extLst>
              </p14:cNvPr>
              <p14:cNvContentPartPr/>
              <p14:nvPr/>
            </p14:nvContentPartPr>
            <p14:xfrm>
              <a:off x="8353637" y="2061550"/>
              <a:ext cx="117360" cy="155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B16316B-DAE2-E5CD-BE56-5EAA9DEFE25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47517" y="2055430"/>
                <a:ext cx="1296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19E469B-1CA6-A1D6-D8BA-8C7B2AB657D6}"/>
                  </a:ext>
                </a:extLst>
              </p14:cNvPr>
              <p14:cNvContentPartPr/>
              <p14:nvPr/>
            </p14:nvContentPartPr>
            <p14:xfrm>
              <a:off x="8526797" y="1949230"/>
              <a:ext cx="149760" cy="156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19E469B-1CA6-A1D6-D8BA-8C7B2AB657D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520677" y="1943110"/>
                <a:ext cx="162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695BE76-A6A2-36E0-6CF8-13724BA178E4}"/>
                  </a:ext>
                </a:extLst>
              </p14:cNvPr>
              <p14:cNvContentPartPr/>
              <p14:nvPr/>
            </p14:nvContentPartPr>
            <p14:xfrm>
              <a:off x="8666837" y="1916470"/>
              <a:ext cx="225360" cy="1868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695BE76-A6A2-36E0-6CF8-13724BA178E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60717" y="1910350"/>
                <a:ext cx="2376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9E435EE-BC21-B2D8-5F53-DA7B7BB75CDA}"/>
                  </a:ext>
                </a:extLst>
              </p14:cNvPr>
              <p14:cNvContentPartPr/>
              <p14:nvPr/>
            </p14:nvContentPartPr>
            <p14:xfrm>
              <a:off x="7963757" y="699670"/>
              <a:ext cx="2070360" cy="11192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9E435EE-BC21-B2D8-5F53-DA7B7BB75CD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957637" y="693550"/>
                <a:ext cx="2082600" cy="11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022BD5-F31B-2690-E4A3-C1BD35FEB9AF}"/>
                  </a:ext>
                </a:extLst>
              </p14:cNvPr>
              <p14:cNvContentPartPr/>
              <p14:nvPr/>
            </p14:nvContentPartPr>
            <p14:xfrm>
              <a:off x="7909037" y="464230"/>
              <a:ext cx="201960" cy="243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6022BD5-F31B-2690-E4A3-C1BD35FEB9A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02917" y="458110"/>
                <a:ext cx="2142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F924889-DEBB-5E2B-20CD-630F0582359E}"/>
                  </a:ext>
                </a:extLst>
              </p14:cNvPr>
              <p14:cNvContentPartPr/>
              <p14:nvPr/>
            </p14:nvContentPartPr>
            <p14:xfrm>
              <a:off x="8162837" y="472870"/>
              <a:ext cx="145440" cy="167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F924889-DEBB-5E2B-20CD-630F0582359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156717" y="466750"/>
                <a:ext cx="1576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2B3EB53-EE91-AA36-C754-09967788F6EA}"/>
                  </a:ext>
                </a:extLst>
              </p14:cNvPr>
              <p14:cNvContentPartPr/>
              <p14:nvPr/>
            </p14:nvContentPartPr>
            <p14:xfrm>
              <a:off x="8272997" y="442990"/>
              <a:ext cx="237240" cy="221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2B3EB53-EE91-AA36-C754-09967788F6E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66877" y="436870"/>
                <a:ext cx="2494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12B7B4-410A-0B2B-AAC8-AAA5DA7DBB1A}"/>
                  </a:ext>
                </a:extLst>
              </p14:cNvPr>
              <p14:cNvContentPartPr/>
              <p14:nvPr/>
            </p14:nvContentPartPr>
            <p14:xfrm>
              <a:off x="6791237" y="493750"/>
              <a:ext cx="50400" cy="299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12B7B4-410A-0B2B-AAC8-AAA5DA7DBB1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785117" y="487630"/>
                <a:ext cx="6264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D474E6-8D46-42F3-C0FB-A7E63D2B5479}"/>
                  </a:ext>
                </a:extLst>
              </p14:cNvPr>
              <p14:cNvContentPartPr/>
              <p14:nvPr/>
            </p14:nvContentPartPr>
            <p14:xfrm>
              <a:off x="6935957" y="618670"/>
              <a:ext cx="95400" cy="152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D474E6-8D46-42F3-C0FB-A7E63D2B547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929837" y="612550"/>
                <a:ext cx="1076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9828FA-DBD3-61A0-933A-A6DD8D59E4AA}"/>
                  </a:ext>
                </a:extLst>
              </p14:cNvPr>
              <p14:cNvContentPartPr/>
              <p14:nvPr/>
            </p14:nvContentPartPr>
            <p14:xfrm>
              <a:off x="7182557" y="572950"/>
              <a:ext cx="184320" cy="170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9828FA-DBD3-61A0-933A-A6DD8D59E4A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176437" y="566830"/>
                <a:ext cx="1965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85168C0-9E88-A55F-C2D9-439E8A08124A}"/>
                  </a:ext>
                </a:extLst>
              </p14:cNvPr>
              <p14:cNvContentPartPr/>
              <p14:nvPr/>
            </p14:nvContentPartPr>
            <p14:xfrm>
              <a:off x="7390637" y="598150"/>
              <a:ext cx="198720" cy="128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85168C0-9E88-A55F-C2D9-439E8A08124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384517" y="592030"/>
                <a:ext cx="21096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843AF26-159A-5E86-B668-2A4353571F68}"/>
                  </a:ext>
                </a:extLst>
              </p14:cNvPr>
              <p14:cNvContentPartPr/>
              <p14:nvPr/>
            </p14:nvContentPartPr>
            <p14:xfrm>
              <a:off x="6647957" y="257230"/>
              <a:ext cx="963720" cy="798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843AF26-159A-5E86-B668-2A4353571F6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41837" y="251110"/>
                <a:ext cx="975960" cy="8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52EF01F-97EB-24AB-85C0-E9B8E3E27025}"/>
                  </a:ext>
                </a:extLst>
              </p14:cNvPr>
              <p14:cNvContentPartPr/>
              <p14:nvPr/>
            </p14:nvContentPartPr>
            <p14:xfrm>
              <a:off x="7032437" y="946990"/>
              <a:ext cx="265680" cy="106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52EF01F-97EB-24AB-85C0-E9B8E3E2702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026317" y="940870"/>
                <a:ext cx="2779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33CAD3-7A77-A9AD-0943-330479F250DE}"/>
                  </a:ext>
                </a:extLst>
              </p14:cNvPr>
              <p14:cNvContentPartPr/>
              <p14:nvPr/>
            </p14:nvContentPartPr>
            <p14:xfrm>
              <a:off x="6079877" y="503110"/>
              <a:ext cx="94320" cy="364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33CAD3-7A77-A9AD-0943-330479F250D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073757" y="496990"/>
                <a:ext cx="10656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0DC15A-A7B1-6F1E-30EB-036E645034EB}"/>
                  </a:ext>
                </a:extLst>
              </p14:cNvPr>
              <p14:cNvContentPartPr/>
              <p14:nvPr/>
            </p14:nvContentPartPr>
            <p14:xfrm>
              <a:off x="5949917" y="782470"/>
              <a:ext cx="331560" cy="77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0DC15A-A7B1-6F1E-30EB-036E645034E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943797" y="776350"/>
                <a:ext cx="3438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38F613A-0017-F843-8B74-0596FF307FA2}"/>
                  </a:ext>
                </a:extLst>
              </p14:cNvPr>
              <p14:cNvContentPartPr/>
              <p14:nvPr/>
            </p14:nvContentPartPr>
            <p14:xfrm>
              <a:off x="5977277" y="525070"/>
              <a:ext cx="230400" cy="148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38F613A-0017-F843-8B74-0596FF307FA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971157" y="518950"/>
                <a:ext cx="2426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145CE3F-F93C-F968-6BBE-D50C5EF84AE7}"/>
                  </a:ext>
                </a:extLst>
              </p14:cNvPr>
              <p14:cNvContentPartPr/>
              <p14:nvPr/>
            </p14:nvContentPartPr>
            <p14:xfrm>
              <a:off x="5864237" y="315910"/>
              <a:ext cx="622440" cy="769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145CE3F-F93C-F968-6BBE-D50C5EF84AE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858117" y="309790"/>
                <a:ext cx="63468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1934BDC-1A65-0A55-E1A5-3EB666AA4EE5}"/>
                  </a:ext>
                </a:extLst>
              </p14:cNvPr>
              <p14:cNvContentPartPr/>
              <p14:nvPr/>
            </p14:nvContentPartPr>
            <p14:xfrm>
              <a:off x="6280397" y="946270"/>
              <a:ext cx="43920" cy="28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1934BDC-1A65-0A55-E1A5-3EB666AA4EE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274277" y="940150"/>
                <a:ext cx="561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BB25C08-32A9-6A51-0C46-18160B785B43}"/>
                  </a:ext>
                </a:extLst>
              </p14:cNvPr>
              <p14:cNvContentPartPr/>
              <p14:nvPr/>
            </p14:nvContentPartPr>
            <p14:xfrm>
              <a:off x="6133157" y="961390"/>
              <a:ext cx="119160" cy="67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BB25C08-32A9-6A51-0C46-18160B785B4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127037" y="955270"/>
                <a:ext cx="1314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BE91CFF-3B7B-C6AF-C59F-FAD2026F8C87}"/>
                  </a:ext>
                </a:extLst>
              </p14:cNvPr>
              <p14:cNvContentPartPr/>
              <p14:nvPr/>
            </p14:nvContentPartPr>
            <p14:xfrm>
              <a:off x="6110837" y="997030"/>
              <a:ext cx="167760" cy="74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BE91CFF-3B7B-C6AF-C59F-FAD2026F8C8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104717" y="990910"/>
                <a:ext cx="1800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38C4F39-567E-4EB2-4644-2F8D7B1FFEC9}"/>
                  </a:ext>
                </a:extLst>
              </p14:cNvPr>
              <p14:cNvContentPartPr/>
              <p14:nvPr/>
            </p14:nvContentPartPr>
            <p14:xfrm>
              <a:off x="7209557" y="838630"/>
              <a:ext cx="162720" cy="2120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38C4F39-567E-4EB2-4644-2F8D7B1FFEC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203437" y="832510"/>
                <a:ext cx="1749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8A7E5C3-637B-1544-6CD3-D4151D40FF57}"/>
                  </a:ext>
                </a:extLst>
              </p14:cNvPr>
              <p14:cNvContentPartPr/>
              <p14:nvPr/>
            </p14:nvContentPartPr>
            <p14:xfrm>
              <a:off x="7391717" y="861670"/>
              <a:ext cx="42840" cy="1767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8A7E5C3-637B-1544-6CD3-D4151D40FF5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385597" y="855550"/>
                <a:ext cx="550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C4CE441-04BA-5D17-E953-CA4967C209DE}"/>
                  </a:ext>
                </a:extLst>
              </p14:cNvPr>
              <p14:cNvContentPartPr/>
              <p14:nvPr/>
            </p14:nvContentPartPr>
            <p14:xfrm>
              <a:off x="7248797" y="1052470"/>
              <a:ext cx="157320" cy="342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C4CE441-04BA-5D17-E953-CA4967C209D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242677" y="1046350"/>
                <a:ext cx="1695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42A6FFB-6ECE-103E-B049-B9272402E7FE}"/>
                  </a:ext>
                </a:extLst>
              </p14:cNvPr>
              <p14:cNvContentPartPr/>
              <p14:nvPr/>
            </p14:nvContentPartPr>
            <p14:xfrm>
              <a:off x="7443917" y="1000270"/>
              <a:ext cx="48240" cy="114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42A6FFB-6ECE-103E-B049-B9272402E7F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437797" y="994150"/>
                <a:ext cx="604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F4AE5F4-437E-B265-F48F-004B419ABC0A}"/>
                  </a:ext>
                </a:extLst>
              </p14:cNvPr>
              <p14:cNvContentPartPr/>
              <p14:nvPr/>
            </p14:nvContentPartPr>
            <p14:xfrm>
              <a:off x="7327277" y="1273870"/>
              <a:ext cx="271800" cy="79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F4AE5F4-437E-B265-F48F-004B419ABC0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321157" y="1267750"/>
                <a:ext cx="2840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BE175F5-5D71-5F42-C564-182B127FB9BC}"/>
                  </a:ext>
                </a:extLst>
              </p14:cNvPr>
              <p14:cNvContentPartPr/>
              <p14:nvPr/>
            </p14:nvContentPartPr>
            <p14:xfrm>
              <a:off x="8232677" y="1164430"/>
              <a:ext cx="24480" cy="176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BE175F5-5D71-5F42-C564-182B127FB9B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226557" y="1158310"/>
                <a:ext cx="367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3E252D-9643-5F6D-A6D8-A54CA2E2ABDF}"/>
                  </a:ext>
                </a:extLst>
              </p14:cNvPr>
              <p14:cNvContentPartPr/>
              <p14:nvPr/>
            </p14:nvContentPartPr>
            <p14:xfrm>
              <a:off x="8096597" y="1083070"/>
              <a:ext cx="235800" cy="283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3E252D-9643-5F6D-A6D8-A54CA2E2ABD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090477" y="1076950"/>
                <a:ext cx="2480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9C7EDE7-BD06-74D5-62EF-0F2DB3A84A46}"/>
                  </a:ext>
                </a:extLst>
              </p14:cNvPr>
              <p14:cNvContentPartPr/>
              <p14:nvPr/>
            </p14:nvContentPartPr>
            <p14:xfrm>
              <a:off x="8157437" y="1114750"/>
              <a:ext cx="216000" cy="864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9C7EDE7-BD06-74D5-62EF-0F2DB3A84A4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151317" y="1108630"/>
                <a:ext cx="228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78AAAB6-A684-D56E-7BF8-F17173416AB4}"/>
                  </a:ext>
                </a:extLst>
              </p14:cNvPr>
              <p14:cNvContentPartPr/>
              <p14:nvPr/>
            </p14:nvContentPartPr>
            <p14:xfrm>
              <a:off x="8191277" y="1440550"/>
              <a:ext cx="218160" cy="385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78AAAB6-A684-D56E-7BF8-F17173416AB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185157" y="1434430"/>
                <a:ext cx="2304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F18741-148D-7D15-8412-66058814383B}"/>
                  </a:ext>
                </a:extLst>
              </p14:cNvPr>
              <p14:cNvContentPartPr/>
              <p14:nvPr/>
            </p14:nvContentPartPr>
            <p14:xfrm>
              <a:off x="9481517" y="967510"/>
              <a:ext cx="29880" cy="300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F18741-148D-7D15-8412-66058814383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475397" y="961390"/>
                <a:ext cx="421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1843F4D-AC20-B899-7D2F-F4FC6F78C18E}"/>
                  </a:ext>
                </a:extLst>
              </p14:cNvPr>
              <p14:cNvContentPartPr/>
              <p14:nvPr/>
            </p14:nvContentPartPr>
            <p14:xfrm>
              <a:off x="9297197" y="928990"/>
              <a:ext cx="627480" cy="481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1843F4D-AC20-B899-7D2F-F4FC6F78C18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291077" y="922870"/>
                <a:ext cx="63972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ECE5798-1608-25D5-F1B0-7901E12ACC6D}"/>
                  </a:ext>
                </a:extLst>
              </p14:cNvPr>
              <p14:cNvContentPartPr/>
              <p14:nvPr/>
            </p14:nvContentPartPr>
            <p14:xfrm>
              <a:off x="9608957" y="1141390"/>
              <a:ext cx="165240" cy="138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ECE5798-1608-25D5-F1B0-7901E12ACC6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602837" y="1135270"/>
                <a:ext cx="1774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17779CD-5A69-2F9E-A0D7-040D1279512A}"/>
                  </a:ext>
                </a:extLst>
              </p14:cNvPr>
              <p14:cNvContentPartPr/>
              <p14:nvPr/>
            </p14:nvContentPartPr>
            <p14:xfrm>
              <a:off x="9860597" y="1070830"/>
              <a:ext cx="129240" cy="1209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17779CD-5A69-2F9E-A0D7-040D1279512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854477" y="1064710"/>
                <a:ext cx="1414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F88D2F4-B43C-FB18-6A9A-4983D2926F50}"/>
                  </a:ext>
                </a:extLst>
              </p14:cNvPr>
              <p14:cNvContentPartPr/>
              <p14:nvPr/>
            </p14:nvContentPartPr>
            <p14:xfrm>
              <a:off x="9988037" y="1111510"/>
              <a:ext cx="360" cy="3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F88D2F4-B43C-FB18-6A9A-4983D2926F5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81917" y="11053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755821D-42E7-3A96-709E-C9DB0ADAD026}"/>
                  </a:ext>
                </a:extLst>
              </p14:cNvPr>
              <p14:cNvContentPartPr/>
              <p14:nvPr/>
            </p14:nvContentPartPr>
            <p14:xfrm>
              <a:off x="9988037" y="1043110"/>
              <a:ext cx="333000" cy="1958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755821D-42E7-3A96-709E-C9DB0ADAD0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981917" y="1036990"/>
                <a:ext cx="3452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3F71512-305A-A632-AA69-D8519E6D5196}"/>
                  </a:ext>
                </a:extLst>
              </p14:cNvPr>
              <p14:cNvContentPartPr/>
              <p14:nvPr/>
            </p14:nvContentPartPr>
            <p14:xfrm>
              <a:off x="9031517" y="1747630"/>
              <a:ext cx="60120" cy="68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3F71512-305A-A632-AA69-D8519E6D519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025397" y="1741510"/>
                <a:ext cx="7236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A5DFED3-BE37-9CD5-D3F8-6FF580987679}"/>
                  </a:ext>
                </a:extLst>
              </p14:cNvPr>
              <p14:cNvContentPartPr/>
              <p14:nvPr/>
            </p14:nvContentPartPr>
            <p14:xfrm>
              <a:off x="7748117" y="1786870"/>
              <a:ext cx="1343160" cy="7959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A5DFED3-BE37-9CD5-D3F8-6FF58098767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741997" y="1780750"/>
                <a:ext cx="1355400" cy="8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A91B436-37B5-C75B-A2D3-31BE551BFFA9}"/>
                  </a:ext>
                </a:extLst>
              </p14:cNvPr>
              <p14:cNvContentPartPr/>
              <p14:nvPr/>
            </p14:nvContentPartPr>
            <p14:xfrm>
              <a:off x="8374517" y="2564830"/>
              <a:ext cx="5760" cy="111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A91B436-37B5-C75B-A2D3-31BE551BFFA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68397" y="2558710"/>
                <a:ext cx="180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19B2324F-2B25-9062-5FE3-7D8CEA4D4355}"/>
              </a:ext>
            </a:extLst>
          </p:cNvPr>
          <p:cNvGrpSpPr/>
          <p:nvPr/>
        </p:nvGrpSpPr>
        <p:grpSpPr>
          <a:xfrm>
            <a:off x="9449837" y="1618030"/>
            <a:ext cx="821880" cy="488520"/>
            <a:chOff x="9449837" y="1618030"/>
            <a:chExt cx="82188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5AEEEB5-281C-807F-696E-63B70087B860}"/>
                    </a:ext>
                  </a:extLst>
                </p14:cNvPr>
                <p14:cNvContentPartPr/>
                <p14:nvPr/>
              </p14:nvContentPartPr>
              <p14:xfrm>
                <a:off x="9544157" y="1715950"/>
                <a:ext cx="43560" cy="344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5AEEEB5-281C-807F-696E-63B70087B8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38037" y="1709830"/>
                  <a:ext cx="558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D2BB27C-B585-1B63-DC5C-7F5B04336F51}"/>
                    </a:ext>
                  </a:extLst>
                </p14:cNvPr>
                <p14:cNvContentPartPr/>
                <p14:nvPr/>
              </p14:nvContentPartPr>
              <p14:xfrm>
                <a:off x="9602477" y="1738990"/>
                <a:ext cx="192240" cy="177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D2BB27C-B585-1B63-DC5C-7F5B04336F5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96357" y="1732870"/>
                  <a:ext cx="204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7D7838-2340-EB81-B7DF-B8D0869A3E72}"/>
                    </a:ext>
                  </a:extLst>
                </p14:cNvPr>
                <p14:cNvContentPartPr/>
                <p14:nvPr/>
              </p14:nvContentPartPr>
              <p14:xfrm>
                <a:off x="9825677" y="1725670"/>
                <a:ext cx="289800" cy="193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7D7838-2340-EB81-B7DF-B8D0869A3E7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19557" y="1719550"/>
                  <a:ext cx="302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1F4D18-8D6F-C5A9-EDEE-484B57542E4D}"/>
                    </a:ext>
                  </a:extLst>
                </p14:cNvPr>
                <p14:cNvContentPartPr/>
                <p14:nvPr/>
              </p14:nvContentPartPr>
              <p14:xfrm>
                <a:off x="9449837" y="1618030"/>
                <a:ext cx="821880" cy="488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1F4D18-8D6F-C5A9-EDEE-484B57542E4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43717" y="1611910"/>
                  <a:ext cx="83412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3F8C62-9D3A-B24B-9E11-D9D64DF29C8C}"/>
                    </a:ext>
                  </a:extLst>
                </p14:cNvPr>
                <p14:cNvContentPartPr/>
                <p14:nvPr/>
              </p14:nvContentPartPr>
              <p14:xfrm>
                <a:off x="10070837" y="1912150"/>
                <a:ext cx="16560" cy="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3F8C62-9D3A-B24B-9E11-D9D64DF29C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64717" y="1906030"/>
                  <a:ext cx="2880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00AB02-0397-FEF4-5638-2B9205438395}"/>
                  </a:ext>
                </a:extLst>
              </p14:cNvPr>
              <p14:cNvContentPartPr/>
              <p14:nvPr/>
            </p14:nvContentPartPr>
            <p14:xfrm>
              <a:off x="8549837" y="3140110"/>
              <a:ext cx="360" cy="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00AB02-0397-FEF4-5638-2B920543839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43717" y="313399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2313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0"/>
                <a:ext cx="12192000" cy="5440252"/>
              </a:xfrm>
            </p:spPr>
            <p:txBody>
              <a:bodyPr/>
              <a:lstStyle/>
              <a:p>
                <a:r>
                  <a:rPr lang="en-US" sz="2000" dirty="0"/>
                  <a:t>Input a very long text, concatenating all the sentences</a:t>
                </a:r>
              </a:p>
              <a:p>
                <a:r>
                  <a:rPr lang="en-US" sz="2000" dirty="0"/>
                  <a:t>Starting with random weights</a:t>
                </a:r>
              </a:p>
              <a:p>
                <a:r>
                  <a:rPr lang="en-US" sz="2000" dirty="0"/>
                  <a:t>Iteratively moving through the text predicting each word </a:t>
                </a:r>
                <a:r>
                  <a:rPr lang="en-US" sz="2000" dirty="0" err="1"/>
                  <a:t>w</a:t>
                </a:r>
                <a:r>
                  <a:rPr lang="en-US" sz="2000" baseline="-25000" dirty="0" err="1"/>
                  <a:t>t</a:t>
                </a:r>
                <a:r>
                  <a:rPr lang="en-US" sz="2000" baseline="-25000" dirty="0"/>
                  <a:t> </a:t>
                </a:r>
              </a:p>
              <a:p>
                <a:r>
                  <a:rPr lang="en-US" sz="2000" dirty="0"/>
                  <a:t>For language modeling, the classes are the words in the vocabulary,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  <a:r>
                  <a:rPr lang="en-US" sz="2000" dirty="0" err="1"/>
                  <a:t>y</a:t>
                </a:r>
                <a:r>
                  <a:rPr lang="en-US" sz="2000" baseline="-25000" dirty="0" err="1"/>
                  <a:t>i</a:t>
                </a:r>
                <a:r>
                  <a:rPr lang="en-US" sz="2000" dirty="0"/>
                  <a:t> – hat =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charset="0"/>
                      </a:rPr>
                      <m:t>𝑷</m:t>
                    </m:r>
                    <m:r>
                      <a:rPr lang="en-US" sz="2000" b="1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>
                            <a:latin typeface="Cambria Math" charset="0"/>
                          </a:rPr>
                          <m:t>𝒕</m:t>
                        </m:r>
                      </m:sub>
                    </m:sSub>
                    <m:r>
                      <a:rPr lang="en-US" sz="2000" b="1" i="1">
                        <a:latin typeface="Cambria Math" charset="0"/>
                      </a:rPr>
                      <m:t>|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>
                            <a:latin typeface="Cambria Math" charset="0"/>
                          </a:rPr>
                          <m:t>𝒕</m:t>
                        </m:r>
                        <m:r>
                          <a:rPr lang="en-US" sz="2000" b="1" i="1">
                            <a:latin typeface="Cambria Math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charset="0"/>
                          </a:rPr>
                          <m:t>𝒏</m:t>
                        </m:r>
                      </m:sub>
                    </m:sSub>
                    <m:r>
                      <a:rPr lang="en-US" sz="2000" b="1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>
                            <a:latin typeface="Cambria Math" charset="0"/>
                          </a:rPr>
                          <m:t>𝒕</m:t>
                        </m:r>
                        <m:r>
                          <a:rPr lang="en-US" sz="2000" b="1" i="1">
                            <a:latin typeface="Cambria Math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charset="0"/>
                          </a:rPr>
                          <m:t>𝒏</m:t>
                        </m:r>
                        <m:r>
                          <a:rPr lang="en-US" sz="2000" b="1" i="1">
                            <a:latin typeface="Cambria Math" charset="0"/>
                          </a:rPr>
                          <m:t>+</m:t>
                        </m:r>
                        <m:r>
                          <a:rPr lang="en-US" sz="2000" b="1" i="1"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2000" b="1" i="1">
                        <a:latin typeface="Cambria Math" charset="0"/>
                      </a:rPr>
                      <m:t>, …, 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>
                            <a:latin typeface="Cambria Math" charset="0"/>
                          </a:rPr>
                          <m:t>𝒕</m:t>
                        </m:r>
                        <m:r>
                          <a:rPr lang="en-US" sz="2000" b="1" i="1">
                            <a:latin typeface="Cambria Math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2000" b="1" i="1">
                        <a:latin typeface="Cambria Math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At each word </a:t>
                </a:r>
                <a:r>
                  <a:rPr lang="en-US" sz="2000" dirty="0" err="1"/>
                  <a:t>w</a:t>
                </a:r>
                <a:r>
                  <a:rPr lang="en-US" sz="2000" baseline="-25000" dirty="0" err="1"/>
                  <a:t>t</a:t>
                </a:r>
                <a:r>
                  <a:rPr lang="en-US" sz="2000" dirty="0"/>
                  <a:t> , we use the cross-entropy (negative </a:t>
                </a:r>
                <a:r>
                  <a:rPr lang="en-IN" sz="2000" dirty="0"/>
                  <a:t>log likelihood) loss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Gradient Descent update: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This gradient can be computed in any standard neural network framework which will then </a:t>
                </a:r>
                <a:r>
                  <a:rPr lang="en-US" sz="2000" dirty="0" err="1"/>
                  <a:t>backpropagate</a:t>
                </a:r>
                <a:r>
                  <a:rPr lang="en-US" sz="2000" dirty="0"/>
                  <a:t> through </a:t>
                </a:r>
                <a:r>
                  <a:rPr lang="en-US" sz="2000" dirty="0">
                    <a:sym typeface="Symbol" panose="05050102010706020507" pitchFamily="18" charset="2"/>
                  </a:rPr>
                  <a:t></a:t>
                </a:r>
                <a:r>
                  <a:rPr lang="en-US" sz="2000" dirty="0"/>
                  <a:t> = E, W, U, b.</a:t>
                </a:r>
                <a:endParaRPr lang="en-IN" sz="2000" dirty="0"/>
              </a:p>
              <a:p>
                <a:endParaRPr lang="en-IN" sz="2000" dirty="0"/>
              </a:p>
              <a:p>
                <a:endParaRPr lang="en-US" sz="2000" dirty="0"/>
              </a:p>
              <a:p>
                <a:endParaRPr lang="en-IN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0"/>
                <a:ext cx="12192000" cy="5440252"/>
              </a:xfrm>
              <a:blipFill rotWithShape="0">
                <a:blip r:embed="rId2"/>
                <a:stretch>
                  <a:fillRect l="-450" t="-6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675" y="4442977"/>
            <a:ext cx="4463053" cy="646504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26266" y="3683481"/>
            <a:ext cx="9695265" cy="630092"/>
            <a:chOff x="873995" y="3683481"/>
            <a:chExt cx="9695265" cy="63009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95" y="3683481"/>
              <a:ext cx="5024936" cy="49912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21410" y="3705158"/>
              <a:ext cx="3847850" cy="608415"/>
            </a:xfrm>
            <a:prstGeom prst="rect">
              <a:avLst/>
            </a:prstGeom>
          </p:spPr>
        </p:pic>
        <p:sp>
          <p:nvSpPr>
            <p:cNvPr id="8" name="Right Arrow 7"/>
            <p:cNvSpPr/>
            <p:nvPr/>
          </p:nvSpPr>
          <p:spPr>
            <a:xfrm>
              <a:off x="6119256" y="3745884"/>
              <a:ext cx="278799" cy="20059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Training the neural language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056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CH-7 - </a:t>
            </a:r>
            <a:r>
              <a:rPr lang="en-IN" dirty="0"/>
              <a:t>Speech and Language Processing by Daniel </a:t>
            </a:r>
            <a:r>
              <a:rPr lang="en-IN" dirty="0" err="1"/>
              <a:t>Jurafsky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7289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35127351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28" ma:contentTypeDescription="Create a new document." ma:contentTypeScope="" ma:versionID="3d53ea8c32564d09b7e82dbdc6bb24a4">
  <xsd:schema xmlns:xsd="http://www.w3.org/2001/XMLSchema" xmlns:xs="http://www.w3.org/2001/XMLSchema" xmlns:p="http://schemas.microsoft.com/office/2006/metadata/properties" xmlns:ns2="15d03a25-cda5-4943-9684-7d18d97bb3bc" targetNamespace="http://schemas.microsoft.com/office/2006/metadata/properties" ma:root="true" ma:fieldsID="433e705946a9d0e3592fcd5bee88941e" ns2:_="">
    <xsd:import namespace="15d03a25-cda5-4943-9684-7d18d97bb3b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9FE7D2FF-7ED9-4FE5-9BE0-28F244D4E059}"/>
</file>

<file path=customXml/itemProps2.xml><?xml version="1.0" encoding="utf-8"?>
<ds:datastoreItem xmlns:ds="http://schemas.openxmlformats.org/officeDocument/2006/customXml" ds:itemID="{FCA6D967-1689-4566-A2F4-A1C0A9352931}"/>
</file>

<file path=customXml/itemProps3.xml><?xml version="1.0" encoding="utf-8"?>
<ds:datastoreItem xmlns:ds="http://schemas.openxmlformats.org/officeDocument/2006/customXml" ds:itemID="{402F10E9-4CC7-4CA7-ABC4-28CDD4DA9170}"/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830</Words>
  <Application>Microsoft Office PowerPoint</Application>
  <PresentationFormat>Widescreen</PresentationFormat>
  <Paragraphs>115</Paragraphs>
  <Slides>18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Calibri</vt:lpstr>
      <vt:lpstr>Cambria</vt:lpstr>
      <vt:lpstr>Cambria Math</vt:lpstr>
      <vt:lpstr>Lucida Sans Unicode</vt:lpstr>
      <vt:lpstr>NimbusRomNo9L-Regu</vt:lpstr>
      <vt:lpstr>NimbusRomNo9L-ReguItal</vt:lpstr>
      <vt:lpstr>Symbol</vt:lpstr>
      <vt:lpstr>Tahoma</vt:lpstr>
      <vt:lpstr>Times New Roman</vt:lpstr>
      <vt:lpstr>Wingdings</vt:lpstr>
      <vt:lpstr>2_Office Theme</vt:lpstr>
      <vt:lpstr>Equation</vt:lpstr>
      <vt:lpstr>Natural Language Processing </vt:lpstr>
      <vt:lpstr>PowerPoint Presentation</vt:lpstr>
      <vt:lpstr>PowerPoint Presentation</vt:lpstr>
      <vt:lpstr>Probabilistic Language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VIJAYALAKSHMI ANAND .</cp:lastModifiedBy>
  <cp:revision>3</cp:revision>
  <dcterms:created xsi:type="dcterms:W3CDTF">2022-12-03T04:45:20Z</dcterms:created>
  <dcterms:modified xsi:type="dcterms:W3CDTF">2026-05-31T09:59:38Z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