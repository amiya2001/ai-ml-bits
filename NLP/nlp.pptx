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72A3E-D566-853C-7668-4DE4C4864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4E5A2-65A6-9461-38A9-D2939B4B0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9EC26-B6DD-5081-49B8-492911D1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DE78-EEB1-4BD7-A04D-C166EEA715EE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9DD42-F2E4-7514-AB91-AE2E48CB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B6DB7-52D0-21C8-65B3-01453117C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E37B2-419B-49D6-B446-FF66BA36A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517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D60FB-7637-FF41-8BA5-6FE8DFC5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1043E-A8A0-C6A3-2951-7E5177C98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F63D6-A03F-371A-5158-6FF4AF20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DE78-EEB1-4BD7-A04D-C166EEA715EE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4C396-8C9E-6C2D-9EE8-BFDC500A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AF6ED-9C11-159F-C7EF-3CE16E389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E37B2-419B-49D6-B446-FF66BA36A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162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689A-0A74-21DE-DB99-5975E698B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18945-67F5-98EB-35DB-B01D1E1A5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941C5-A708-F93A-81BD-45E5E231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DE78-EEB1-4BD7-A04D-C166EEA715EE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7B32-BD9B-0E39-71D2-35347287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26FCF-27F3-D69C-0252-C918C92D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E37B2-419B-49D6-B446-FF66BA36A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244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5C4F-7AF6-A385-9359-2975B6EE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9B212-90C8-43EE-D6D5-6B30A8D3C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3B940-D22D-8023-7894-FD6D70B18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9A7FA-99D4-FAB3-9B70-309E4337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DE78-EEB1-4BD7-A04D-C166EEA715EE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E96A1-B58C-617E-9BCE-BB932F66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DC6B1-3DC4-C568-2DCA-144574BF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E37B2-419B-49D6-B446-FF66BA36A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24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8950-2E5E-B7D7-5FAB-907D24492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2B931-4339-0389-A069-DC9831065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18B98-B2B0-1A14-EEFD-B0C142263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327D1E-E644-A6CF-F7C0-07167BCB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75E6C-1730-87C1-A3B2-F3B26227E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EE6937-B895-75BC-CA8E-CC9472AB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DE78-EEB1-4BD7-A04D-C166EEA715EE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2D611-6E0A-A658-EAEE-4E94A0BD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2200A-B105-433F-0E52-BE2E327D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E37B2-419B-49D6-B446-FF66BA36A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490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388FB-5AC7-3AF4-D3E6-699127894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7C62B-D9D2-C4D0-0569-BEE3E8458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DE78-EEB1-4BD7-A04D-C166EEA715EE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1CB67-A15D-E69B-F6DB-FB6C4E5A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82E4E-2AEB-3101-1669-F7DA97F63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E37B2-419B-49D6-B446-FF66BA36A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32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C571D7-088B-4DB0-F9F7-7C962DD84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DE78-EEB1-4BD7-A04D-C166EEA715EE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7791-AFCF-ECA7-53D6-D5B65AC2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32BB3-8510-8FC7-6C48-D466688A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E37B2-419B-49D6-B446-FF66BA36A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37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3059-4CF1-9AED-D338-B1339E22F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2FF9-C407-75F8-073A-777FCAAEC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7D9F8-74E8-9C81-62D5-8D491B274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68269-F7E9-2C81-3440-8279C4E3D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DE78-EEB1-4BD7-A04D-C166EEA715EE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C7507-AEE1-8B01-F918-E1690E888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31A41-CBB6-9308-207C-6CB8D772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E37B2-419B-49D6-B446-FF66BA36A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527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655A-9D44-1792-5A01-9707DF115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D5F5B7-D803-7828-59AD-AC818F866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5669E-8A4A-D55F-8C20-4E65815D2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3B8A8-90F3-91ED-6CD0-794F81BB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DE78-EEB1-4BD7-A04D-C166EEA715EE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8D0D7-3BBB-C44F-CEB0-176CEDD4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C1E7-2101-8449-69A4-DAC548438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E37B2-419B-49D6-B446-FF66BA36A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076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349DC-EE2D-B938-7BD1-7DD9A6B6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111BA-CA0C-5FC6-92FC-E7F366AA7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8EF95-8D0E-0A39-C7CA-60D49D50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DE78-EEB1-4BD7-A04D-C166EEA715EE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BB70-05D4-9F3A-8E0E-E3453D16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89563-3C9C-43D7-BEED-D48DC964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E37B2-419B-49D6-B446-FF66BA36A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43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BCCE5-83B2-9A8A-79F1-9F9AF4ECF1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CFE2A-2347-F8E4-3B24-DDF661684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163BF-211A-08D2-BF63-4968528E9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DE78-EEB1-4BD7-A04D-C166EEA715EE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0CCC2-8438-EFA0-E5D3-3139C7DAF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3A091-C8FE-124A-7062-BEC50EC9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E37B2-419B-49D6-B446-FF66BA36A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63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92101D-AF72-3A4A-528C-82D9DB7FB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EF7E4-4E0A-3948-F353-A60488286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1DBCD-2808-D508-7FF9-43E6C73DE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1DE78-EEB1-4BD7-A04D-C166EEA715EE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8AE8-0BEF-BD00-2ADC-82A4E26F5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CBDC2-C941-F2DC-09E3-7FEFF12B1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E37B2-419B-49D6-B446-FF66BA36A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0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69085-CF36-5B0D-4321-9174F47E4A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820B0-A305-C73A-5D79-22E165AC7A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94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3301-A76C-99C6-4976-FB2AF7F47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60AA8-E330-955C-03B8-CCA22E8F7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Can a computer talk like a human? </a:t>
            </a:r>
          </a:p>
          <a:p>
            <a:pPr lvl="0"/>
            <a:r>
              <a:rPr lang="en-IN" b="1" dirty="0"/>
              <a:t>Can it read news and give only important points? </a:t>
            </a:r>
          </a:p>
          <a:p>
            <a:pPr lvl="0"/>
            <a:r>
              <a:rPr lang="en-IN" b="1" dirty="0"/>
              <a:t>Can it translate languages instantly? </a:t>
            </a:r>
          </a:p>
          <a:p>
            <a:pPr lvl="0"/>
            <a:r>
              <a:rPr lang="en-IN" b="1" dirty="0"/>
              <a:t>Can it understand what we really mean?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591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D750-15A5-02DD-5322-86A3983D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857F-218C-9A52-EC26-52296B298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NLP?</a:t>
            </a:r>
          </a:p>
          <a:p>
            <a:r>
              <a:rPr lang="en-US" dirty="0"/>
              <a:t>Understand language </a:t>
            </a:r>
          </a:p>
          <a:p>
            <a:r>
              <a:rPr lang="en-US" dirty="0"/>
              <a:t>Analyze text </a:t>
            </a:r>
          </a:p>
          <a:p>
            <a:r>
              <a:rPr lang="en-US" dirty="0"/>
              <a:t>Generate responses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278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3DD4E-1F4A-76E9-01C6-CD578057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8F85C-E898-5B8E-69DB-9B7FEE402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Where did NLP come from?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AI → NLP</a:t>
            </a:r>
          </a:p>
          <a:p>
            <a:pPr marL="0" indent="0">
              <a:buNone/>
            </a:pPr>
            <a:r>
              <a:rPr lang="en-IN" dirty="0"/>
              <a:t>Linguistics</a:t>
            </a:r>
            <a:br>
              <a:rPr lang="en-IN" dirty="0"/>
            </a:br>
            <a:r>
              <a:rPr lang="en-IN" dirty="0"/>
              <a:t> Psychology</a:t>
            </a:r>
            <a:br>
              <a:rPr lang="en-IN" dirty="0"/>
            </a:br>
            <a:r>
              <a:rPr lang="en-IN" dirty="0"/>
              <a:t> Statistics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072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6768-4B32-B2D7-43E6-53F78AC0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F375C-93A5-E91B-6BC9-8A6C4E912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Why is NLP important?</a:t>
            </a:r>
            <a:endParaRPr lang="en-IN" dirty="0"/>
          </a:p>
          <a:p>
            <a:pPr lvl="0"/>
            <a:r>
              <a:rPr lang="en-IN" dirty="0"/>
              <a:t>Huge text data (emails, news, etc.) </a:t>
            </a:r>
          </a:p>
          <a:p>
            <a:pPr lvl="0"/>
            <a:r>
              <a:rPr lang="en-IN" dirty="0"/>
              <a:t>Saves time &amp; cost </a:t>
            </a:r>
          </a:p>
          <a:p>
            <a:pPr lvl="0"/>
            <a:r>
              <a:rPr lang="en-IN" dirty="0"/>
              <a:t>Used in real applications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535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BAB9-8F85-D8AC-FE13-DFBFCD14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9EDF2-8B55-F876-8302-8643F8247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       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D0B32E-CDEF-75E3-CB6C-824667FC833E}"/>
              </a:ext>
            </a:extLst>
          </p:cNvPr>
          <p:cNvSpPr/>
          <p:nvPr/>
        </p:nvSpPr>
        <p:spPr>
          <a:xfrm>
            <a:off x="1628078" y="2967334"/>
            <a:ext cx="994688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Make computers learn our language”</a:t>
            </a:r>
            <a:endParaRPr lang="en-IN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2139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28" ma:contentTypeDescription="Create a new document." ma:contentTypeScope="" ma:versionID="3d53ea8c32564d09b7e82dbdc6bb24a4">
  <xsd:schema xmlns:xsd="http://www.w3.org/2001/XMLSchema" xmlns:xs="http://www.w3.org/2001/XMLSchema" xmlns:p="http://schemas.microsoft.com/office/2006/metadata/properties" xmlns:ns2="15d03a25-cda5-4943-9684-7d18d97bb3bc" targetNamespace="http://schemas.microsoft.com/office/2006/metadata/properties" ma:root="true" ma:fieldsID="433e705946a9d0e3592fcd5bee88941e" ns2:_="">
    <xsd:import namespace="15d03a25-cda5-4943-9684-7d18d97bb3b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MS_Mappings xmlns="15d03a25-cda5-4943-9684-7d18d97bb3bc" xsi:nil="true"/>
    <Owner xmlns="15d03a25-cda5-4943-9684-7d18d97bb3bc">
      <UserInfo>
        <DisplayName/>
        <AccountId xsi:nil="true"/>
        <AccountType/>
      </UserInfo>
    </Owner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</documentManagement>
</p:properties>
</file>

<file path=customXml/itemProps1.xml><?xml version="1.0" encoding="utf-8"?>
<ds:datastoreItem xmlns:ds="http://schemas.openxmlformats.org/officeDocument/2006/customXml" ds:itemID="{38EDC96F-EE4D-40AF-B3C2-5B2E1AB52EBD}"/>
</file>

<file path=customXml/itemProps2.xml><?xml version="1.0" encoding="utf-8"?>
<ds:datastoreItem xmlns:ds="http://schemas.openxmlformats.org/officeDocument/2006/customXml" ds:itemID="{85B91670-9CA1-4FFF-8A63-C6AC5416012D}"/>
</file>

<file path=customXml/itemProps3.xml><?xml version="1.0" encoding="utf-8"?>
<ds:datastoreItem xmlns:ds="http://schemas.openxmlformats.org/officeDocument/2006/customXml" ds:itemID="{3B377369-3466-441C-8948-0FC7A310C094}"/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88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VIJAYALAKSHMI ANAND .</dc:creator>
  <cp:lastModifiedBy>VIJAYALAKSHMI ANAND .</cp:lastModifiedBy>
  <cp:revision>1</cp:revision>
  <dcterms:created xsi:type="dcterms:W3CDTF">2026-04-25T22:29:00Z</dcterms:created>
  <dcterms:modified xsi:type="dcterms:W3CDTF">2026-04-25T23:22:55Z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