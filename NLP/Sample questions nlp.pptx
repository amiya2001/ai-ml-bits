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5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12-14T09:28:53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9328 13130 0 0,'0'-16'0'0,"0"-8"0"16,0 2 0-16,0 9 0 15,0-6 0-15,-6 9 0 16,-9-2 0-16,-12-6 0 16,-9 6 0-16,-7-14 0 15,4 2 0-15,5-14 0 16,32-12 0-16,-5-12 0 0,7-8 0 15,0-2 0 1,0-1 0-16,18 10 0 0,4 7 0 16,-15 1 0-16,-1 6 0 15,8 13 0-15,-12 19 0 16,-2-38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7:03:52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0 20041,'0'0'1566,"-26"14"-579,-78 41 571,102-54-1480,-1 0-1,0 1 1,1-1-1,0 0 0,-1 1 1,1 0-1,0-1 1,0 1-1,0 0 1,0 0-1,-3 4 0,5-6-62,0 1 0,0-1 0,0 1 1,0-1-1,1 0 0,-1 1 0,0-1 0,0 0 0,0 0 0,1 1 0,-1-1 0,0 0 0,0 1 0,1-1 0,-1 0 0,0 0 0,1 0 0,-1 1 0,0-1 0,1 0 1,-1 0-1,0 0 0,1 0 0,-1 0 0,0 1 0,1-1 0,-1 0 0,1 0 0,-1 0 0,0 0 0,1 0 0,4 1 132,13 7 448,-14-7 24,-4-1-540,0 1-1,0-1 0,0 1 1,0-1-1,0 1 0,0-1 1,0 0-1,1 1 0,-1-1 1,0 0-1,0 1 0,0-1 1,1 1-1,-1-1 0,0 0 0,0 1 1,1-1-1,-1 0 0,0 0 1,1 1-1,-1-1 0,0 0 1,1 0-1,-1 0 0,1 1 1,-1-1-1,1 0 0,9-1 108,1-1 0,-1 0-1,0 0 1,0-1 0,0 0 0,0-1-1,0 0 1,15-10 0,-8 5 154,29-10 1,-40 17-214,0 1 0,0-1 0,0 1 0,0 0 0,0 1 0,0-1 0,1 1 0,-1 1 0,7 0 0,-13-1-126,1 0 0,-1 0 0,0 0-1,0 0 1,1 0 0,-1 1 0,0-1-1,1 0 1,-1 0 0,0 0 0,0 0-1,1 1 1,-1-1 0,0 0 0,0 0 0,0 1-1,1-1 1,-1 0 0,0 0 0,0 1-1,0-1 1,0 0 0,1 0 0,-1 1-1,0-1 1,0 0 0,0 1 0,0-1-1,0 0 1,0 0 0,0 1 0,0-1-1,0 0 1,0 1 0,3 32-1,-2 0 0,-2 0 0,0 0 0,-10 50 0,5-48 0,-1-3 0,2 1 0,1 0 0,1 0 0,4 60 0,-1-87 0,1-1 0,0 0 0,0 0 0,1 1 0,0-1 0,0 0 0,0 0 0,0-1 0,1 1 0,0 0 0,0-1 0,0 1 0,7 6 0,-5-6 0,1 0 0,0-1 0,0 0 0,0 0 0,0 0 0,1-1 0,-1 0 0,1 0 0,8 2 0,6-1 0,-1 0 0,1-1 0,0-1 0,0-1 0,0-1 0,25-3 0,-36 2 0,1-1 0,0 0 0,-1 0 0,0-1 0,11-5 0,-17 6 0,0 1 0,1-1 0,-1-1 0,0 1 0,0-1 0,0 1 0,-1-1 0,1 0 0,-1-1 0,1 1 0,-1 0 0,0-1 0,4-6 0,-11 11 0,-6 7 0,9-7 0,-19 20 0,1 1 0,-29 43 0,44-58 0,0-1 0,0 1 0,1 0 0,0 0 0,0 0 0,1 0 0,0 1 0,0-1 0,0 0 0,1 1 0,1 0 0,-1-1 0,1 1 0,0 0 0,1-1 0,2 12 0,-3-17 0,1 0 0,-1-1 0,1 1 0,0 0 0,0-1 0,0 1 0,0-1 0,0 1 0,0-1 0,1 1 0,-1-1 0,0 0 0,1 1 0,-1-1 0,1 0 0,-1 0 0,1 0 0,2 1 0,34 9 0,-33-10 0,32 5 0,1-2 0,-1-2 0,41-3 0,-30 1 0,173-7 0,-237 16 96,14-8-150,-1 1 1,1 0-1,-1-1 1,0 0-1,1 0 0,-1 0 1,0 0-1,0 0 1,0 0-1,-5 0 0,0-4-4014,1-12-6897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7:03:54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22298,'0'0'7561,"42"-19"-7462,145-53-30,-174 68-58,0 0 1,0 1-1,0 0 1,1 2-1,0-1 0,-1 2 1,1-1-1,-1 2 1,1 0-1,-1 1 0,1 0 1,-1 1-1,0 0 1,15 6-1,-26-8-8,7 2 15,1 0 1,0 0 0,-1 1-1,1 1 1,-1-1 0,8 7-1,-14-9 4,0 1-1,0-1 1,-1 1-1,0 0 1,1 0-1,-1 0 1,0 0-1,0 0 1,0 0-1,-1 0 1,1 0-1,-1 1 0,0-1 1,0 1-1,0-1 1,0 1-1,-1-1 1,1 1-1,-1 5 1,0 2 53,-1-1 0,0 1 0,-1-1 0,0 0 0,-1 0 1,0 0-1,0 0 0,-1 0 0,-1-1 0,1 1 0,-2-1 0,1 0 0,-8 9 1,-12 13 159,-1-1 1,-34 29-1,37-36-142,-25 22 3,-29 30-38,66-63-58,2 0 0,-1 1 0,1 0 1,-12 24-1,19-33 0,0 0 0,0 0 0,0 1 0,1-1 0,0 0 0,-1 1 0,1-1 0,1 1 0,-1-1 0,1 1 0,0 8 0,1-11 0,0 1 0,-1-1 0,2 0 0,-1 0 0,0 0 0,0 0 0,1 0 0,-1 0 0,1 0 0,-1-1 0,1 1 0,0-1 0,0 1 0,0-1 0,-1 1 0,1-1 0,1 0 0,-1 0 0,0 0 0,0 0 0,0 0 0,1-1 0,-1 1 0,4 0 0,44 9 0,0-2 0,87 3 0,-48-5 0,-53-3 0,85 10 0,-107-11 0,0 1 0,-1 1 0,0 0 0,0 1 0,0 1 0,19 10 0,-28-13 0,0 0 0,-1 0 0,1 0 0,0 1 0,-1 0 0,0-1 0,0 1 0,0 1 0,-1-1 0,1 0 0,-1 1 0,0-1 0,0 1 0,0-1 0,-1 1 0,0 0 0,0 0 0,0 0 0,0 0 0,-1 0 0,0 0 0,0-1 0,-1 8 0,0 2 0,-1 0 0,-1 0 0,0 0 0,-1-1 0,0 1 0,-1-1 0,-8 14 0,-33 52 0,-12 25 0,52-91 0,0 0 0,1 0 0,1 0 0,0 1 0,1 0 0,-2 16 0,5-28 0,-1 1 0,1-1 0,0 1 0,0-1 0,0 1 0,1-1 0,-1 1 0,0-1 0,1 1 0,0-1 0,-1 0 0,1 1 0,0-1 0,0 0 0,0 0 0,1 1 0,-1-1 0,0 0 0,1 0 0,3 3 0,-1-2 0,1 0 0,0 0 0,0-1 0,0 1 0,0-1 0,0 0 0,0-1 0,11 3 0,21 2 0,-1-2 0,1-1 0,0-2 0,-1-1 0,1-2 0,0-2 0,-1-1 0,53-15 0,-59 12-244,57-25 0,-74 26-276,0 1-1,-1-1 0,1-1 1,-2-1-1,1 1 0,13-15 0,-18 15-895,0 0 0,-1-1 0,-1 0 0,1 0-1,6-16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3:54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4:11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2163 14791,'0'0'6029,"4"-2"-4988,-1-1-742,-1 2-190,-1 0-1,0 0 1,0 0-1,1 0 1,-1 0 0,0 1-1,1-1 1,-1 0-1,1 1 1,-1-1-1,1 1 1,-1 0 0,4-1-1,-1-3 4021,-3 3-4005,-1 1-1,0-1 1,0 1-1,1-1 1,-1 1-1,0-1 1,1 1 0,-1 0-1,0-1 1,1 1-1,-1-1 1,1 1-1,-1 0 1,0 0-1,1-1 1,-1 1-1,1 0 1,-1 0-1,1-1 1,-1 1-1,1 0 1,-1 0 0,1 0-1,448 18 1870,81-11-1993,-334-8 0,-123 1 0,393 15 0,67 58 0,-282-30 0,173 35 0,344 67 0,-476-100 0,125 15 0,-111-37 0,-61-7 0,349 0 0,-255-49 0,-238 20 0,655-100 0,-629 89 0,1 5 0,193-2 0,323 21 0,-473-8 0,267-45 0,-379 43 0,269-45 0,-258 38 0,-1-3 0,-1-3 0,100-49 0,-143 60 0,-1-1 0,0-2 0,-1 0 0,-1-2 0,0 0 0,26-28 0,13-12 0,-37 35 0,-1 0 0,0-1 0,-2-1 0,37-53 0,-43 50 0,19-42 0,-30 57 0,0 0 0,-1 1 0,0-2 0,-1 1 0,0 0 0,0-21 0,-1-63 0,-3-113 0,0 190 0,-2 0 0,0 0 0,-1 0 0,0 1 0,-2 0 0,0 0 0,-1 1 0,-1 0 0,-13-19 0,-1 2 0,-1 2 0,-1 1 0,-42-39 0,35 41 0,-2 2 0,-1 1 0,-1 2 0,-1 1 0,-66-29 0,-210-66 0,-115 6 0,245 69 0,-97-18 0,86 20 0,72 16 0,0 6 0,-212-6 0,-147 5 0,306 11 0,-817-74 0,339 19 0,213 22 0,-10 17 0,0 24 0,217 2 0,-57 0 0,-324-3 0,170-42 0,301 23 0,-189-4 0,157 24 0,-204 3 0,322 2 0,1 2 0,-1 3 0,1 2 0,1 3 0,0 2 0,-89 39 0,0 6 0,-177 86 0,294-132 0,2 1 0,0 1 0,1 1 0,1 2 0,0 0 0,2 1 0,0 1 0,-26 39 0,24-28 0,3 1 0,0 1 0,3 1 0,0 1 0,-21 74 0,23-47 0,2 1 0,2 1 0,4-1 0,1 97 0,6-115 0,0 25 0,11 105 0,-8-155 0,2 0 0,0-1 0,1 1 0,1-1 0,0 0 0,2 0 0,1-1 0,0-1 0,15 21 0,2-5 0,2-1 0,1-1 0,1-1 0,2-2 0,1-2 0,2 0 0,52 29 0,-34-26 0,1-4 0,1-1 0,2-3 0,103 26 0,57-1 0,-101-23 0,-109-23-161,0-1 1,0 0-1,0 0 1,0 0-1,13-1 1,-11-3-4656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6:5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77 6067,'0'0'12032,"23"-9"-10031,71-29-240,-67 23-454,-27 15-1242,1 0 0,-1 0 0,0-1 0,0 1-1,0 0 1,1 0 0,-1-1 0,0 1 0,0 0 0,0 0 0,0-1 0,0 1 0,1 0 0,-1-1-1,0 1 1,0 0 0,0-1 0,0 1 0,0 0 0,0 0 0,0-1 0,0 1 0,0 0 0,0-1 0,0 1-1,0 0 1,-1-1 0,1 1 0,0 0 0,-1-5 1552,-5 4-984,-38 0-434,-1 2 0,1 2 0,1 2 0,-1 2 1,-44 13-1,50-8-14,1 2 0,-51 27 0,74-34-131,0 1 0,1 1 0,0 1 1,0-1-1,1 2 0,1 0 0,0 0 1,-19 26-1,26-31-46,0 1-1,0 0 1,1 0-1,0 1 1,1-1 0,-1 0-1,1 1 1,1 0 0,-1-1-1,1 1 1,1 0-1,0 11 1,0-13-11,1-1 0,-1 1 0,1 0 0,1-1 0,-1 1 0,1-1 0,0 0 0,0 0 0,0 1 0,1-1 0,0 0 0,0-1 0,0 1 0,1-1 0,-1 1 0,1-1 0,7 6 0,2-1-89,0-1 0,1 0 0,0-2 0,1 1 0,-1-1 0,1-1 0,0-1 0,0 0 0,1-1 0,22 1 0,12 0-1020,97-5 0,-130-1 813,0 1 1,-1-2-1,0 0 0,1-2 0,-1 1 0,24-12 1,-19 6-11,0-2 1,-2 0-1,1-1 1,18-17-1,22-19 124,57-63 0,-109 98 1270,-8 14-1040,-1-1-1,1 1 0,0 0 1,-1 0-1,1-1 1,-1 1-1,1 0 0,0 0 1,-1 0-1,1-1 1,-1 1-1,1 0 1,-1 0-1,1 0 0,-1 0 1,1 0-1,-1 0 1,1 0-1,-1 0 1,1 0-1,-1 0 0,1 0 1,-1 0-1,1 0 1,0 1-1,-1-1 1,1 0-1,-1 0 0,1 0 1,-1 1-1,1-1 1,0 0-1,-1 1 0,-19 8 180,1 2 0,0-1-1,1 2 1,0 1-1,1 0 1,0 1-1,1 1 1,1 0 0,-23 30-1,35-41-212,-1 1 0,1-1 0,0 1 0,0 0-1,0 0 1,1 0 0,0 1 0,0-1 0,0 1 0,1-1 0,-1 1-1,1 0 1,0 8 0,1-13-26,1-1 0,-1 0-1,0 1 1,1-1 0,-1 0-1,0 1 1,1-1 0,-1 0-1,0 1 1,1-1 0,-1 0-1,1 0 1,-1 1 0,1-1-1,-1 0 1,0 0 0,1 0-1,-1 0 1,1 0 0,-1 0-1,1 0 1,-1 0 0,1 0 0,-1 0-1,1 0 1,-1 0 0,1 0-1,-1 0 1,1 0 0,-1 0-1,1-1 1,4 1-68,0 0 59,0-1 0,0 1 0,0-1 0,0 0 0,0-1 0,-1 1 0,1-1-1,-1 0 1,1 0 0,4-3 0,44-34-147,-8 6 94,-43 32 83,-1 0-1,1 0 0,0 0 0,0 1 0,-1-1 0,1 0 0,0 0 0,0 1 1,0 0-1,0-1 0,0 1 0,0 0 0,0 0 0,0 0 0,0 0 1,0 0-1,-1 0 0,1 0 0,0 1 0,0-1 0,0 1 0,0 0 0,0-1 1,0 1-1,-1 0 0,1 0 0,0 0 0,-1 0 0,3 2 0,2 3 47,0 0 1,-1 0-1,0 1 0,0 0 0,6 11 0,5 6 31,-9-14-105,25 28 143,-30-36-166,0 0 0,0-1 1,0 1-1,1 0 0,-1-1 0,0 0 0,1 1 0,-1-1 0,1 0 0,-1 0 0,1-1 1,-1 1-1,1 0 0,0-1 0,3 1 0,-5-1-86,0-1 0,1 1 0,-1 0-1,0-1 1,0 1 0,1-1 0,-1 1 0,0-1 0,0 1 0,0-1 0,0 0-1,0 1 1,0-1 0,0 0 0,0 0 0,0 0 0,0 0 0,0 0-1,-1 0 1,1 0 0,0 0 0,-1 0 0,1-1 0,-1 1 0,1-1-1,11-38-3375,-8 24 1743,13-39-4631,4-10-3308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6:5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10853,'0'0'10677,"0"188"-9637,0-125-351,0-2-481,0-10-208,-6-11-48,-9-7-416,-6-18-913,-12-12-1520,-10-3-785,1-12-3185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6:58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6611,'0'0'13190,"221"-57"-12021,-136 57-721,2 0-448,1-6-689,-6 3-2048,-9-16-7059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6:59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42 12406,'0'0'8940,"0"-9"-8140,-1 2-644,0-17 211,1 23-252,-1 3 24,1 17 242,-3 55 293,-3 0-1,-4 0 1,-34 130 0,39-183-662,-1 0 0,-1-1 0,-1 0 0,0 0 1,-2-1-1,-19 30 0,29-48-15,-1 0 0,1 0 0,-1 0 0,0 0 0,0-1 0,1 1-1,-1 0 1,0 0 0,0-1 0,0 1 0,0 0 0,0-1 0,0 1 0,0-1 0,-2 2 0,3-2 2,-1-1 0,1 1 0,0 0 0,-1 0 0,1 0 0,-1 0 0,1 0 0,0-1 0,-1 1 0,1 0 0,0 0 0,0-1 0,-1 1 0,1 0 0,0 0 0,-1-1 0,1 1-1,0 0 1,0-1 0,0 1 0,-1 0 0,1-1 0,0 1 0,0-1 0,0 1 0,0 0 0,0-1 0,0 1 0,0-1 0,-2-41-38,2 34 27,0-7 2,1 1-1,0-1 1,2 1 0,-1-1-1,2 1 1,0 0-1,0 0 1,2 0 0,8-16-1,-10 23 8,-1 0-1,1 1 1,1 0-1,-1 0 1,1 0 0,0 1-1,1 0 1,-1 0-1,1 0 1,0 0-1,0 1 1,1 0 0,-1 0-1,1 1 1,0 0-1,0 0 1,0 0-1,0 1 1,0 0 0,10-1-1,1 1 6,0 1 0,0 0 0,1 1 0,-1 1 1,0 1-1,0 1 0,19 4 0,-29-4-2,1 0-1,-1 0 1,1 0 0,-1 1 0,0 0 0,0 1-1,-1 0 1,0 0 0,0 1 0,0-1 0,0 1-1,-1 1 1,0 0 0,0 0 0,9 14-1,-12-15-10,-1-1-1,0 1 0,0 0 0,0 0 0,-1 0 0,1 1 0,-1-1 1,-1 0-1,1 0 0,-2 13 0,1-11-12,0-6 19,0-1 1,0 0-1,-1 1 1,1-1 0,0 0-1,0 1 1,-1-1-1,1 0 1,-1 0-1,0 1 1,1-1-1,-1 0 1,0 0 0,1 0-1,-1 0 1,0 0-1,0 0 1,0 0-1,0 0 1,-1 1 0,-2 0 1,1 0 0,0 0 1,-1-1-1,1 1 1,-1-1-1,1 0 0,-6 2 1,-7-1 3,0 0 0,-27 1 0,36-3-10,-174 0-976,176 0 776,-1-1-1,1 1 1,0-1-1,0 0 1,0 0-1,-9-4 1,11 4 4,1 0 1,0 0 0,0-1-1,-1 1 1,1-1 0,0 1-1,1-1 1,-1 0 0,0 0-1,0 0 1,1 0 0,-1 0-1,-1-5 1,1 3-581,0-1 0,0 0 1,1 0-1,-1 1 0,0-8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0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0 13766,'0'0'5710,"-31"3"-5139,-102 13 29,127-14-543,0-1 1,0 1-1,1 0 0,-1 0 1,0 0-1,1 1 0,0 0 1,-1 0-1,1 1 0,0-1 1,1 1-1,-1 0 1,1 0-1,0 1 0,-1-1 1,2 1-1,-5 7 0,4-7 21,-1 2 28,0 1 0,1 0 0,0 0 0,1 0 0,-1 0 0,-3 16 0,7-20-89,-1 0 1,0 0 0,1 0 0,0 0 0,0 0 0,0 0 0,0 0 0,2 4-1,-2-6-17,0 0-1,1 0 0,0-1 0,-1 1 1,1 0-1,0-1 0,0 1 0,0-1 1,0 1-1,0-1 0,0 0 0,1 1 1,-1-1-1,0 0 0,1 0 0,-1 0 1,1 0-1,2 2 0,2-1-35,0 0-1,1 0 1,-1 0 0,1-1-1,-1 1 1,1-2-1,11 1 1,48-4-591,-60 2 576,1 0 0,-1-1 0,1 0 0,-1 0 0,0 0 0,1 0-1,-1-1 1,-1 0 0,11-7 0,-1-1 62,-1-1 1,14-15-1,-11 13 851,-16 27 127,-2 3-1101,1-14 94,0-1-1,-1 0 1,1 1 0,0-1-1,0 0 1,0 1 0,0-1-1,1 0 1,-1 0-1,0 1 1,1-1 0,-1 0-1,0 1 1,1-1 0,0 0-1,-1 0 1,1 0-1,0 0 1,-1 1 0,1-1-1,0 0 1,0 0-1,0 0 1,0-1 0,0 1-1,0 0 1,0 0 0,0 0-1,0-1 1,1 1-1,-1-1 1,0 1 0,0-1-1,1 1 1,-1-1 0,0 0-1,0 1 1,1-1-1,-1 0 1,0 0 0,1 0-1,-1 0 1,0 0 0,3-1-1,-1 1-394,1 0 0,-1 0 0,1 0 0,-1 0-1,1-1 1,-1 1 0,1-1 0,-1 0 0,0 0 0,1-1 0,-1 1-1,0-1 1,4-2 0,20-22-5304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0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10117,'0'0'11909,"27"188"-11349,-18-149-368,-6 0-192,3-11-48,-6-13-1296,-21-15-6724,-3-15 321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0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3025,'0'0'12230,"182"-30"-10325,-116 30-817,1-6-591,-1-3-497,1-15-497,-4-19-3825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1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18104,'0'0'6723,"188"0"-6659,-104 0-32,-5 0 80,-12-3-15,-10-3 47,-15-3-64,-11 0-32,-10-3-48,-15-6-272,0-4-1601,-6 1-3794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1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 20970,'0'0'3025,"152"66"-2801,-65 7 0,-17-7-112,-31 1-96,-26-9-16,-13-13-80,-49-3-48,-42-5-352,-24-16-609,-27-3-847,-18-12-1298,-7-6-2192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267 157 9476,'0'0'10458,"4"-13"-8806,-2 5-1366,-1 4-182,0 0-1,0 0 0,0 0 1,0 0-1,1 0 1,-1 1-1,1-1 0,0 0 1,0 1-1,0-1 1,1 1-1,-1 0 0,1 0 1,0 0-1,0 0 1,0 0-1,0 1 0,0-1 1,1 1-1,-1 0 1,8-3-1,46-12 324,1 3 0,1 3 0,0 2 0,0 2-1,94 3 1,-152 4-426,-1 1-1,1-1 0,-1 0 0,1 0 1,-1 1-1,1-1 0,-1 0 1,0 1-1,1-1 0,-1 1 1,0-1-1,1 1 0,-1-1 1,0 0-1,0 1 0,1-1 1,-1 1-1,0-1 0,0 1 0,0-1 1,0 1-1,0-1 0,1 1 1,-1 0-1,0-1 0,0 1 1,0-1-1,0 1 0,-1-1 1,1 1-1,0 0 0,-2 21-2,2-21 2,-2 7 5,1-1 0,-2 0 0,1 0-1,-1 0 1,0 0 0,0 0 0,-1 0-1,0-1 1,0 0 0,-1 0 0,-7 8 0,-9 8 41,-37 30 1,11-11-22,33-28-26,-26 27 1,37-38-5,1 1 1,0-1-1,0 1 1,1 0-1,-1 0 1,1 0 0,-1-1-1,1 2 1,0-1-1,0 0 1,0 0-1,0 0 1,0 5-1,1-7 4,0 1-1,1 0 0,-1 0 0,0 0 1,1-1-1,-1 1 0,1 0 1,-1 0-1,1-1 0,0 1 1,0-1-1,0 1 0,0 0 0,0-1 1,0 0-1,0 1 0,0-1 1,1 0-1,0 2 0,32 16 11,-22-13-5,20 9 31,-1 2-1,-1 1 1,34 27-1,-56-39-25,0 1 0,0-1-1,-1 2 1,-1-1 0,1 1-1,-1 0 1,0 1 0,-1-1-1,0 1 1,0 0-1,-1 0 1,0 1 0,-1-1-1,0 1 1,-1 0 0,2 12-1,-2-10 15,-1 0 1,-1 0-1,-1 0 0,1-1 0,-4 18 0,2-24-11,1 1 1,-1-1-1,0 1 0,0-1 1,-1 0-1,1 1 1,-1-1-1,0-1 1,-1 1-1,1 0 0,-1-1 1,0 0-1,-5 5 1,-1-2-2,-1 1 0,0-2 0,0 1 1,0-2-1,-1 1 0,0-2 1,0 1-1,-25 4 0,4-3-3,0-1 0,-43 0 0,26-3-157,0-3 0,0-2 0,-53-9 0,83 8-432,1 0 1,0-2-1,0 0 1,0-1-1,1-1 1,0-1-1,0 0 1,1-1-1,0-1 1,-23-21-1,-10-20-5624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4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1700 12 11925,'0'0'9709,"-9"-3"-9640,3 1-59,0 1-1,-1-1 1,1 1-1,-1 0 0,1 0 1,-1 1-1,1 0 1,-1 0-1,0 1 1,1-1-1,0 2 1,-8 1-1,-46 10 471,-102 8-1,-67-9 509,115-7-601,-436 33 430,513-34-675,-1 1 1,1 2 0,0 2 0,1 2-1,-58 24 1,79-28-108,0 1-1,1 1 1,0 0 0,1 1 0,0 0-1,-18 19 1,23-20-27,0 1 1,1 0-1,-1 0 0,2 1 0,0 0 1,0 0-1,1 0 0,0 1 0,-5 19 1,3 2 32,1 1 1,-2 56 0,8 72 205,1-77-40,0-35-131,2 0 1,3 0 0,1-1 0,16 52 0,3-3 28,53 213-2,-25 8-127,-52-302 12,8 81-187,33 142-1,-43-239 175,0 1 0,1-1 0,-1 1 0,1-1 0,-1 1 0,1-1 0,0 1 0,-1-1 0,1 0 0,0 1 0,0-1 0,0 0 0,0 0 0,0 0 0,0 0 0,0 0 0,0 0 0,1 0 0,-1 0 0,0 0 0,1 0 0,-1 0 0,3 0 0,0 0 4,-1-1 0,1 0 1,0 0-1,-1 0 1,1-1-1,-1 1 0,1-1 1,-1 0-1,1 0 1,4-2-1,81-32 12,20-7 10,247-40 55,4 31 180,-72 12-37,-225 29-156,0-2 0,-1-4 0,97-37 0,-132 42-35,0-2-1,-1 0 0,-1-2 1,-1-1-1,0-1 0,-1-1 1,0-1-1,-2-1 1,0-1-1,21-28 0,-32 35-3,-1 0-1,0-1 1,-2 1-1,1-1 1,-2-1-1,0 1 1,-1-1-1,4-20 1,-3 2 1,-2 0-1,-2 1 1,-1-37 0,-2 46 19,0 0 0,-2 0 0,-1 0 0,-1 0 0,0 1 0,-2 0 0,-1 0 0,-17-34 0,-39-64 83,-126-177-1,37 63-922,149 228 658,-26-49-1169,27 51 557,1-1 1,1 0-1,-1 0 1,0-9-1,1-9-7127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8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19561,'0'0'3858,"-84"157"-3442,84-63-144,27 0-80,3-16-128,-3-14-64,-5-25 0,-10-17-624,-6-16-1073,9-6-2977,0-19-4402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8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45 8820,'0'0'9548,"18"-8"-8536,54-25 4,-67 30-15,-12 2-756,-16 6-101,10 0-2,0 0-1,1 1 1,0 1-1,0 0 1,0 1-1,-12 10 1,19-14-107,0 1 0,0 0 0,0 0 0,1 0 0,0 0 0,0 1 0,0-1 0,1 1 0,0 0 0,0 0 0,0 1-1,1-1 1,0 0 0,-3 13 0,4-12-35,1-1 0,-1 1-1,1 0 1,0 0-1,1-1 1,0 8-1,0-11-14,0-1 0,0 1 0,0-1-1,0 1 1,0-1 0,1 1 0,-1-1-1,0 0 1,1 0 0,0 1 0,0-1-1,0-1 1,-1 1 0,2 0 0,-1 0-1,0-1 1,4 3 0,6 1-126,0 0 1,0 0-1,0-2 0,1 1 1,0-2-1,-1 0 1,1 0-1,0-1 0,19-1 1,-28 0 124,0 0 1,-1 0-1,1-1 0,-1 1 1,1-1-1,-1 0 0,1 0 1,-1 0-1,0 0 0,1 0 1,-1-1-1,0 0 0,0 1 1,0-1-1,0 0 0,0-1 1,0 1-1,-1-1 0,1 1 1,-1-1-1,4-5 0,-2 1 26,-1 1-1,1-1 0,-2 0 0,1 0 0,-1-1 0,0 1 0,-1 0 0,1-1 0,-1-12 0,0 5 47,2-41 333,-3 51-339,0 1 0,0-1 0,-1 0 0,0 0 0,1 1-1,-2-1 1,1 0 0,-3-6 0,3 10-51,0 0 0,1 0 1,-1 0-1,0 0 0,0 0 0,0 0 0,0 0 0,0 0 0,0 0 0,0 0 0,-3-1 1,3 2-507,8 0-1566,30 0-3260,28 0-4504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9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85 100 15431,'0'0'5496,"-16"23"-5392,0-2-107,2 1 1,-18 33-1,31-53-6,0 1 1,0 0-1,0-1 0,0 1 1,1 0-1,-1 0 0,1 0 1,-1 0-1,1 0 0,0 0 1,0 0-1,0 0 0,1 0 1,-1-1-1,1 1 0,-1 0 1,1 0-1,0 0 0,0-1 1,1 1-1,2 5 0,0-3-76,1 0-1,-1 0 1,1 0-1,0 0 1,1-1-1,9 7 1,-13-9 39,12 6-192,0 1 0,1-2 1,-1 0-1,1 0 0,25 6 0,-30-10 153,1-1 1,-1 0-1,1 0 0,0-1 0,-1 0 0,1-1 0,0 0 0,-1-1 0,16-2 0,-24 2 87,1 0 1,-1 0-1,1 0 0,-1 0 1,0 0-1,1-1 0,-1 1 0,0-1 1,0 1-1,0-1 0,0 0 0,0 0 1,0 0-1,-1 0 0,1 0 1,-1 0-1,1 0 0,-1 0 0,0-1 1,0 1-1,0-1 0,0 1 0,1-5 1,0-4 61,0 0 1,-1 0-1,0 0 1,-2-14-1,1 13 31,1 1 23,-1 0 1,-1-1-1,0 1 0,-1 0 0,0-1 0,0 1 0,-1 0 0,-1 1 0,0-1 0,0 0 0,-1 1 0,-1 0 0,1 0 0,-1 1 0,-1 0 0,0 0 0,-1 0 0,1 1 0,-11-9 0,14 12-101,-1 1-1,0 0 0,0 0 0,0 0 0,-1 1 0,1-1 0,-1 1 0,0 1 0,0-1 0,0 1 0,0 0 0,0 0 0,0 1 0,-1-1 0,-8 1 0,-56 1-5744,27 0-4584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09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74 10037,'0'0'9188,"5"-12"-8294,-1-3-517,14-31 1823,-34 51-1146,5 1-922,0 1 0,1 1 1,0 0-1,0 0 1,1 1-1,0 0 0,0 1 1,1-1-1,-8 15 1,11-16-101,0 1 0,0 0-1,1 0 1,0 1 0,1-1 0,0 1 0,0 0 0,1 0 0,1 0 0,0 0 0,0 0 0,1 17 0,0-23-34,1-1 0,0 0 0,-1 1 0,1-1 0,0 0 0,1 0-1,-1 0 1,1 0 0,-1 0 0,1 0 0,0 0 0,0 0 0,0 0 0,1-1 0,-1 1 0,0-1 0,1 0 0,0 0-1,-1 0 1,1 0 0,0 0 0,0-1 0,0 1 0,0-1 0,1 0 0,-1 1 0,0-2 0,4 2 0,10 2-45,1-2 0,-1 0 1,0 0-1,21-2 1,-35 0 39,19 0-24,0-1-1,26-4 0,-41 4 33,0-1-1,0 1 1,-1-2-1,1 1 1,0-1-1,-1 0 1,0 0-1,1-1 1,-1 0-1,10-8 0,-9 4 12,1 0 0,-1 0-1,0 0 1,0-1 0,-1 0-1,-1 0 1,1 0 0,-1-1-1,-1 0 1,5-16-1,-4 7 85,0 0-1,-2 0 1,-1-1 0,1-37-1,-3 55-80,0 1 0,0-1 0,0 0 0,0 0 0,0 1 0,-1-1 0,1 0 0,-1 1 0,1-1 0,-1 0 0,1 1 0,-3-4 0,2 5-130,1-1-1,-1 0 1,0 1-1,0-1 1,0 0-1,0 1 1,0-1-1,0 1 0,0 0 1,0-1-1,0 1 1,0 0-1,0-1 1,0 1-1,0 0 1,0 0-1,0 0 1,-1 0-1,0 0 0,35 3-19855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0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14 11989,'0'0'6732,"-9"-4"-6546,8 4-183,-1-1 38,0-1 0,0 1-1,0 0 1,-1 0 0,1 0 0,0 1 0,0-1 0,-1 0 0,1 1 0,-1 0 0,1-1-1,0 1 1,-1 0 0,1 0 0,-1 1 0,1-1 0,-1 0 0,1 1 0,0-1 0,-1 1-1,1 0 1,0 0 0,0 0 0,0 0 0,-1 0 0,1 0 0,0 1 0,0-1 0,1 1-1,-1-1 1,0 1 0,0 0 0,-1 1 0,-3 4 229,-15 16 961,-32 45 0,47-61-1132,2 1 1,-1 1-1,1-1 0,0 1 0,0-1 0,1 1 0,1 0 1,-1 0-1,2 1 0,-2 13 0,2-16-82,1 0-1,0 0 1,0 0-1,0-1 1,1 1-1,2 9 1,-2-13-17,1-1 0,-1 0 1,0 0-1,1 1 0,-1-1 1,1 0-1,0 0 0,-1 0 1,1-1-1,0 1 1,0 0-1,0-1 0,0 1 1,1-1-1,-1 0 0,0 0 1,1 0-1,-1 0 0,4 1 1,15 4-38,0-1 0,1-1 0,0-1 0,0-1 0,42-2 0,-58 0 39,-1 0-1,1 0 0,0-1 1,-1 1-1,1-1 0,0-1 1,-1 1-1,0-1 0,1 0 1,-1 0-1,8-5 0,-7 2 8,0 1 0,-1-1 0,1-1 0,-1 1 0,0-1 0,0 0 0,-1 0-1,5-9 1,-3 6 39,-1-1 0,-1 0 0,0 0 0,0 0 0,-1 0 0,0 0-1,1-12 1,-1-3 160,1-47-1,-5 71-270,1 0 0,0 0-1,0 0 1,0 0 0,0 0 0,0-1 0,0 1-1,1 0 1,-1 0 0,0 0 0,1 0 0,-1 0-1,0 0 1,1 0 0,0 0 0,-1 0-1,2-2 1,-1 3-150,0-1 1,0 1-1,0 0 0,1-1 0,-1 1 0,0 0 0,1-1 0,-1 1 1,0 0-1,1 0 0,-1 0 0,2 1 0,3-1-255,38 0-6167,19 0-6154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13782,'0'0'10405,"-64"187"-10405,61-114-432,-3-7-1665,-15-8-4018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1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11157,'0'0'14103,"33"9"-12551,-21 34-399,0 14-225,-3 7-303,10 5-273,2 4-256,6 6-96,3 2-80,10-5-1201,-4-12-2112,6-25-5219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21 15543,'0'0'7644,"-11"-6"-7415,6 4-207,1 0 0,-1 0-1,1 0 1,-1 1 0,1-1 0,-1 1 0,0 0 0,0 1-1,0-1 1,0 1 0,1 0 0,-1 0 0,0 0-1,0 1 1,0 0 0,0 0 0,1 0 0,-1 1-1,0-1 1,1 1 0,-1 0 0,-5 4 0,-18 8 289,1 2 1,1 0-1,0 2 1,-38 35 0,54-44-245,1 0 1,1 0-1,0 1 1,0 0 0,1 1-1,0 0 1,0 0-1,2 0 1,-1 1 0,2 0-1,-1 0 1,2 0-1,-1 0 1,-1 15-1,5-24-61,-2 11 11,1 1 1,1 0-1,0 15 1,1-26-20,-1-1 1,1 1 0,-1-1-1,1 0 1,0 1-1,0-1 1,1 0-1,-1 0 1,1 0-1,-1 0 1,1 0 0,0 0-1,0 0 1,0 0-1,1-1 1,-1 1-1,0-1 1,5 3 0,0-1-22,1 0 1,-1-1-1,1 0 1,-1 0 0,1 0-1,0-1 1,0-1-1,0 0 1,9 1 0,13 0-135,34-3 1,-55 1 152,0-1 0,1 0-1,-1 0 1,0-1 0,0 0-1,-1-1 1,1 0 0,0 0-1,-1 0 1,0-1 0,0-1-1,0 0 1,0 0 0,-1 0-1,1-1 1,-1 0 0,-1 0-1,1-1 1,-1 1 0,5-9 0,-2 2 28,-1-1 0,-1 1 1,0-1-1,-1-1 1,0 1-1,-1-1 0,-1 0 1,5-29-1,-4-3 232,-2-75 0,-3 109-216,0 12-63,0 0 1,0 0 0,0 0 0,0 0-1,1 0 1,-1 0 0,0-1 0,0 1-1,1 0 1,-1 0 0,0 0 0,1 1-1,-1-1 1,1 0 0,0 0 0,-1 0-1,1 0 1,0 0 0,-1 1 0,1-1-1,0 0 1,0 0 0,0 1 0,-1-1-1,1 1 1,0-1 0,0 1 0,0-1-1,0 1 1,2-1 0,2 0-273,0 0 1,0 1-1,1-1 1,-1 1-1,6 0 1,1 1-427,60-1-5794,15 0-6168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1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50 5651,'0'0'16634,"1"-10"-16327,0 4-278,0 4-21,-1 0 1,1-1-1,-1 1 1,0 0-1,0-1 1,0 1-1,0 0 1,0-1-1,0 1 1,-2-4-1,2 6-6,0 0 0,0-1 0,0 1 0,-1 0 0,1-1 0,0 1 0,-1 0 0,1 0 0,0-1 0,-1 1 0,1 0 0,0 0 0,-1 0 0,1-1 0,0 1 0,-1 0 0,1 0 1,-1 0-1,1 0 0,0 0 0,-1 0 0,1 0 0,-1 0 0,1 0 0,0 0 0,-1 0 0,0 0 0,-21 9 99,2 3 42,-74 48 809,80-50-747,1 1 0,0 0 0,0 1 1,-16 20-1,25-26-176,0 0-1,1-1 1,0 1 0,-1 1-1,2-1 1,-1 0 0,1 1 0,0-1-1,0 1 1,1 0 0,0 0-1,0 0 1,1-1 0,0 1 0,0 0-1,1 8 1,-1-12-34,0-1 0,1 0 0,-1 0 0,1 1 0,-1-1 0,1 0 0,0 0 0,0 0 0,0 1 0,0-1 0,0 0 0,0 0-1,0-1 1,1 1 0,-1 0 0,1 0 0,3 2 0,-2-1-34,1-1-1,0 1 0,0-1 1,0 0-1,0 0 0,1-1 1,-1 1-1,7 1 0,2-1-161,0 0 0,0-1 0,-1 0 0,1-1 0,25-3 0,-36 2 183,0 1 1,0-1 0,1 0-1,-1 0 1,0 0-1,0 0 1,0 0 0,0 0-1,0-1 1,0 1-1,0-1 1,0 1 0,0-1-1,-1 0 1,1 0-1,-1 0 1,1 1-1,-1-2 1,0 1 0,0 0-1,0 0 1,0 0-1,0 0 1,0-1 0,0 1-1,0-5 1,1-5-75,0-1 0,-1 0 0,-1-22 0,0 26-33,0 3-143,0 0 1,0 0-1,-1 0 0,0 1 1,0-1-1,-1 0 0,0 1 1,0-1-1,0 1 0,0 0 1,-1-1-1,0 1 1,0 0-1,0 1 0,-1-1 1,0 1-1,0-1 0,-7-6 1,-22-17-4306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3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44 6579,'0'0'18182,"-13"-10"-17910,6 5-245,1 1 1,-1-1-1,0 1 1,0 0-1,-1 1 0,-12-5 1,15 8-7,1-1 1,0 1-1,0 0 0,0 1 1,0-1-1,0 1 0,0 0 1,0 0-1,0 0 0,0 0 1,-6 4-1,-42 24 268,35-18-180,3-3-19,0 1 1,1 1-1,0 0 1,0 1 0,-13 15-1,22-22-73,1 1 0,-1 0-1,1 0 1,0 0 0,0 1 0,0-1-1,-3 11 1,5-12-18,0-1 0,1 1-1,-1-1 1,1 0 0,0 1 0,0-1-1,0 1 1,0-1 0,1 1 0,-1-1-1,1 0 1,0 1 0,0-1 0,3 6-1,-2-6-6,-1 0 0,1 0 0,1-1 0,-1 1-1,0-1 1,0 1 0,1-1 0,0 0-1,-1 0 1,1 0 0,0 0 0,4 2-1,41 15-257,-18-13 48,1 0 1,-1-2-1,1-2 0,49-1 0,-73-1 199,0 0 1,0 0-1,0-1 0,-1 0 0,1 0 0,0-1 0,-1 1 0,1-2 0,9-3 0,-13 4 19,0 0 0,0 0 1,0 0-1,-1-1 0,1 1 0,-1-1 1,1 0-1,-1 0 0,0 1 1,0-1-1,0-1 0,0 1 1,-1 0-1,1 0 0,-1-1 0,0 1 1,0-1-1,1-5 0,0 0 27,0 0 0,-1 0 0,-1 0-1,1 0 1,-2 0 0,-1-14-1,1 17-211,0 1-1,-1 0 0,1 0 0,-1 0 1,0 0-1,-1 1 0,1-1 0,-1 0 1,0 1-1,0 0 0,0 0 0,-5-5 1,0-4-3921,6-4-3167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3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1 1 15063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3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52 197 15063,'129'-109'4679,"-128"109"-4576,0-1-1,1-1 0,-1 1 1,0 0-1,0 0 0,0 0 1,0-1-1,0 1 0,0 0 1,0-1-1,-1 1 0,2-2 1,-12 8 885,2 7-301,0 0 0,2 0 0,-1 1 1,1-1-1,-5 19 0,-2 0 259,-86 246 780,92-257-1705,7-20-23,0 1 0,0 0 0,-1-1 0,1 1 0,0-1 0,0 1-1,-1 0 1,1-1 0,0 1 0,-1-1 0,1 1 0,0-1 0,-1 1-1,1-1 1,-1 1 0,1-1 0,-1 1 0,1-1 0,-1 0 0,1 1-1,-1-1 1,1 0 0,-1 1 0,-1-1 0,-1-9-86,-2-244-202,5 248 292,0-12 52,1 0 0,1-1 0,0 1 1,1 1-1,1-1 0,1 0 0,0 1 1,1 0-1,1 0 0,1 1 0,14-23 1,-19 33 32,-3 4-45,1 0 1,0-1-1,0 1 1,0 0 0,0 0-1,0-1 1,0 1-1,0 0 1,1 0-1,-1 0 1,0 0-1,2 0 1,-2 10 333,-2 50-288,4 103 134,-2-150-244,1 1 1,1-1-1,0 1 1,1-1-1,0 0 1,1 0 0,0-1-1,0 1 1,2-1-1,13 19 1,-14-22-353,0-1-1,1-1 1,-1 1 0,1-1 0,1-1 0,13 9-1,-14-10-441,1 0-1,-1-1 1,1 0-1,0 0 0,-1-1 1,1 0-1,1-1 1,9 2-1,49-2-9174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1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415 219 18793,'0'0'1619,"-35"3"619,-116 15-162,139-15-1915,0 0-1,0 0 1,0 1 0,0 1 0,1 0-1,0 1 1,0 0 0,1 0 0,-1 1-1,1 1 1,-11 10 0,13-11-41,-1 0-8,0 1 1,1 0-1,0 0 0,-9 13 1,14-16-103,0 0 0,0 0 0,1 0 1,-1 0-1,1 1 0,0-1 1,1 1-1,-1 0 0,1-1 1,-1 7-1,2-10-16,0 0 0,0 0-1,0 0 1,0 0 0,0 0 0,1 0 0,-1 0-1,0 0 1,1 0 0,0 0 0,-1-1 0,1 1-1,0 0 1,0 0 0,0-1 0,0 1 0,0 0-1,2 2 1,0-2-18,-1 0-1,1 0 0,0 0 1,-1-1-1,1 1 0,0-1 1,0 1-1,0-1 0,0 0 1,5 1-1,7 1-130,1-1 0,0-1-1,29-1 1,-28 0 60,-3 0 55,-1-1 1,1 0-1,0-1 0,-1-1 0,0 0 0,1-1 0,-1 0 0,-1-1 0,20-10 0,-24 10 46,0 0 1,0 0-1,0-1 0,-1 0 0,0 0 0,0-1 0,0 0 1,-1 0-1,0-1 0,0 0 0,-1 0 0,0 0 0,-1 0 0,6-15 1,-7 14 7,0-1 0,-1 0 1,0 1-1,0-1 0,-1-16 1,0 21-5,-2-1 1,1 1 0,0 0-1,-1-1 1,0 1-1,0 0 1,-1-1 0,0 1-1,0 0 1,0 0-1,0 1 1,-4-7 0,0 4-14,-1 0 1,0 0 0,0 0 0,-1 1 0,1 0-1,-1 1 1,-1 0 0,-11-6 0,-77-30-499,62 28-35,1 1-1798,-36-18-1,-2-10-4580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2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 9316,'0'0'1334,"26"4"-397,-3-1-759,-8-2-128,-1 1-1,1 0 1,-1 1 0,0 1 0,0 0-1,0 1 1,-1 0 0,1 1 0,-1 1 0,13 8-1,-8-2 23,0 0-1,0 1 0,-1 0 0,-1 2 1,24 28-1,-35-38 20,-1 1 1,1 1 0,-1-1-1,0 1 1,-1-1-1,0 1 1,0 0-1,-1 0 1,0 1-1,0-1 1,0 0-1,-2 1 1,1-1-1,-1 1 1,0-1-1,0 1 1,-1-1-1,-3 10 1,2-10-25,0 0-1,-1 0 1,0 0 0,0-1 0,-1 1 0,0-1 0,-6 8 0,-41 46 449,25-30-257,-3 2-46,2 3 1,-30 50 0,48-70-194,1 1 1,1-1-1,0 2 0,1-1 1,1 1-1,1-1 0,0 1 1,-1 27-1,4-38-16,0 10 26,0-1-1,3 23 1,-1-34-15,0 0 0,0 0 0,0 1 1,1-1-1,0 0 0,0 0 0,0 0 0,1-1 0,-1 1 0,1 0 1,4 4-1,4 3 9,0-1 1,1 0-1,1-1 1,0 0 0,0-1-1,1 0 1,0-1-1,0-1 1,1 0 0,0-1-1,0-1 1,1 0-1,17 3 1,-32-8-7,-1 0 0,1 0 0,-1 0 0,1 1 0,-1-1 0,1 0 0,-1 0 1,0 1-1,1-1 0,-1 0 0,1 1 0,-1-1 0,0 0 0,1 1 0,-1-1 0,0 1 0,1-1 0,-1 0 0,0 1 0,1-1 1,-1 1-1,0-1 0,0 1 0,0-1 0,0 1 0,1-1 0,-1 1 0,0-1 0,0 1 0,0-1 0,0 1 0,0 0 0,0-1 1,0 1-1,-1-1 0,1 1 0,0-1 0,0 1 0,0-1 0,-1 1 0,-8 25 79,-2-3 80,0 0 1,2 0 0,0 1 0,2 0 0,-7 39 0,7 8 169,6 107 1,2-129-291,24 257 425,0 15 359,-24-313-830,-1 0 0,-1 1-1,1-1 1,-2 0 0,1 0-1,-1 0 1,0 0 0,-6 14-1,6-18-10,-1 0 0,0 0 0,1-1 0,-1 1 0,0-1 0,-1 0 0,1 0 0,0 0 0,-1 0 0,0 0 0,0-1 0,1 0 0,-2 0 0,1 0 0,0 0 0,0 0 0,-7 1 0,-12 1 2,0 0 0,0-2 0,0 0 0,-39-3-1,45 1-4,-10-1-330,0 0 0,0-3-1,0 0 1,1-1 0,-1-2 0,-41-16 0,-53-31-4851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29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3451 397 816,'0'0'16328,"7"0"-15496,-2 0-2579,11 0 6896,-11 0 790,-20 0-3813,-5-1-1867,0-1 0,1 0 0,-1-1 0,1-2 0,-30-9-1,-93-46 658,19 7-386,101 45-517,-110-42 143,-208-49 0,251 85-156,-130-6 0,3-10 0,145 18 0,-98-6 0,101 15 0,2 0 0,-120 10 0,180-6 0,-1 0 0,1 0 0,-1 0 0,1 1 0,0 0 0,-1 0 0,1 1 0,1 0 0,-1 0 0,0 0 0,-6 5 0,12-6 0,-1 0 0,0 0 0,0 0 0,1 0 0,-1 0 0,1 0 0,-1 0 0,1 4 0,-2 5 0,-105 435 0,46-169 0,-23 142 0,24 4 0,51-362 0,-3 0 0,-2-1 0,-3-1 0,-3 0 0,-2-1 0,-53 97 0,-8-12 0,-58 109 0,-55 186 0,103-177 0,-86 392 0,141-495 0,-34 172 0,-20 166 0,86-458 0,1 0 0,0 52 0,8-186-1187,5 28-3229,11-37-6949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3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3581 7171,'0'0'9223,"5"-11"-8871,31-55 1961,-40 81 6187,-5 26-7127,2-6-814,-12 68 441,-7 179-1,7-51-437,-104 375-114,11-74-181,88-245-267,24 3 0,2-125 0,-1 122 0,-6 416 0,-55-109 0,-3 27 0,60-576 0,-6 510 0,11-536 0,1-1 0,0 1 0,1-1 0,1 0 0,11 26 0,-11-29 0,4 13 0,6 40 0,4 16 0,-16-77-57,-1 1-1,-1-1 1,2 14 0,-2-20 56,0 0 0,0 0 0,-1 1 0,1-1 0,0 0 0,0 0 0,0-1 0,0 1 1,0 0-1,0 0 0,1 0 0,-1-1 0,0 1 0,0-1 0,0 1 0,1-1 0,-1 1 1,0-1-1,1 0 0,1 1 0,104 16 55,-27-5-36,628 97 125,-421-68-110,-1-6-33,162 28 0,-322-37 0,483 79 0,19-90 0,-598-16 0,0-1 0,0-2 0,41-11 0,-52 10 0,0-1 0,0-1 0,-1-1 0,0-1 0,0 0 0,17-13 0,-23 12 0,0-1 0,0-1 0,-1 0 0,-1-1 0,0 0 0,0 0 0,-2-1 0,1 0 0,-2-1 0,0 0 0,9-28 0,-9 15 0,-1-1 0,-2 1 0,-1-1 0,0-57 0,-1 3 0,77-497 0,-35 316 0,78-435 0,-90 521 0,-5 10 0,-8 0 0,-4-197 0,-15 359 0,0-148 0,28-233 0,-7 258 0,27-240 0,19-517 0,3-128 0,14 123 0,-23 565 0,-20 130 0,-33 126 0,-2-1 0,-5-112 0,-3 83 0,3 74 0,-2 1 0,0 0 0,-2 0 0,-1 0 0,-1 1 0,-9-31 0,-8 2 0,-1 1 0,-3 1 0,-2 1 0,-36-49 0,-15-30 0,-25-36 0,73 123 0,-36-65 0,55 84 0,1 1 0,1-2 0,2 1 0,0-1 0,-5-29 0,5 23 0,-2-1 0,-1 1 0,-1 1 0,-2 0 0,-21-33 0,-4-11 0,29 54 0,1 0 0,1-1 0,-6-22 0,8 23 0,-1 1 0,-1 0 0,0 1 0,-14-20 0,-5-12 0,-11-20 0,23 46 0,2-2 0,-20-48 0,26 59 0,6 12 0,0-1 0,-1 0 0,1 0 0,0 0 0,0 1 0,1-1 0,-2-4 0,2 7 0,0 0 0,0 0 0,0 0 0,0-1 0,0 1 0,0 0 0,0 0 0,0 0 0,0-1 0,-1 1 0,1 0 0,0 0 0,0 0 0,0 0 0,0 0 0,-1-1 0,1 1 0,0 0 0,0 0 0,0 0 0,-1 0 0,1 0 0,0 0 0,0 0 0,0 0 0,-1 0 0,1 0 0,0 0 0,0-1 0,0 1 0,-1 0 0,1 0 0,0 1 0,0-1 0,-1 0 0,-2-1 0,-39-5-661,26 4-1323,0-1 0,-31-9-1,-13-15-7264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44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19609,'0'0'9239,"-1"29"-8396,-4 201 320,7 0-343,-1 131 273,-24-100-1093,2-50 0,17 129 0,4-251 0,0-79 0,2 27 0,-2-35 0,0 0 0,0 0 0,1 0 0,-1-1 0,1 1 0,0 0 0,-1-1 0,1 1 0,0 0 0,0-1 0,0 1 0,0-1 0,0 1 0,1-1 0,-1 0 0,2 2 0,-2-2-5,-1-1 0,0 0 0,0 0 1,0 0-1,0 0 0,0 0 0,1 0 0,-1 0 0,0 0 0,0 0 0,0 0 1,0 0-1,1 0 0,-1 0 0,0 0 0,0 0 0,0 0 0,0 0 0,1 0 1,-1 0-1,0 0 0,0 0 0,0 0 0,0 0 0,0 0 0,1 0 1,-1 0-1,0 0 0,0 0 0,0 0 0,0-1 0,0 1 0,1 0 0,-1 0 1,0 0-1,0 0 0,0 0 0,0 0 0,0-1 0,4-9-1358,1-33-2529,-4-23-3496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45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89 1921,'0'0'14647,"-2"-4"-13412,-6-23 1104,8 26-2140,-1-1-1,1 0 1,0 0-1,-1 1 1,1-1-1,0 0 1,0 0-1,0 1 1,0-1-1,1 0 1,-1 1-1,0-1 1,1 0-1,-1 0 0,1 1 1,-1-1-1,3-2 1,-1 2-104,1 0 1,0 0 0,-1 0-1,1 1 1,0-1 0,0 1-1,0 0 1,0 0 0,0 0-1,1 0 1,3 0-1,42-4 693,-43 5-701,331-3 2468,-183 5-2031,357-2 1901,-510 2-2363,0 1 0,-1-1-1,1 1 1,0 0 0,-1-1 0,1 1 0,-1 5 0,0-3 25,6 67 325,-5 80 1,-2-80-294,-4 43-119,-38 204 0,23-206 0,-8 207 0,27-200 0,-1 10 0,16 132 0,-7-90 0,-7-154 0,-1-12 0,1 0 0,-1-1 0,0 1 0,-1 0 0,1-1 0,-1 1 0,0-1 0,-1 0 0,1 0 0,-1 0 0,0 0 0,0 0 0,-1 0 0,1-1 0,-1 0 0,0 1 0,0-1 0,-1-1 0,1 1 0,-1-1 0,-8 6 0,-9 3 0,-1-1 0,0 0 0,-37 11 0,55-21 0,-32 11 0,0-3 0,0-1 0,-66 6 0,-115-9 0,183-5 0,-26-2 0,1-2 0,0-3 0,0-3 0,-91-27 0,140 34 4,0-1 0,1 0 1,-1 0-1,1-1 0,0-1 0,0 1 0,-13-12 0,18 13-15,0 0 0,1-1 0,0 0 0,0 0 0,0 0 0,1 0 0,-1-1-1,1 0 1,1 1 0,-1-1 0,1 0 0,0 0 0,0 0 0,-1-10 0,0-7-759,1 0 1,2-29-1,2-14-3725,-1 50 2833,4-45-8291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4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9572,'0'0'5878,"27"-3"-3776,129-15 147,-136 15 1273,-21 3-2605,-6 0-707,1 1 0,-1 0 0,1 0 0,-1 0 0,1 1 0,0 0-1,-1 1 1,1-1 0,1 1 0,-11 7 0,-3 3 292,-28 25 0,47-38-498,-3 2 18,1 0 1,0 0-1,0 0 1,-1 0-1,1 1 1,1-1-1,-1 1 1,0-1-1,1 1 0,-1-1 1,1 1-1,0 0 1,0 0-1,0 0 1,0 0-1,0 0 1,0 0-1,1 0 1,0 0-1,0 6 1,0-8-20,0-1 0,1 1 0,0 0 0,-1 0 0,1 0 0,-1-1 0,1 1 0,0 0 0,0-1 0,-1 1 0,1-1 0,0 1 0,0-1 0,0 1 0,-1-1 0,1 1 0,0-1 0,0 0 0,0 1 0,0-1 0,0 0 0,0 0 0,0 0 0,0 0 0,0 0 0,0 0 0,0 0 0,1 0 0,3 0 17,15 3 12,0-1 0,0-1 0,1-1 0,28-4 0,-47 4-31,1-1 1,-1 0 0,0 0-1,0 0 1,0 0 0,0 0-1,0 0 1,0-1 0,0 1-1,0-1 1,0 0 0,0 1-1,-1-1 1,1 0 0,-1 0-1,1 0 1,-1 0 0,0 0-1,0 0 1,0 0 0,0 0-1,0-1 1,0 1 0,-1 0-1,1-1 1,0-4-1,0-7 48,1-1-1,-2 1 1,-1-21-1,0 12 218,1 14-2346,0 25-3294,0 15-6015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4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11957,'0'0'11038,"15"-4"-10099,47-14-198,-60 17-688,-1 1 0,0-1-1,0 1 1,0-1 0,1 1 0,-1 0-1,0 0 1,0 0 0,1 0-1,-1 0 1,0 0 0,1 0 0,-1 0-1,0 0 1,0 0 0,2 1 0,-2 0-23,-1-1 0,0 1 0,0-1 0,0 0 0,1 1 0,-1-1 0,0 0 0,0 1 0,0-1 0,0 1 0,0-1 0,0 1 0,0-1 0,0 0 0,0 1 0,0-1 0,0 1 0,0-1 0,0 1 0,0-1 0,0 0 0,-1 1 0,0 4-69,1-3 57,1 0 0,-1 0-1,0 0 1,0 0 0,0-1 0,0 1 0,-1 0 0,1 0 0,0 0 0,-1-1 0,0 1 0,1 0 0,-1 0 0,0-1 0,0 1 0,0 0 0,0-1 0,-2 3 0,0-2 5,1-1 0,-1 0 0,0 0 0,0-1 0,0 1 1,0 0-1,0-1 0,0 0 0,0 0 0,0 0 0,-4 0 1,6 0-9,1 0-1,-1-1 1,0 1 0,1 0 0,-1 0 0,0 0 0,0-1 0,1 1 0,-1 0 0,0-1 0,1 1 0,-1 0 0,0-1 0,1 1-1,-1-1 1,1 1 0,-1-1 0,1 1 0,-1-1 0,1 0 0,-1 1 0,1-1 0,0 0 0,-1 1 0,1-1 0,0 0 0,-1-1-1,0-1 19,0 0-1,1-1 1,-1 1-1,1-1 1,-1 1-1,2-7 1,-1 4-6,0-1 1,1 1 0,0 0 0,1 0-1,-1 0 1,1 0 0,5-11 0,-4 12-56,1 0 0,-1 1 0,1-1 0,0 1 1,0 0-1,8-7 0,-10 10-986,-2 10-7814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4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8308,'0'0'16749,"12"7"-15791,36 26-323,-45-32-607,-1 1 0,1 0 1,-1-1-1,1 1 0,-1 0 1,0 1-1,0-1 1,0 0-1,0 1 0,0-1 1,-1 1-1,1-1 0,-1 1 1,0 0-1,1-1 0,-1 1 1,0 0-1,-1 0 1,1 0-1,-1 0 0,1 0 1,-1 0-1,0 0 0,0 0 1,0 0-1,0 0 1,-1 0-1,0 4 0,1-2-29,-1-3 5,1-1-1,-1 0 1,1 1-1,-1-1 1,1 0-1,-1 0 1,0 1-1,0-1 1,1 0-1,-1 0 1,0 0-1,0 0 1,0 0-1,0 0 0,0 0 1,-1 0-1,1-1 1,0 1-1,0 0 1,0-1-1,-1 1 1,1 0-1,0-1 1,-1 0-1,1 1 1,-1-1-1,1 0 1,-2 0-1,-8 2 65,1-1-1,-19-1 0,21 0 28,6-9 102,2 2-175,0 2-18,-1 1 1,1-1-1,0 1 1,1-1-1,-1 1 1,1-1-1,0 1 0,0 0 1,0-1-1,1 1 1,-1 0-1,1-1 0,0 1 1,4-6-1,-2 5-48,0 1 1,1 0-1,-1 0 0,1 1 1,-1-1-1,1 1 0,9-4 0,8 2-2765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46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14631,'0'0'8598,"17"0"-8291,50 2-109,-66-2-191,0 1 1,0-1 0,0 0 0,0 0 0,0 1 0,0-1 0,0 1 0,0-1 0,0 1 0,0-1 0,0 1 0,0 0 0,-1-1 0,1 1 0,0 0 0,0 0 0,-1 0 0,1-1 0,0 1 0,-1 0 0,1 0 0,-1 0 0,1 0 0,-1 0 0,0 0-1,1 0 1,-1 0 0,0 0 0,0 0 0,1 1 0,-1-1 0,0 0 0,0 0 0,0 0 0,-1 2 0,1 0 11,-1 1-1,1-1 1,-1 0-1,0 1 1,0-1-1,0 0 1,0 0 0,-1 0-1,-1 3 1,-4 2 2,-1-1 0,1 0 1,-1-1-1,-1 1 0,1-1 1,-1-1-1,0 0 0,0 0 1,-1-1-1,1 0 1,-12 2-1,12 0 14,20-4 39,5-2-52,-8-1 27,1 1 0,0 0 0,0 0 0,16 4 0,-22-2 136,-2-2-230,-1 0 0,0 1 0,1-1 0,-1 0 0,0 1 0,1-1 0,-1 0 0,1 1 0,-1-1 0,1 0 0,-1 0 0,1 1 0,-1-1 0,1 0 0,-1 0 0,1 0 0,-1 0 0,1 0 0,-1 0 0,1 1 0,-1-1 0,1-1 0,-1 1 0,1 0 0,-1 0 0,1 0 0,-1 0 0,2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54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46 12358,'0'0'8353,"9"-8"-7038,27-22-2,-27 22 2248,-16 10-2229,-1 2-1189,0 0 1,0 0 0,1 1 0,-1 0 0,1 0 0,-7 7-1,-45 46 529,15-14-304,-22 18 40,3 4 0,-105 141 0,147-180-326,-10 16 98,29-39-172,1-3-1,1 0-1,0 0 0,-1 0 1,1-1-1,-1 1 1,0 0-1,1 0 1,-1 0-1,0 0 0,1-1 1,-1 1-1,0 0 1,0-1-1,0 1 0,1 0 1,-3 0-1,3-1 1,0 0 0,1 0 0,-1 0 0,0 0 0,0 0 0,0 0 0,0 0 0,0 0 0,0 0 0,0 0 0,0 0 0,1 0 0,-1 0 0,0 0 0,0 0 0,0 1 1,0-1-1,0 0 0,0 0 0,0 0 0,0 0 0,0 0 0,0 0 0,0 0 0,0 0 0,0 0 0,1 1 0,-1-1 0,0 0 0,0 0 0,0 0 0,0 0 0,0 0 0,0 0 0,0 0 0,0 1 0,0-1 0,0 0 0,0 0 0,0 0 0,0 0 0,0 0 0,-1 0 0,1 0 0,0 0 0,0 1 0,0-1 0,0 0 0,0 0 0,0 0 0,0 0 0,0 0 0,0 0 0,0 0 0,11 2 232,116 0-125,226-10 33,-327 6-147,1-1 0,-1-2 0,0-1 0,-1-1 0,48-20 0,-71 26-148,0 0 0,-1 0-1,1 0 1,-1-1 0,1 1 0,-1 0 0,0-1 0,0 0-1,1 1 1,-1-1 0,0 0 0,0 1 0,-1-1-1,1 0 1,0 0 0,0-2 0,0 3 13,-1 0 1,0 0-1,0 0 1,1 0-1,-1 0 1,0 0-1,0 0 1,0 0-1,0 0 1,0 0-1,0 0 1,0 0-1,-1 0 1,1 0-1,0 0 1,0 0-1,-1 0 0,1 0 1,-1 0-1,1 0 1,-1 1-1,1-1 1,-1 0-1,1 0 1,-1 0-1,0 1 1,1-1-1,-1 0 1,0 1-1,0-1 1,0 0-1,1 1 1,-1-1-1,-2 0 1,-18-7-5872,-3-8-3876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54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28 12198,'0'0'9457,"6"-5"-8272,17-15-43,-23 20-1108,1-1 0,-1 1 0,0 0 0,1 0 0,-1 0 1,0-1-1,0 1 0,1 0 0,-1 0 0,0 0 0,1 0 1,-1 0-1,0 0 0,1 0 0,-1 0 0,0 0 0,1 0 1,-1 0-1,0 0 0,1 0 0,-1 0 0,0 0 0,1 0 1,-1 0-1,0 0 0,1 0 0,-1 0 0,0 0 0,0 1 1,1-1-1,-1 0 0,0 0 0,1 0 0,-1 0 0,0 1 1,0-1-1,0 0 0,1 0 0,-1 1 0,0-1 0,0 0 1,0 1-1,1-1 0,-1 0 0,0 0 0,0 1 0,0-1 1,0 0-1,0 1 0,0-1 0,0 0 0,0 1 0,0-1 1,0 0-1,0 1 0,0-1 0,0 0 0,0 1 1,1 25 777,-1-22-588,1 84 998,-4 1 1,-26 159 0,9-153-800,5 1 1,-4 161-1,18-245-388,1 0 0,1 0 1,-1 0-1,2 0 0,0 0 0,0-1 0,1 1 1,0-1-1,9 19 0,3-1 2,-15-29-79,0-2-1225,-2-16-1428,-11-22-2980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4:57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718 167 11781,'0'0'6235,"1"-6"-5320,1-4-640,5-32 4059,-7 40-4221,0 0 0,0 1 0,0-1 0,0 0 1,0 1-1,0-1 0,-1 0 0,1 1 0,-1-1 0,1 1 0,-1-1 0,0 1 0,1-1 1,-1 1-1,0-1 0,0 1 0,0 0 0,0-1 0,0 1 0,-1 0 0,1 0 0,0 0 1,-3-2-1,-8-3 163,0 1 1,-1 0 0,0 1-1,0 1 1,0 0-1,-24-3 1,11 4 176,0 2 0,-43 3 0,61-2-381,0 1 1,0 0 0,1 0 0,-1 1 0,0 0 0,1 1 0,0 0-1,0 0 1,0 0 0,0 1 0,-11 10 0,-3 5 279,-36 43 1,30-29-97,3 1-1,-28 51 1,-30 79 572,64-127-785,-2 6-43,3 0 0,-14 48 0,23-60 0,2 0 0,1 1 0,1 0 0,1 46 0,3-70 0,0-1 0,0 1 0,1-1 0,3 12 0,-3-16 0,1 0 0,-1 0 0,1 0 0,0 0 0,0-1 0,0 1 0,1-1 0,-1 0 0,1 1 0,6 4 0,5 5 0,2-1 0,-1 0 0,2-2 0,0 0 0,0 0 0,0-2 0,28 10 0,0-4 0,91 16 0,-97-26 0,0-1 0,49-3 0,-37-1 0,-40 0 0,0 0 0,-1-1 0,1 0 0,-1-1 0,1 0 0,-1-1 0,0 0 0,-1-1 0,1 0 0,-1 0 0,12-9 0,10-9 0,49-46 0,-50 39 0,-2-1 0,41-58 0,-62 78 0,0-1 0,-1 0 0,0 0 0,-1 0 0,-1-1 0,0 0 0,-1 0 0,4-25 0,-3-8 0,-1-55 0,-3 94 0,0-30 0,1 7 0,-1 0 0,-2 1 0,-1-1 0,-7-33 0,-3 13 0,-2 0 0,-2 2 0,-39-79 0,16 64 0,38 62 0,0-1 0,0 0 0,0 1 0,0-1 0,-1 1 0,1 0 0,0-1 0,-1 1 0,1 1 0,-1-1 0,1 0 0,-1 0 0,-5 0 0,7 1 0,-21-3 0,-1 1 0,0 1 0,1 1 0,-27 3 0,34-2 0,-3 0-153,1 2 0,-1 0 0,1 1 0,0 1 0,-17 6 0,-79 41-4045,70-30 1390,-62 27-10942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28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63 10629,'0'0'10218,"17"-10"-8753,49-31-65,-52 31 3003,-14 10-4391,0 0 0,0 0 0,0 0 1,0 0-1,0 0 0,0 0 0,0 1 0,0-1 0,0 0 1,-1 0-1,1 0 0,0 0 0,0 0 0,0 0 0,0 0 1,0 0-1,0-1 0,0 1 0,0 0 0,0 0 0,0 0 1,0 0-1,0 0 0,0 0 0,0 0 0,0 0 0,-1 0 1,1 0-1,0 0 0,0 0 0,0 0 0,0 0 0,0 0 1,0 0-1,0 0 0,0 0 0,0 0 0,0 0 0,0 0 1,0 0-1,0 0 0,0-1 0,0 1 0,0 0 0,0 0 0,0 0 1,0 0-1,0 0 0,0 0 0,0 0 0,0 0 0,0 0 1,0 0-1,0 0 0,0 0 0,0 0 0,0 0 0,0-1 1,0 1-1,0 0 0,0 0 0,0 0 0,0 0 0,0 0 1,0 0-1,0 0 0,-13 3-86,2 4 339,0 1 1,0 0 0,1 1-1,0 0 1,-16 19 0,3 0 179,-20 33 0,21-26-278,2 1 0,1 2 0,1 0 0,-17 59 0,26-67-82,2 1-1,1 0 1,1 0-1,2 1 1,1-1-1,3 51 1,-1-79-85,1 1 0,-1-1 0,1 1 0,0-1 0,0 0 0,0 0 0,0 0 0,1 1 0,-1-1 0,1 0 0,0-1 0,-1 1 0,1 0 0,1 0 0,2 2 0,-1-1 0,0-1 0,0 0 0,1-1 0,-1 1 0,1-1 0,-1 0 0,1 0 0,0 0 0,6 1 0,10 1 0,0-1 0,0-1 0,0-2 0,23-1 0,-15 1 0,-10 0 0,0-1 0,0-1 0,0 0 0,0-2 0,33-10 0,-41 10 0,0 0 0,-1-1 0,1-1 0,-1 0 0,0 0 0,-1-1 0,1 0 0,-1 0 0,-1-1 0,13-16 0,-13 15 0,-1-1 0,-1 0 0,1 0 0,-2 0 0,8-19 0,-11 23 0,0 0 0,0 0 0,-1 0 0,0-1 0,0 1 0,0 0 0,-1-1 0,0 1 0,0 0 0,-1-1 0,1 1 0,-4-9 0,3 12 0,0 0 0,0 1 0,-1-1 0,1 1 0,-1-1 0,0 1 0,0 0 0,0 0 0,0-1 0,0 1 0,0 1 0,0-1 0,-1 0 0,1 0 0,-1 1 0,-5-3 0,-4-1 0,0 0 0,-19-4 0,23 7 0,-16-3 0,-1 1 0,1 1 0,-1 1 0,-38 2 0,29 1 0,11-1 0,-45 5 0,57-3 0,1 1 0,0-1 0,1 2 0,-1-1 0,1 1 0,-16 9 0,6-2 0,0 2 0,-32 26 0,46-34 0,-1 0 0,1 1 0,0 0 0,1 0 0,0 0 0,-1 0 0,2 1 0,-1 0 0,1 0 0,0 0 0,1 0 0,-2 8 0,3 8 0,1-23-38,1 1 0,-1-1 0,1 0 0,0 1 0,-1-1 0,1 0 0,0 1 0,-1-1 0,1 0 0,0 0-1,-1 0 1,1 0 0,0 0 0,0 0 0,-1 0 0,1 0 0,0 0 0,0 0 0,-1 0 0,2 0 0,1 0-422,10 0-1073,0-1-1,1 1 1,19-5 0,-25 2 108,-1 1 0,0-1 1,1 0-1,10-6 0,33-23-11319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29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0 10341,'0'0'12744,"-1"4"-11693,-6 17-268,0-1-1,-2 0 1,-14 23-1,-6 14-150,-4 16-127,11-20-305,-2-2 0,-2-1 0,-38 52 0,60-96-289,0-1-1,0 0 1,-1 0 0,1 0 0,-1 0 0,0-1-1,-1 0 1,1 0 0,-1 0 0,0-1 0,0 0 0,0 0-1,0 0 1,0-1 0,-1 0 0,1 0 0,-1-1-1,1 0 1,-1 0 0,-8 0 0,13-1-131,0 0 1,0 0-1,0-1 1,0 1-1,0 0 1,1-1-1,-1 0 1,0 1-1,0-1 1,0 0-1,1 0 1,-1 0-1,1 0 1,-1 0-1,1 0 1,-1-1-1,1 1 1,-2-2-1,0 0-239,0-1 0,1 0 1,-1 0-1,1-1 0,0 1 0,0 0 0,-1-6 0,-2-7-1541,1 0-1,-2-36 0,1-52-2322,5 32 4178,0 22 2919,1 51-2646,-1 0 0,0-1 0,0 1-1,0 0 1,0 0 0,0-1 0,0 1 0,0 0 0,0-1 0,0 1-1,1 0 1,-1 0 0,0-1 0,0 1 0,0 0 0,1 0 0,-1 0-1,0-1 1,0 1 0,0 0 0,1 0 0,-1 0 0,0 0 0,0-1-1,1 1 1,-1 0 0,0 0 0,1 0 0,-1 0 0,0 0 0,0 0-1,1 0 1,-1 0 0,0 0 0,1 0 0,-1 0 0,0 0-1,1 0 1,-1 0 0,13 6 1494,-5 4-537,-1 0 0,11 22 0,7 11 364,-14-26-1374,2 0-1,0 0 1,1-2 0,0 0-1,1 0 1,1-2 0,28 20 0,-32-30-2842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31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6803,'0'0'9300,"12"0"-7584,-3 0-1310,-7-1-294,1 1 0,0-1 0,0 1 0,0 0 0,0 0 0,0 0 0,-1 1 0,1-1 0,0 1 0,0-1 0,0 1 0,-1 0 0,1 0 0,0 0 0,-1 1 0,1-1 0,-1 0 0,1 1 0,-1 0 0,0-1 0,0 1 1,1 0-1,-1 0 0,2 4 0,10 15 414,1-1 0,1-1 0,0 0 0,2-1 1,23 19-1,-27-26-540,0 0 0,1-1 1,0-1-1,1-1 0,0 0 0,0-1 1,1-1-1,19 5 0,-17-8-282,-8-4-1192,-6-3-4129,-5-16-3710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34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94 7924,'0'0'13942,"0"-7"-12085,0-71-913,-1 78-914,-35-4-9141,18-1-968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40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90 161 4946,'0'0'9034,"11"-5"-7586,33-18-98,-41 22-1065,0 0-1,0 0 0,1 0 1,-1 0-1,0 0 0,0 0 1,4 1-1,-7 0-186,1 0 0,0 0 0,0 0 0,-1 0 0,1 0 0,0 0 0,0 0 0,-1 0 0,1 1 0,0-1 0,-1 0 0,1 1 0,0-1 0,-1 0 0,1 1 0,0-1 0,-1 1 0,1-1 0,0 2 0,0 0 74,0 0 0,0 0 1,0 1-1,-1-1 0,1 0 1,-1 1-1,1-1 1,-1 1-1,0-1 0,0 1 1,0-1-1,-1 3 0,1 3-92,-18-8 102,16 0-176,0 0 1,0 0-1,0 0 0,0 0 1,-1 0-1,1-1 0,0 1 1,0-1-1,0 1 1,0-1-1,0 0 0,0 0 1,0 0-1,1 0 1,-1 0-1,0 0 0,0-1 1,1 1-1,-1 0 1,1-1-1,-1 1 0,1-1 1,0 0-1,-1 0 0,1 1 1,0-1-1,0 0 1,0 0-1,0-3 0,-1-3 31,0-1-1,1 0 1,0 1 0,0-1-1,1-16 1,1 11 72,-1 12-92,0 0 0,0-1-1,0 1 1,0 0 0,1 0 0,-1 0 0,1 0-1,-1 0 1,1 0 0,0 0 0,0 0 0,0 0 0,0 1-1,0-1 1,0 0 0,0 1 0,1-1 0,-1 0-1,1 1 1,-1 0 0,1-1 0,0 1 0,-1 0-1,1 0 1,0 0 0,0 0 0,0 0 0,0 0 0,0 0-1,2 0 1,6-1 25,0 0-1,0 1 1,1 0 0,19 1-1,-19 0-10,-4-1-18,-1 1-1,1 1 1,0-1 0,0 1-1,0 0 1,-1 1-1,1 0 1,-1 0-1,1 0 1,-1 1-1,0 0 1,0 0-1,0 0 1,0 1-1,0 0 1,-1 0 0,0 1-1,0-1 1,0 1-1,0 0 1,-1 0-1,0 1 1,0-1-1,0 1 1,-1 0-1,1 0 1,-1 0-1,-1 1 1,3 6 0,-2 4 1,1 0 1,-2 0-1,-1 0 1,0 0-1,-1 22 1,-1-9 20,1-19-30,-1 0 0,0 0 0,-1 0 0,0 0 0,-1-1 1,0 1-1,-1-1 0,0 1 0,0-1 0,-1 0 0,0-1 0,-9 11 0,9-13-3,0 0-1,0-1 1,-1 0 0,0 0 0,0 0 0,-1-1-1,0 0 1,0-1 0,0 1 0,0-1 0,-1 0-1,1-1 1,-1 0 0,0 0 0,0-1 0,-16 3-1,-3-2 17,0-2-1,0-1 0,-40-4 1,59 3-17,1-1 0,-1 0 0,1-1 0,-11-4 0,16 6 0,-1 0 0,1 0 0,0 0-1,0 0 1,0-1 0,0 1 0,0-1 0,0 1-1,0-1 1,0 0 0,1 0 0,-1 0-1,1 0 1,-1 0 0,1 0 0,-2-3-1,3 4 1,0 1-1,0 0 0,0 0 0,0 0 0,0-1 0,0 1 1,0 0-1,1 0 0,-1 0 0,0 0 0,0-1 1,0 1-1,0 0 0,0 0 0,0 0 0,0 0 0,1-1 1,-1 1-1,0 0 0,0 0 0,0 0 0,0 0 1,1 0-1,-1 0 0,0 0 0,0-1 0,0 1 0,0 0 1,1 0-1,-1 0 0,0 0 0,0 0 0,0 0 1,1 0-1,-1 0 0,0 0 0,0 0 0,0 0 0,1 0 1,-1 0-1,0 1 0,12-1 7,-11 1-3,10 1 26,0 1 0,-1 1 0,0 0 0,0 0 0,0 1 0,0 1 0,10 7 0,33 16 47,-35-22-66,1-1-1,0-1 0,0 0 1,0-1-1,27 1 0,99-2 36,-91-3-33,-54 0-17,1 0 0,0 0 0,0 0 0,0 0 0,-1 0 0,1 0 0,0 0 0,0 0 0,0-1 0,0 1 0,-1 0 0,1 0 0,0-1 0,0 1 0,-1 0 0,1-1 1,0 1-1,0-1 0,0 0 0,0 0-118,-1 0 0,0 0 1,0 0-1,1-1 0,-1 1 1,0 0-1,0 0 0,0 0 1,-1 0-1,1-1 0,0 1 1,0 0-1,-1-1 0,1 1-303,0 0 0,-1-1 0,1 1 0,0 0 0,-1 0 0,1 0 0,-1 0 0,1 0 0,-1 0 0,0 0-1,1 0 1,-1 0 0,0 0 0,-1-1 0,-27-14-14774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45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1321 155 7491,'0'0'9664,"4"-20"-8483,12-57 76,-12 55 2230,-6 22-2753,-237-17 2662,22-1-1678,-124 18 37,317 1-1620,0 2 1,1 1-1,0 0 0,-1 2 0,2 1 0,-34 14 0,27-8 23,1 2 0,1 0 1,0 2-1,-34 27 0,46-31-127,2 1 0,-1 0 0,2 0 0,0 2 0,1-1 1,-18 33-1,17-24-6,1 1 1,1 0 0,1 1 0,-8 35 0,12-26-26,1-1 0,1 1 0,3 0 0,5 58 0,-3-78 0,1-1 0,1 0 0,0 1 0,0-1 0,2-1 0,0 1 0,9 14 0,60 87 0,-60-94 0,0-2 0,1 0 0,1 0 0,0-2 0,2 0 0,38 27 0,111 54 0,-146-88 0,1 0 0,0-2 0,0 0 0,1-2 0,0-1 0,0 0 0,0-2 0,1-1 0,34-1 0,-55-1 0,17 1 0,0-1 0,0-1 0,0-1 0,1 0 0,-2-2 0,41-12 0,-22 1 0,37-21 0,-55 24 0,-1-2 0,-1 0 0,0-1 0,-1-1 0,0-1 0,-2 0 0,0-1 0,-1-1 0,17-28 0,-11 12 0,-2-1 0,-1-1 0,-2-1 0,19-67 0,-26 71 0,-2-1 0,4-61 0,-7-73 0,-4 146 0,0 11 0,-1-1 0,-1 1 0,0 0 0,0 0 0,-1 0 0,-1 1 0,0-1 0,-6-11 0,-6-9 0,-29-41 0,26 44 0,13 20 0,0 0 0,0 0 0,-1 1 0,-8-8 0,12 13 0,0 1 0,0-1 0,-1 1 0,1 0 0,-1 0 0,1 0 0,-1 0 0,0 1 0,0 0 0,1-1 0,-1 1 0,0 1 0,-6-2 0,-6 1-385,1 1 0,-1 0 0,0 1 1,1 1-1,-1 1 0,1 0 0,0 0 0,0 2 0,0 0 1,0 0-1,-17 11 0,-25 14-7563,2 0-7803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49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6243,'0'0'4914,"6"0"-4754,-3 0-160,0 0-288,3 0-1201,6-12-2480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30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8820,'0'0'3770,"0"16"-3002,0 48-29,0-63-686,0 0 0,0 0 0,0 0-1,-1 0 1,1 0 0,0 0 0,0 0 0,1 0 0,-1 0-1,0 0 1,0 0 0,0 0 0,1 0 0,-1 0-1,0 0 1,1 0 0,-1 0 0,1 0 0,0 1 0,16 19 1187,-11-18-601,-3-15 8,-4-16-173,3 0 7040,-1 29-7229,-1 0 1,0 0 0,1 0 0,0 0-1,-1 0 1,1-1 0,0 1-1,-1 0 1,1 0 0,0-1 0,0 1-1,0 0 1,1 0 0,26 10 916,-23-9-844,37 10-112,0-1 0,1-3-1,48 4 1,132-1 310,-38-11-556,-184 0 0,0 0 0,-1 0 0,1 0 0,-1 0 0,1 0 0,0 0 0,-1 0 0,1 0 0,-1 0 0,1 1 0,0-1 0,-1 0 0,1 0 0,-1 0 0,1 1 0,-1-1 0,1 0 0,-1 0 0,1 1 0,-1-1 0,1 1 0,-1-1 0,0 0 0,1 1 0,-1-1 0,1 1 0,-1-1 0,0 1 0,1-1 0,-1 1 0,0-1 0,0 1 0,0-1 0,1 1 0,-1 0 0,0-1 0,0 1 0,0-1 0,0 1 0,0 0 0,0-1 0,0 1 0,0-1 0,0 1 0,0 1 0,-1-2-19,1 1 0,-1-1 0,0 1 0,1-1 0,-1 0 0,1 1 0,-1-1 0,0 0 0,1 1 0,-1-1 0,0 0 0,0 0 0,1 1-1,-1-1 1,0 0 0,1 0 0,-1 0 0,0 0 0,0 0 0,1 0 0,-1 0 0,0 0 0,0-1 0,-1 1-133,0 0 0,1 0 1,-1 0-1,1 0 0,-1 0 0,0-1 0,1 1 1,-1-1-1,1 1 0,-1-1 0,1 0 0,-3-1 1,2-1-491,0 0 1,0-1 0,0 1 0,1 0 0,-1-1 0,-1-5 0,-7-32-7552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31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1 192,'0'0'25062,"8"9"-24181,85 92 847,81 92-571,-140-152-1029,-2 3 1,47 82-1,-71-108-87,0-1 0,-1 1-1,-1 1 1,-1-1-1,0 1 1,-1 0-1,-2 0 1,0 1-1,0 25 1,-2-37-15,0 1 1,-1 0-1,0 0 0,-1 0 1,1-1-1,-2 1 0,1-1 1,-1 1-1,0-1 0,-6 9 1,4-8 1,-2 0 0,1-1 0,-1 0 1,0 0-1,0-1 0,-1 1 1,0-2-1,-13 9 0,-12 6 73,-2-1 0,-1-2 0,0-1 0,-72 22 0,-160 28 169,257-65-271,-422 68-751,429-70 1002,-11 0-3044,15-1 2364,0 0 0,1 0 1,-1 0-1,0 0 0,1 1 0,-1-1 1,1 0-1,-1 0 0,1 0 1,-1 1-1,1-1 0,-1 0 0,1 1 1,0-1-1,-1 0 0,1 1 0,0-1 1,0 1-1,-1-1 0,2 0 1,43-33-15034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53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14631,'0'0'10717,"0"-5"-9880,0 4-811,0 0-1,0 0 1,0-1-1,1 1 1,-1 0 0,0 0-1,0 0 1,1 0-1,-1 0 1,1 0-1,-1 0 1,1 0-1,-1 0 1,1 0-1,0 0 1,0 0-1,-1 1 1,1-1-1,0 0 1,0 0 0,0 1-1,0-1 1,0 0-1,0 1 1,0-1-1,0 1 1,1-1-1,5-1 108,0 0-1,0 0 0,13 0 0,-3 0 100,265-44 2310,390-115 1,-665 158-2535,12-2-5,-2-1 1,1 0-1,19-12 0,-20 5-1929,-68 40-9386,4-4-3623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5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39 216 9476,'0'0'7180,"-6"18"-5734,-3 5-819,2-4 924,-10 36 0,18-46 3631,9-9-1664,6 0-3747,371-21 2694,-275 9-2465,-21 3 0,165-37 0,-207 34 0,-48 11-2,0-1 0,0 1 1,-1-1-1,1 1 0,-1-1 0,1 1 0,-1-1 0,0 0 1,0 1-1,1-1 0,-1 0 0,0 1 0,-1-1 1,1 0-1,-1-2 0,1-4-350,-1-107-7951,-4 27-3887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53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12518,'0'0'8780,"-1"13"-7169,-2 29-9,2 0 0,6 64-1,22 96 613,58 172-850,-85-373-1366,0 0 1,0 1 0,1-1-1,-1 0 1,0 0 0,1 0-1,-1 0 1,1 0 0,-1 0-1,1 0 1,-1 0-1,1 0 1,0 0 0,-1 0-1,1-1 1,0 1 0,0 0-1,0 0 1,0-1 0,0 1-1,1 1 1,6-9-413,-2-13-535,18-140-8567,-12 46-3312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54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19593,'0'0'4722,"-34"239"-3809,49-121-305,4 3 224,-10 6-480,-6 0-352,-3 7-32,-3-4-288,-40 9-2305,-5-9-3490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57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40 1697,'0'0'10522,"-3"-1"-9396,-5-1 3619,25 2-116,-10 0-5266,96 0 1129,250-3 1742,-2-22-966,-340 24-1267,11-4-10,-21 4 12,-6-1-337,-15 4-1102,0 0 0,-1 1-1,1 1 1,1 1 0,-24 9 0,-27 8-8593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57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14791,'0'0'9444,"230"27"-9092,-142-18-208,-1 3-96,-14 0-48,-21 4 0,-25 8-80,-15 15-880,-12 13-1249,0 8-2913,-21 13-9269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5:57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17256,'0'0'4706,"164"73"-4434,-70-61-176,0-9-96,-10 0-368,-17 0-1617,-13-3-4562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01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839 148 6195,'0'0'8185,"0"-7"-6718,1 2-1133,-1 3-251,1 0 1,-1 0-1,0 0 1,0 0-1,0 0 1,0 0-1,0 0 0,0 0 1,-1 0-1,1 0 1,-1 0-1,1 0 1,-1 0-1,0 1 1,0-1-1,0 0 1,1 0-1,-2 1 1,1-1-1,-2-3 1,-10-5 488,1 1 1,-1-1 0,-1 2 0,0 0 0,0 1 0,-1 0-1,1 1 1,-1 0 0,-18-3 0,13 5-276,0 0 0,-1 2 1,0 0-1,0 1 0,1 1 0,-35 5 0,45-3-192,0 0-1,1 1 0,-1 0 0,1 1 0,0 0 1,0 1-1,1 0 0,-1 0 0,-10 9 0,-7 7 347,-32 34-1,22-17-175,3 2 0,1 2 0,3 1 0,1 1 0,2 1 0,2 1 0,2 2 0,2 0 0,-15 56 0,27-68-145,2 0-1,1 0 1,2 0-1,3 62 0,0-65-34,0-21-80,1-1 0,0 0 0,1 1 1,0-1-1,1 0 0,1 0 0,-1 0 0,2 0 0,5 11 1,-1-7 0,0-1 1,0 0 0,1-1-1,1 0 1,23 21 0,-15-17 7,1-2 0,0 0-1,2-2 1,-1 0 0,2-1 0,-1-1 0,2-1 0,35 10 0,-17-12 6,0-1 0,0-3 0,0-1 0,58-4 0,-86 0-20,8 0 4,-1 0 0,1-2 1,-1-1-1,0-1 0,0 0 0,0-2 1,-1 0-1,0-1 0,23-13 0,-32 15-7,0-1 1,-1 0-1,0 0 0,0-1 0,0 0 0,-1-1 0,-1 0 0,1 0 0,-1-1 0,-1 0 0,0-1 0,0 0 0,-1 0 0,0 0 0,-1 0 0,-1-1 0,5-15 0,-5-2-2,0-1 0,-2 0 0,-2-38 0,0 35-9,-1 10 7,-1-1 0,-1 0 0,-1 1-1,-2 0 1,0 0 0,-11-28 0,-8-9 51,-35-59 0,44 90-29,0 0 0,-37-45 0,52 72-29,-1 0 0,0 1-1,0-1 1,0 1 0,0 0-1,-1-1 1,1 1 0,0 0-1,0 0 1,-1 1 0,1-1-1,0 0 1,-1 1 0,1-1 0,-1 1-1,1 0 1,-1 0 0,1 0-1,-1 0 1,1 0 0,-1 1-1,1-1 1,-1 1 0,-4 1 0,-3 2-2,0 0 1,0 0 0,0 1 0,-10 7 0,5-3 11,0 0 0,0 2 0,1 0 0,0 0 0,1 2 0,-14 15 0,27-28-6,-3 3-1,0 0-1,0 0 0,0 0 0,1 1 1,0-1-1,-1 1 0,1-1 0,1 1 0,-1 0 1,0 0-1,1 0 0,0 0 0,0 0 1,0 0-1,0 0 0,1 0 0,0 8 0,-1-11-7,1 1-1,0-1 0,0 1 0,0-1 0,1 0 0,-1 1 0,0-1 0,1 1 1,-1-1-1,0 1 0,1-1 0,0 0 0,-1 1 0,1-1 0,0 0 1,0 0-1,-1 1 0,1-1 0,0 0 0,0 0 0,0 0 0,1 0 0,-1 0 1,1 0-1,2 1-54,1 0 1,-1-1-1,0 0 1,1 0-1,-1 0 0,1 0 1,5 0-1,6 0-356,0 0 0,-1-1-1,23-3 1,-32 3 261,0-2-1,0 1 1,0-1 0,0 0-1,0 0 1,0 0 0,0-1-1,-1 0 1,1 0-1,-1-1 1,7-5 0,0-1-91,0-1 0,-1-1 0,0 0 0,-1 0 0,0-1 0,-1-1 0,0 1 1,8-21-1,-15 29 243,-1 0 0,0 0 0,0 0 0,0-1 0,-1 1 0,1 0 0,-1 0 0,0 0 0,-2-8 0,1 12 4,0 1-1,1-1 0,-1 1 1,0 0-1,0-1 1,0 1-1,0 0 0,0 0 1,1 0-1,-1 0 1,0 0-1,0 0 0,0 0 1,0 0-1,0 0 1,-1 0-1,0 1-9,-60-1-1739,21 0-3561,2 0-3990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03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13718,'0'0'7097,"1"-11"-6238,-1 5-762,4-22 219,-2 32-120,0 24 147,29 283 2955,-11-135-2351,-14-113-719,72 555 1289,-65-548-1460,22 148 95,-29-166-200,-2 0 1,-4 60-1,0-110 6,0-1-1,0 0 0,0 0 0,0 0 0,-1 0 0,1 0 0,0 0 0,0 0 1,-1 0-1,1 0 0,-1-1 0,1 1 0,-1 0 0,1 0 0,-1 0 0,-1 1 1,2-2-10,-1 1 1,1-1 0,0 0-1,-1 0 1,1 1 0,-1-1-1,0 0 1,1 0 0,-1 0 0,1 0-1,-1 0 1,1 0 0,-1 0-1,1 0 1,-1 0 0,1 0-1,-1 0 1,1 0 0,-1 0 0,0 0-1,1 0 1,-1-1 0,0 1-1,-1-1-197,0-1-1,-1 1 1,1-1-1,0 0 1,0 0-1,0 0 1,0 0-1,0 0 1,0 0-1,1 0 1,-1-1-1,1 1 1,-2-4-1,-5-14-2935,-9-36-1,-10-53-9382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03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6 445 2321,'0'0'11114,"-1"-29"-9868,-3-93 110,4 56 470,1 61-1533,0 0-1,0 0 1,1 1-1,-1-1 1,4-5-1,-2 2 139,-1 2-213,1 1-1,0 0 1,0-1 0,0 2-1,1-1 1,-1 0 0,1 1-1,0-1 1,0 1 0,1 0-1,-1 1 1,1-1 0,0 1-1,0 0 1,0 0-1,0 0 1,1 1 0,7-3-1,7-1-72,1 2-1,-1 0 0,41-1 0,-54 4-120,303-2 581,-172 4-391,-24 0-22,294-9 371,-289-7-374,-106 13-147,1-2 1,0 1-1,-1-2 0,0 0 1,0-1-1,14-7 0,-26 12-22,1 0 1,-1 0-1,0 0 0,1 0 0,-1 0 0,0 0 0,1 0 1,-1 0-1,0 0 0,0-1 0,0 1 0,0 0 0,0-1 0,0 1 1,-1-1-1,1 1 0,0-3 0,-1 3 114,-1 9-126,-13 47-49,9-35 56,0-1 1,-3 21-1,1 64 395,8 130 1,0-210-344,4 62 230,25 132 0,37 83-24,-60-268-262,76 276 65,15 72-43,-74-241-33,-21-116 1,-2 0 0,-1 0-1,-5 42 1,3-57 0,0 0 0,0-1 0,-1 0 0,0 1-1,-1-1 1,0 0 0,0-1 0,-1 1 0,0-1 0,0 0 0,-1 0-1,1 0 1,-2-1 0,1 0 0,-1 0 0,-9 6 0,-8 4 16,1-2 0,-2-1 0,-48 20 0,28-18 28,1-1 0,-2-2 0,0-2 0,-58 4 0,-192 1 332,203-13-376,20 1-69,-133-2-2039,191-2 1130,0-1 0,-1-1 0,1 0 0,-21-8 0,6-2-4321,-45-27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0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3538,'0'0'16375,"32"0"-14713,208-3 790,425-12 1793,-604 8-3965,-36 3-151,46 0 1,-71 4-186,0 1 1,0-1 0,1 0 0,-1 1 0,0-1 0,0 0 0,1 1 0,-1-1 0,0 0 0,0 1 0,0-1 0,0 1 0,0-1 0,0 0-1,0 1 1,0-1 0,0 1 0,0-1 0,0 1 0,0-1 0,0 0 0,0 1 0,0-1 0,0 1 0,-1-1 0,1 3-288,0 2-38,-1-1-1,0 0 0,0 1 1,-1-1-1,1 0 0,-1 0 1,0 0-1,0 0 0,0 0 1,-1 0-1,1 0 0,-6 5 0,-5 4-3838,-26 22-1,-8 2-9028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04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1 176 7379,'0'0'9794,"24"1"-7900,-19 0-1771,21 1 429,-1-1 0,1-2 1,-1 0-1,0-2 0,47-10 1,139-39 1068,1 9 0,238-17 0,-314 52-1642,-136 8-2,0 0 0,0 0 0,0 0 0,0 0-1,1 0 1,-1 0 0,0 0 0,0 0 0,0 0 0,0 0 0,0 0 0,0 0 0,0 0 0,1 0 0,-1 0 0,0 0 0,0 0-1,0 0 1,0 0 0,0 0 0,0 1 0,0-1 0,0 0 0,0 0 0,1 0 0,-1 0 0,0 0 0,0 0 0,0 0-1,0 0 1,0 0 0,0 0 0,0 0 0,0 1 0,0-1 0,0 0 0,0 0 0,0 0 0,0 0 0,0 0 0,0 0 0,0 0-1,0 1 1,0-1 0,0 0 0,0 0 0,0 0 0,0 0 0,0 0 0,0 0 0,0 0 0,0 1 0,-4 5-1055,4-5 887,-26 25-3920,-19 4-1601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05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7027,'0'0'7188,"215"22"-5524,-124-22-31,12 0-673,6 0 1,6 0 143,-16-6-111,-29 0-305,-25 3-576,-32 3-112,-50 0-1328,-38 0-1778,-19 15-2560,-3 12-4979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05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13494,'0'0'9156,"221"0"-8499,-97 0-497,0 0-160,-15 0-272,-36 0-3186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8276,'0'0'9964,"7"8"-8947,13 18-74,-1 0 0,23 44 1,6 11-103,-16-31-851,-14-20 111,1-1 1,2-1-1,32 35 0,-47-57-331,1 0 0,-1 0 0,1 0 0,1-1 0,-1 0 0,1 0 0,0-1 0,0 0 0,0 0 0,1-1 0,-1 0 0,1-1-1,-1 1 1,1-2 0,0 1 0,0-1 0,17-1 0,-20 0-64,-1-1 1,1 0-1,-1 0 1,1 0-1,-1-1 0,0 0 1,0 0-1,0 0 0,0-1 1,0 1-1,0-1 0,-1-1 1,6-3-1,2-5-434,0 0 0,-1-1 0,10-14 0,-1 1-63,112-126-3234,-113 132 4266,2 2 1,0 0-1,1 2 0,0 0 0,34-17 1,-49 29 286,-6 3-292,1 0-1,-1 1 1,1-1 0,-1 0-1,1 1 1,0-1 0,-1 1-1,1-1 1,-1 1 0,1 0-1,2 0 1,-4 1-8,0 1-1,0 0 1,0 0 0,0 0-1,0-1 1,0 1 0,0 0-1,-1 0 1,1-1-1,-1 1 1,-1 3 0,-6 11 211,0 0-1,-2-1 1,0 0 0,-1-1-1,-24 26 1,23-26-118,-187 204 2373,-112 134-2093,56 11-5371,160-194-4080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7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7555,'0'0'2930,"155"-52"-1906,-107 49 529,4 3-1361,-4 0-192,1 9-32,-13 7-48,-12-1-1008,-21-6-1089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7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1585,'0'0'10821,"191"27"-10261,-122-6-544,7 12-16,9-5-1457,18-10-3585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8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3346,'0'0'4281,"-14"34"-3019,-40 110-221,51-137-972,1 0 0,0 0 0,1 0 1,0 0-1,0 0 0,0 1 0,1-1 0,0 0 0,1 0 0,0 1 1,3 13-1,-3-16-49,1 0 1,1 0-1,-1 0 0,1-1 1,-1 1-1,1 0 1,1-1-1,-1 0 0,0 0 1,1 0-1,0 0 1,7 5-1,-1-2-18,1-2 1,-1 1-1,1-1 0,0-1 1,0 0-1,0 0 0,1-1 1,-1 0-1,1-1 0,0-1 1,14 1-1,-20-2 4,45-1 37,-48 0-39,0 0 1,0 1-1,0-1 0,0 0 0,0-1 1,0 1-1,0-1 0,0 1 0,0-1 0,0 0 1,-1 0-1,5-4 0,-2 1 126,0-2 0,0 1-1,-1 0 1,0-1 0,0 0 0,0 0 0,-1 0-1,0 0 1,-1-1 0,0 1 0,0-1 0,0 0-1,-1 0 1,0 1 0,-1-1 0,0-12-1,0 19-179,-10 1-3021,-1 0-3265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10389,'0'0'2001,"212"209"-2001,-116-151-1441,10-19-7939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9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 12086,'0'0'864,"-197"145"641,119-48 544,17 9-465,25 3-1376,18-7-208,18-17-688,0-30-2497,51-34-5187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15399,'0'0'2225,"175"-52"-1633,-114 52-480,2 0-112,-5 0-320,-1 0-1296,-8 0-1682,-10 0-3537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29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9460,'0'0'6771,"164"34"-6771,-86-25-1296,7-9-2706,0 0-5634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3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25 7972,'0'0'5858,"26"-6"-4817,-9 1-953,-4 1-56,0 1 0,0 1 0,0 0 1,16-1-1,-22 3-30,-1 1 1,1-1 0,-1 1-1,0 0 1,1 1-1,-1-1 1,0 1 0,0 0-1,0 1 1,0 0-1,0 0 1,0 0 0,-1 1-1,6 4 1,4 4-84,0 2 0,-1 0-1,0 0 1,-1 2 0,-1-1 0,0 2 0,-1-1-1,13 28 1,-18-30-133,0 1 0,-1-1 1,-1 1-1,0 0 0,-1 0 0,-1 1 0,0-1 0,-1 0 0,-1 1 0,0-1 0,-5 28 0,1-23 81,-1 0 0,-1-1 0,-1 1 0,-1-1 0,-1-1 0,0 0 0,-2 0 0,-18 26 0,-11 6 9,-65 65-1,44-56 145,27-28 595,1 2 1,-28 38-1,53-61-346,1 1 1,0 0-1,0 0 0,1 1 0,0-1 0,1 2 0,1-1 0,0 0 1,1 1-1,0 0 0,-2 22 0,4-4 225,2 36 0,0-56-465,1 0 0,0 1 0,0-1-1,1 0 1,1-1 0,7 16 0,11 13-180,2-1 0,2-1 0,51 56 0,-75-91 144,13 21 60,-15-22-34,1-1 1,-1 1-1,0-1 1,0 1 0,0-1-1,1 1 1,-1-1-1,0 1 1,0 0-1,0-1 1,0 1 0,0-1-1,0 1 1,0 0-1,-1-1 1,1 1 0,0-1-1,0 1 1,0-1-1,0 1 1,-1-1-1,1 1 1,0-1 0,-1 1-1,1-1 1,0 1-1,-1-1 1,1 1-1,-1-1 1,1 0 0,0 1-1,-1-1 1,1 1-1,-1-1 1,1 0 0,-1 0-1,1 1 1,-1-1-1,0 0 1,1 0-1,-1 0 1,1 0 0,-1 1-1,1-1 1,-1 0-1,0 0 1,0 0-1,-22 2 326,-1 0 0,-31-2 0,28-1-1813,-44 5-1,35 4-5451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1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12 6915,'0'0'10477,"1"0"-10443,-1 0 0,0 0 0,0 0 0,1-1 0,-1 1 0,0 0 1,0 0-1,0-1 0,0 1 0,1 0 0,-1 0 0,0-1 0,0 1 0,0 0 0,0-1 0,0 1 0,0 0 1,0 0-1,0-1 0,0 1 0,0 0 0,0-1 0,0 1 0,0 0 0,0-1 0,0 1 0,0 0 0,0-1 1,0 1-1,0 0 0,0 0 0,0-1 0,0 1 0,-1 0 0,1-1 0,-4 0 144,-1 1 0,1-1-1,-1 1 1,1 0 0,-1 0-1,0 1 1,1-1 0,0 1-1,-10 2 1,-17 7 453,0 2 1,0 1-1,-36 21 0,17-8-104,-7 0-143,-48 25 191,89-43-458,1 2 1,0 0 0,0 1 0,-17 17-1,27-22-78,1 0 1,-1 0-1,1 0 0,0 1 0,0 0 0,1-1 0,0 2 0,0-1 0,1 0 0,-1 0 0,2 1 0,-1-1 0,0 9 0,0 15 178,2 61 0,1-42-128,0-35-56,0 0 0,1-1 0,1 1-1,0-1 1,1 0 0,1 1 0,9 20-1,56 92 97,-52-97-88,23 38 72,84 154-1,-110-189-120,-1 1 0,-2 0 0,-1 0 0,-2 1 0,6 39 0,-11-24 17,-3-33-13,1 0 0,0-1 1,7 27-1,-7-38 8,-1-1-1,-1 1 1,1 0-1,-1 0 0,0 9 1,0-4 7,11-9 69,1-2-59,0 0 0,0 0 0,0-1-1,0-1 1,-1 0 0,17-7 0,66-34 10,-55 23-18,260-118 44,-143 68-5,-144 65-46,-1 1 1,1-2-1,-1 1 0,-1-2 1,16-12-1,-20 14 0,-1 1 1,0-1-1,-1 0 1,0 0-1,1-1 1,-2 0-1,1 1 1,-1-1-1,0 0 1,3-14-1,3-15 40,-2-2-1,5-72 1,-11-77 137,-2 104-62,0 45-21,-2 1 1,-2-1-1,-1 1 1,-2 0 0,-1 0-1,-2 1 1,-2 0 0,-1 1-1,-2 1 1,-1 0-1,-1 1 1,-3 1 0,-42-52-1,60 79-213,-1 1-1,1 0 0,-1 0 0,0 0 0,0 1 1,-1 0-1,1-1 0,-1 2 0,0-1 0,1 0 1,-1 1-1,0 0 0,0 0 0,-1 0 1,1 1-1,0 0 0,-1 0 0,1 0 0,-6 0 1,-10 0-1756,-33-2-7190,12-5-6775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15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0 291 6387,'0'0'10543,"3"-9"-9057,-2 6-1364,-1-1 0,1 1 0,1-1 0,-1 1 0,0 0 0,1 0 0,0-1 0,0 1 0,0 0 0,0 0 0,0 1 0,0-1 0,1 0 0,0 1 0,-1 0 0,1-1 0,0 1 0,0 0 0,0 0 0,0 1 0,5-3 0,290-120 5233,-237 103-4742,1 3 1,0 3 0,65-8-1,116 5 582,-242 18-1245,-1 8-753,-1 0 1,0 1-1,0-1 1,-1 0-1,0 0 1,0 0 0,-1 0-1,0-1 1,-1 1-1,0-1 1,0 1-1,0-1 1,-11 12-1,-11 17-6651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1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7844,'0'0'10319,"30"-7"-8564,189-39 948,-116 23-1154,-1-4 0,135-56 0,-235 82-1376,2 0-821,-10 10-1875,-20 23-1042,-7 12-2349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1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0 770 6243,'0'0'10861,"17"-18"-8660,0 1-1607,-6 7-219,0-2 0,0 1 0,-1-1 0,-1-1 0,0 0 0,-1 0 0,0-1 1,8-20-1,31-101 2079,34-163 1,-74 271-2387,-2 0 1,-1-1 0,0-45-1,-3 72-101,-1 1-1,-1-1 1,1 1 0,0-1-1,0 0 1,0 1-1,0-1 1,0 1-1,0-1 1,-1 1 0,1-1-1,0 1 1,0-1-1,-1 1 1,1-1-1,0 1 1,-1-1 0,1 1-1,0-1 1,-1 1-1,1 0 1,-1-1-1,1 1 1,-1 0-1,1-1 1,-1 1 0,1 0-1,-1 0 1,1-1-1,-1 1 1,1 0-1,-1 0 1,0 0 0,0 0-1,-23 0-2559,17 1 1632,-28 4-4877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3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0 14038,'0'0'2415,"1"6"-2076,0-2-1424,0-2 1646,0 1 0,0-1 0,-1 1 0,1 0-1,-1-1 1,0 1 0,0-1 0,0 1 0,0 0 0,0-1 0,0 1-1,-1-1 1,0 1 0,1-1 0,-1 1 0,0-1 0,0 1 0,0-1-1,-3 5 1,-23 26 277,2 0 0,-21 40 0,-38 50-241,37-71-361,-62 53-1,59-58-154,28-30-51,18-14-26,0 0 0,0 0 0,0 0-1,1 0 1,-1 1 0,-4 6-1,7-10-3,1 0 1,0 1-1,0-1 0,-1 0 0,1 1 0,0-1 0,0 0 0,0 1 0,0-1 0,0 0 0,-1 1 0,1-1 1,0 1-1,0-1 0,0 0 0,0 1 0,0-1 0,0 1 0,0-1 0,0 0 0,1 1 0,-1-1 0,0 0 1,0 1-1,0-1 0,0 0 0,0 1 0,1 0 0,12 4 19,138 9 149,-71-9-142,259 21-50,-287-25-413,-52-1 392,0 0 1,0 0-1,1 0 1,-1 0-1,0 0 1,0 0-1,1 0 1,-1-1-1,0 1 1,0 0-1,1 0 1,-1 0-1,0 0 0,0 0 1,1 0-1,-1-1 1,0 1-1,0 0 1,0 0-1,1 0 1,-1-1-1,0 1 1,0 0-1,0 0 1,0 0-1,0-1 1,0 1-1,1 0 0,-1 0 1,0-1-1,0 1 1,0 0-1,0 0 1,0-1-1,0 1 1,0 0-1,0 0 1,0-1-1,0 1 1,0-1-1,-4-10-1909,1 7 1012,-1 1 1,1-1-1,-1 1 1,0 0-1,-8-5 1,-3-4-1977,-16-14-3832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33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15127,'0'0'8804,"15"212"-8004,-6-134-143,-6-5-113,0 3-32,-3-13-320,0-5-112,0-10-80,0-21-224,-15-8-736,0-4-1633,6-15-2450,0 0-5682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33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2172 95 8932,'-26'-11'4213,"7"3"-3746,-12-6-92,-1 2-1,-1 0 1,1 3-1,-41-8 0,-1 10 97,-1 3-1,-95 6 1,122 2-628,-1 1 1,1 3 0,0 2-1,-69 24 1,33-4-427,-127 67 0,138-56 438,2 3 0,1 3 0,3 3 0,2 3 0,3 3 0,-71 80 0,74-66-110,2 2-1,4 3 1,3 1-1,4 3 1,-57 132-1,84-165 35,2 0 0,3 1 0,1 1 0,3 1 0,-7 72 0,15-98-146,1 1 0,1 0-1,6 42 1,-3-55 117,-1 0-1,1-1 1,1 1-1,-1-1 1,2 0 0,0 0-1,0 0 1,0-1 0,1 0-1,12 14 1,2-3-728,1-1 1,38 28-1,-59-47 966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2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2189 64 5218,'0'0'3439,"27"-2"-2035,81-9-65,-98 10-766,23-9 8979,-37 10-8934,-487-15 2891,-151-9-2346,244 24-926,342 3-210,-106 20 1,77-9-3,-264 58-27,332-67-7,9-4 6,0 1 0,0 1 0,0 0 0,-15 7 0,22-7 10,1-1 0,-1 1 1,0 0-1,1 0 0,0 0 0,0 0 1,0-1-1,0 1 0,1 6 0,0-2 17,-1 53 303,1 30 75,-21 176 0,-10-87 57,-10 271 0,33-28 241,-3 358-141,10-729-547,10 342 197,61 307 45,-24-229-135,-30-293 23,-4-31-99,17 153 62,24 1 1,-7-92 107,26 262 1,-36-168-13,-4-38-58,-19 215 287,-15-329-364,2 57-66,-3 247 0,-16-237 0,0-18 0,14-92 0,-16 237 0,-5-201 0,15-100 0,2-1 0,-3 79 0,10-45 0,2 91 0,1-147 0,8 38 0,2 9 0,3 264 0,-15-186 0,0-145 0,0-1 0,0 0 0,0 1 0,0-1 0,0 0 0,0 0 0,0 1 0,0-1 0,0 0 0,0 1 0,0-1 0,1 0 0,-1 0 0,0 1 0,0-1 0,0 0 0,0 0 0,1 1 0,-1-1 0,0 0 0,0 0 0,0 0 0,1 1 0,-1-1 0,0 0 0,0 0 0,1 0 0,-1 0 0,0 1 0,1-1 0,-1 0 0,0 0 0,0 0 0,1 0 0,-1 0 0,0 0 0,1 0 0,-1 0 0,0 0 0,1 0 0,-1 0 0,0 0 0,0 0 0,1 0 0,-1 0 0,0 0 0,1-1 0,2 1 0,12 0 0,56 0 0,0-2 0,81-14 0,46-26 0,54-10 0,-194 45 0,83 2 0,9 0 0,493-30 0,-628 35 0,1-1 0,0 0 0,-1-1 0,0-1 0,1-1 0,-1 0 0,24-11 0,-17 4 0,-1 0 0,0-2 0,-1 0 0,23-21 0,31-23 0,77-69 0,-145 119 0,-1 1 0,0-1 0,0-1 0,0 1 0,-1-1 0,0 0 0,0 0 0,-1 0 0,4-13 0,0-8 0,5-43 0,-9 45 0,1 3 0,59-431 0,-32-2 0,19-493 0,-13 172 0,-37 615 0,-20-698 0,7 280 0,40 149 0,-2 47 0,-21-460 0,-11 751 0,-36-164 0,24 163 0,-13-159 0,25-195 0,3 358 0,-19-111 0,5 65 0,-11-71 0,19 159 0,-2 1 0,-21-56 0,-23-30 0,-95-166 0,142 284-50,0 0-1,-2 1 1,0 0 0,-14-14 0,19 23-92,-1 0 0,0 0 0,0 0 0,-1 1 0,0 0 1,1 0-1,-1 1 0,-1 0 0,1 1 0,-11-3 1,-29-8-4101,-8-6-3679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46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94 13574,'0'0'8940,"3"-11"-7699,11-33 55,-13 43-1122,-1 0 0,1 0 0,-1 0 0,1 0 0,-1 0 0,0 0 0,1 0 0,-1 0 0,0 0 0,0 0 0,0 0 0,0 0 0,0 0-1,0 0 1,0 0 0,0-1 0,-1 1 0,1 0 0,0 0 0,-1 0 0,1 0 0,0 0 0,-1 0 0,1 1 0,-1-1 0,0 0 0,1 0-1,-1 0 1,0 0 0,1 1 0,-1-1 0,-1-1 0,-1 1-221,0 0-1,1 0 1,-1 1-1,0-1 0,1 1 1,-1 0-1,0-1 1,1 1-1,-4 1 1,-2-1 492,-96-2 139,59 3-285,32-1-248,0 1 0,0 1 0,-1 0 0,1 1 0,1 1 0,-1 0 0,1 0 0,-1 1 0,1 1 0,0 0 0,1 1 0,0 0 1,0 0-1,0 1 0,1 1 0,0 0 0,1 0 0,0 1 0,0 0 0,1 1 0,-11 19 0,14-22-51,1 0 0,1 0 0,-1 0 0,1 1 0,1-1 0,0 1 0,0 0 0,-1 9 0,1 4 0,2 0 0,2 24 0,-2-40 0,1 0 0,0-1 0,0 1 0,1-1 0,0 1 0,0-1 0,0 1 0,0-1 0,1 0 0,0 0 0,0-1 0,5 7 0,-1-4 0,-1 0 0,1 0 0,1 0 0,0-1 0,-1-1 0,17 10 0,-9-7 0,1-1 0,1-1 0,-1 0 0,1-1 0,0-1 0,0 0 0,32 2 0,-27-5 0,6 1 0,-1-1 0,1-2 0,36-4 0,-56 3 0,1-1 0,-1 0 0,0 0 0,0-1 0,-1 0 0,1 0 0,-1-1 0,0 0 0,0 0 0,0 0 0,-1-1 0,0 0 0,0-1 0,8-10 0,-7 8 0,-1 0 0,-1-1 0,1 1 0,-1-1 0,-1 0 0,0 0 0,-1-1 0,1 1 0,-2-1 0,0 0 0,1-13 0,-2-131 0,-1 154 0,0-1 0,1 1 0,-1 0 0,0-1 0,1 1 0,-1 0 0,1-1 0,0 1 0,-1 0 0,1 0 0,0 0 0,0-1 0,0 1 0,-1 0 0,1 0 0,0 0 0,1 0 0,-1 1 0,0-1 0,0 0 0,2-1 0,29-12 0,-28 12 0,9-1 0,-1-1 0,1 2 0,-1 0 0,1 0 0,0 1 0,19 1 0,-30 1 0,0-1 0,0 1 0,-1-1 0,1 1 0,-1-1 0,1 1 0,0 0 0,-1 0 0,1 0 0,-1 0 0,0 0 0,1 0 0,-1 1 0,0-1 0,0 0 0,0 1 0,1-1 0,-2 1 0,1-1 0,0 1 0,0-1 0,0 1 0,-1 0 0,1-1 0,0 4 0,3 6 0,-1 1 0,3 17 0,-6-28 0,3 29 0,0 0 0,-2 0 0,-5 59 0,4-87 0,-1 1 0,1 0 0,-1 0 0,1-1 0,-1 1 0,0 0 0,0 0 0,0-1 0,0 1 0,-1-1 0,1 1 0,-1-1 0,1 0 0,-1 1 0,0-1 0,0 0 0,0 0 0,0 0 0,0-1 0,0 1 0,-5 2 0,7-4 0,0 0 0,0 0 0,0 0 0,-1 0 0,1 0 0,0 0 0,0 0 0,0 0 0,-1 0 0,1 0 0,0 0 0,0 0 0,0 0 0,-1 0 0,1-1 0,0 1 0,0 0 0,0 0 0,-1 0 0,1 0 0,0 0 0,0-1 0,0 1 0,0 0 0,0 0 0,-1 0 0,1 0 0,0-1 0,0 1 0,0 0 0,0 0 0,0 0 0,0-1 0,0 1 0,0 0 0,0 0 0,0 0 0,0-1 0,0 1 0,0 0 0,0 0 0,0-1 0,0 1 0,0 0 0,0 0 0,0 0 0,0-1 0,0-19 0,0 11 0,0-5 0,1 1 0,-1-1 0,5-17 0,-4 27 0,0-1 0,1 1 0,0 0 0,-1-1 0,1 1 0,1 0 0,-1 0 0,1 0 0,-1 0 0,1 1 0,0-1 0,0 1 0,7-5 0,6-3 0,1 0 0,0 2 0,0 0 0,1 1 0,0 1 0,1 1 0,0 0 0,0 2 0,37-5 0,-16 8 0,-40 1 0,1 1 0,0 0 0,-1-1 0,1 1 0,0 0 0,-1 0 0,1 0 0,-1-1 0,1 1 0,-1 0 0,1 0 0,-1 0 0,0 0 0,1 0 0,-1 0 0,0 0 0,0 0 0,0 0 0,1 1 0,0 3 0,6 29 0,-4-21 0,-1 1 0,2-1 0,0 0 0,6 13 0,-8-23 0,-1 0 0,1 0 0,0-1 0,-1 1 0,1 0 0,0-1 0,1 1 0,-1-1 0,0 0 0,1 0 0,-1 0 0,1 0 0,-1 0 0,1-1 0,0 1 0,0-1 0,0 1 0,0-1 0,0 0 0,0 0 0,0-1 0,5 1 0,78 1 0,-48-3 0,-29 1 0,1-1 0,0-1 0,0 0 0,-1 0 0,1-1 0,-1 0 0,0 0 0,0-1 0,0-1 0,0 1 0,0-2 0,-1 1 0,0-1 0,14-13 0,-16 13 0,1-1 0,-1 1 0,0-1 0,-1-1 0,0 1 0,0-1 0,0 0 0,-1 0 0,0 0 0,-1-1 0,0 1 0,0-1 0,-1 0 0,0 0 0,0 0 0,0-12 0,-2 18 0,0 0 0,0 1 0,0-1 0,0 0 0,0 1 0,-1-1 0,1 1 0,-1-1 0,0 1 0,0-1 0,1 1 0,-3-4 0,1 5 0,1 0 0,-1-1 0,1 1 0,-1 0 0,0 0 0,1 0 0,-1 0 0,0 0 0,0 1 0,1-1 0,-1 1 0,0-1 0,0 1 0,0-1 0,0 1 0,-2 0 0,-3-1 0,0 0 0,-1 1 0,1 0 0,0 0 0,-10 2 0,14-2 0,0 1 0,1 0 0,-1 0 0,0 0 0,1 0 0,-1 0 0,1 1 0,0-1 0,-1 1 0,1 0 0,0-1 0,0 1 0,0 0 0,0 0 0,0 1 0,-1 1 0,-2 4 0,0 0 0,1 0 0,0 1 0,1-1 0,-1 1 0,2 0 0,-1 0 0,-1 12 0,1 6 0,0 43 0,3-67 0,0-1 0,0 1 0,0-1 0,1 1 0,-1 0 0,1-1 0,-1 1 0,1-1 0,0 1 0,0-1 0,0 0 0,0 1 0,0-1 0,0 0 0,1 0 0,-1 1 0,1-1 0,0 0 0,-1-1 0,4 3 0,-1-1 0,1 0 0,0-1 0,0 0 0,0 0 0,0 0 0,0 0 0,0-1 0,11 2 0,-2-1-398,0 0-1,0-1 1,0 0 0,18-1-1,-28-1 128,1 1 0,-1-1 0,1 0 0,-1-1 0,0 1-1,1-1 1,-1 1 0,0-1 0,0-1 0,0 1 0,0 0 0,-1-1-1,1 0 1,-1 0 0,1 0 0,-1 0 0,4-5 0,17-27-6991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47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14407,'0'0'9604,"-1"3"-8878,-2 9-388,1 0-1,1 1 1,0-1 0,0 0 0,1 1 0,2 12 0,-1 14 74,11 376 957,-10-400-1335,2-12-13,4-10 70,3-10-20,-2 0-1,12-29 1,6-10-53,-17 38-11,0 1 0,1 0 0,1 1-1,15-17 1,-23 28-1,1 1 0,0 0-1,0-1 1,0 2 0,0-1-1,0 1 1,1 0 0,0 0-1,0 0 1,0 1 0,0 0-1,0 0 1,0 0 0,0 1-1,1 0 1,11 0-1,-3 1 19,-6-1 6,-1 1 0,0 1 0,0-1 0,14 4 0,-20-3-25,1 0 0,-1 0 0,1 0 0,-1 0 0,1 0 0,-1 1 0,0-1 0,0 1 0,1 0 0,-1 0 0,0-1 0,-1 2 0,1-1 0,0 0 1,-1 0-1,1 0 0,1 5 0,2 3 0,-1 0 0,0 0 0,-1 1 1,0-1-1,-1 1 0,2 16 1,0 67 9,-4-86-17,-8-7-410,6-6-2278,3 0 1742,-1-1 1,1 1 0,0-1 0,0 1 0,1-1 0,0 1 0,0 0 0,0-1 0,0 1 0,6-8-1,28-30-10241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47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191 127 1361,'0'0'23453,"-10"2"-23090,2-1-274,0 0 1,0 1-1,0 1 0,0-1 1,0 1-1,1 0 0,-1 1 1,1 0-1,-12 8 1,5 0 152,0-1 0,-19 23 0,30-30-220,-1 0 0,1 0 0,1 0 0,-1 0 0,1 1 0,-1-1 0,1 1 0,1 0 0,-1-1 0,1 1 0,-1 0 0,1 0 0,1 0 0,-1 6 0,1-10-22,0-1-1,1 1 1,-1 0 0,0 0-1,1 0 1,-1 0-1,0-1 1,1 1 0,-1 0-1,1 0 1,0-1 0,-1 1-1,1 0 1,0-1-1,-1 1 1,1-1 0,0 1-1,0-1 1,-1 1 0,1-1-1,0 0 1,0 1-1,0-1 1,0 0 0,-1 1-1,1-1 1,0 0 0,0 0-1,0 0 1,0 0-1,1 0 1,35 1-92,-29-1 47,-1 0 17,0 0 1,0 0-1,0-1 1,0 0 0,0 0-1,0 0 1,0-1 0,-1 0-1,1 0 1,0-1-1,-1 0 1,0 0 0,0-1-1,0 1 1,0-1-1,0-1 1,-1 1 0,0-1-1,0 0 1,0 0-1,0 0 1,-1-1 0,0 0-1,0 0 1,4-8-1,-4 8 44,-1-1 0,1 0-1,-2-1 1,1 1-1,-1 0 1,0-1-1,2-8 1,-2-5 232,-1-30 0,-1 50-231,0-2 3,0-1-9,1 1 0,-1-1-1,0 1 1,-1-1 0,1 1 0,-1-1-1,1 1 1,-1-1 0,0 1 0,0 0-1,0 0 1,-1-1 0,1 1 0,-1 0-1,-3-4 1,2-7-3486,3 14 3146,0-7-6490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48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16 106 8468,'0'0'8524,"-3"-1"-6833,-3-2-878,5 2-414,0 0 1,1 0-1,-1 1 1,1-1-1,-1 0 0,1 0 1,-1 0-1,1 1 1,0-1-1,-1 0 1,1 0-1,0 0 1,0 0-1,0 0 0,0 0 1,0 0-1,0 0 1,0 0-1,0-1 1,3 0 912,42-5 205,-19 5-1190,310-11 893,5 0-314,-336 12-939,-6-1-119,-7 0-842,5 1 460,-1 1 0,0-1 0,1 0 1,-1 0-1,0 0 0,1 0 0,-1-1 0,1 0 1,0 1-1,-1-1 0,-4-5 0,-14-14-6496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48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6 8356,'0'0'15068,"2"-2"-14150,-1 2-865,-1-1-1,1 1 1,0-1 0,0 1 0,-1 0-1,1 0 1,0-1 0,-1 1 0,1 0-1,0 0 1,0 0 0,-1 0 0,1 0-1,0 0 1,0 0 0,-1 0 0,1 0-1,0 0 1,-1 0 0,1 1 0,0-1 0,0 0-1,-1 0 1,2 1 0,20 16 741,-13-7-457,0 0 0,11 18 0,-15-20-255,-1 0 0,1 1 0,-2 0 0,1 0 0,-1 0 0,-1 1 0,0-1 0,2 16 0,-2 7 7,-2 41 0,0-31 57,0-35-126,-1-1 0,1 1 0,-1 0 0,0-1 0,0 0 0,-1 1 0,0-1 0,0 0 0,-1 1 0,0-1 0,0-1 0,0 1 0,-7 8 1,5-7 1,-1-1 0,-1 0 0,1 0 0,-1 0 0,0-1 0,0 0 0,-1-1 1,1 1-1,-11 3 0,-6 1-20,0-2 0,-1 0-1,0-2 1,0 0 0,0-2 0,-29 0 0,-73-2-2446,123 0 1991,-1-1 0,0 0 0,0-1 0,1 1 0,-1-1 1,0 0-1,-6-2 0,6 0-513,1 0 0,-1 0 0,1 0 0,0-1 0,-1 1 0,-3-6 0,8 9 935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51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21 8468,'0'0'13622,"-3"-3"-11720,-8-9-680,11 12-1185,0-1 0,0 1 0,0 0 1,0-1-1,-1 1 0,1 0 0,0-1 1,0 1-1,-1 0 0,1 0 0,0-1 1,0 1-1,-1 0 0,1 0 1,0-1-1,-1 1 0,1 0 0,0 0 1,-1 0-1,1 0 0,0 0 0,-1-1 1,1 1-1,0 0 0,-1 0 0,1 0 1,0 0-1,-1 0 0,1 0 0,-1 0 1,1 0-1,0 0 0,-1 0 0,1 1 1,0-1-1,-1 0 0,1 0 0,0 0 1,-1 0-1,1 0 0,0 1 1,-1-1-1,1 0 0,0 0 0,0 1 1,-1-1-1,1 0 0,0 0 0,0 1 1,-1-1-1,1 1 0,-1 6 136,0 0 0,0 0 0,1 0 0,0 0-1,1 8 1,-1 6 188,0-16-303,-1 34 293,2 1-1,2-1 0,1 0 0,13 57 0,42 185 964,-33-140-432,-26-140-956,0-1 1,0 1 0,0-1 0,1 0 0,-1 1 0,0-1-1,0 1 1,1-1 0,-1 0 0,0 1 0,0-1 0,1 0 0,-1 1-1,0-1 1,1 0 0,-1 0 0,1 1 0,-1-1 0,0 0-1,1 0 1,-1 0 0,1 1 0,-1-1 0,0 0 0,1 0 0,-1 0-1,1 0 1,-1 0 0,1 0 0,-1 0 0,1 0 0,-1 0-1,0 0 1,1 0 0,-1 0 0,1 0 0,-1 0 0,1-1-1,-1 1 1,0 0 0,1 0 0,-1 0 0,1-1 0,-1 1 0,0 0-1,1 0 1,-1-1 0,0 1 0,1 0 0,-1-1 0,0 1-1,0 0 1,1-1 0,-1 1 0,0-1 0,1 0 0,9-29-4164,-3-16-4015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5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46 9748,'0'0'6884,"-2"-3"-5873,-1-10 682,2 10-353,1-1 1,-1 1 0,0-1-1,0 1 1,-1 0-1,-2-6 1,4 9-954,-11 0 2056,2 1-2390,0 0-1,0 0 1,1 1-1,-1 0 0,0 1 1,1 0-1,0 0 1,0 1-1,0 0 1,0 0-1,0 1 0,-8 7 1,-13 11 207,-42 44 1,56-52-247,-271 313-14,272-311 0,1-2 0,1 2 0,-16 28 0,25-40-86,2-3-137,0 0 0,0 0 0,1 0-1,-1 0 1,1 1 0,0-1 0,0 0-1,-1 0 1,1 0 0,0 0-1,1 1 1,0 2 0,-1-23-5027,0-15-4328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54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15 8788,'0'0'12606,"-13"-15"-6569,13 16-5889,-1-1 0,0 1 0,0-1 1,0 1-1,0-1 0,1 1 0,-1 0 0,0-1 0,1 1 0,-1 0 0,0 0 0,1-1 0,-1 1 0,1 0 0,-1 0 1,1 0-1,-1 0 0,1 0 0,0 0 0,0 0 0,-1 0 0,1 0 0,0 0 0,0 0 0,0 0 0,0 0 0,0 0 1,0 0-1,0 1 0,1 44 241,-1-30 38,1-8-421,0 0 0,0-1 0,1 1 0,0-1 0,0 0 0,1 1 0,0-1 0,0 0 0,1-1 0,-1 1 0,2-1 0,-1 1 0,1-1 0,0 0 0,6 5 0,11 11-12,2-1 0,32 23-1,-49-39 7,273 204 0,-230-168 0,60 63 0,-100-94 0,4 10 0,-3-11 0,-11-9 0,0 0 0,0 0 0,0 0 0,0 0 0,1 1 0,-1-1 0,0 0 0,0 0 0,0 0 0,1 0 0,-1 0 0,0 0 0,0 0 0,0 0 0,0 0 0,1 0 0,-1 0 0,0-1 0,0 1 0,0 0 0,1 0 0,-1 0 0,0 0 0,0 0 0,0 0 0,0 0 0,0 0 0,1 0 0,-1-1 0,0 1 0,0 0 0,0 0 0,0 0 0,0 0 0,0 0 0,1-1 0,-1 1 0,0 0 0,0 0 0,0 0 0,0 0 0,0-1 0,0 1 0,0 0 0,0 0 0,0 0 0,0-1 0,0 1 0,0 0 0,20-100-4135,2 21-2647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54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7219,'0'0'17854,"-2"10"-16843,-7 96 1316,5 125-1,4-181-2075,2 9 45,17 109 1,28 56 467,3 19-342,-49-233-417,9 41 25,-9-48-43,0 0 0,0 0 0,0 0 1,0 0-1,0-1 0,0 1 0,1 0 0,0-1 1,-1 1-1,1-1 0,0 1 0,0-1 1,3 2-1,-5-3-76,1-1 0,0 0 1,0 0-1,0 1 0,0-1 0,0 0 1,-1 0-1,1 0 0,0 0 0,0 0 0,0 0 1,0 0-1,0 0 0,0 0 0,-1-1 1,1 1-1,0 0 0,0 0 0,0-1 1,0 1-1,-1 0 0,1-1 0,0 1 1,0-1-1,-1 1 0,1-1 0,0 0 0,-1 1 1,1-1-1,-1 0 0,1 1 0,0-2 1,3-5-833,-1-1 0,0 1 0,0-1 0,3-9 0,12-48-8465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55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0 664 8052,'0'0'13753,"6"-7"-13041,-3 4-626,1-2 63,0 1-1,0-1 0,0 1 1,0 0-1,1 1 0,0-1 1,0 1-1,0 0 0,0 0 1,11-4-1,452-125 3726,124-37-2975,-158-10-779,-345 136-115,-34 15 12,76-27 1,-130 54-12,-1 1 0,0 0 0,1 0-1,-1-1 1,1 1 0,-1 0 0,1 0 0,-1 0 0,1 0-1,0 0 1,-1-1 0,1 1 0,-1 0 0,1 0 0,-1 0 0,1 1-1,-1-1 1,1 0 0,-1 0 0,1 0 0,-1 0 0,1 0 0,-1 1-1,1-1 1,-1 0 0,1 1 0,2 17 140,-3-16-154,1 18 15,52 637 1715,-36-560-1179,39 130 1,-34-161-382,2-2 1,61 112-1,77 88-162,-147-241 0,-7-9 0,0 0 0,0 1 0,-1 0 0,-1 1 0,-1 0 0,0-1 0,-1 2 0,0-1 0,-2 0 0,0 1 0,0 28 0,-2-29 0,1-1 0,-2 0 0,-3 24 0,3-33 0,0 0 0,-1 0 0,0 0 0,-1 0 0,1-1 0,-1 1 0,0-1 0,0 0 0,-8 10 0,3-5 0,-1-1 0,0 0 0,-1 0 0,0-1 0,-1 0 0,0 0 0,0-1 0,-19 9 0,8-8 0,0 0 0,-1-1 0,-46 7 0,-314 40 0,-264 52 0,580-89 0,26-5 0,-2-1 0,1-3 0,-68 5 0,102-14 0,6 0 0,0 1 0,1 0 0,-1 0 0,0 0 0,1 1 0,-1-1 0,0 0 0,0 1 0,1-1 0,-1 1 0,1-1 0,-1 1 0,0 0 0,-1 1 0,1-2-50,-1 1 1,0-1-1,1 0 1,-1 0-1,0 0 0,1 0 1,-1 0-1,0-1 1,1 1-1,-1-1 0,1 0 1,-1 1-1,1-1 1,-1 0-1,1-1 0,-1 1 1,1 0-1,0-1 1,0 1-1,0-1 0,-3-3 1,-8-3-1448,-24-11-4847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6:59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13158,'0'0'10560,"34"-8"-10440,22-6 19,0 3 0,1 3 1,86-2-1,143 11 957,317-3 2192,-597 2-3237,56-4 362,-56 3-282,0 0 1,0-1 0,-1 0 0,1 0-1,0 0 1,-1-1 0,10-6 0,-14 7-816,-8 1-1081,-10 0-3592,14 1 3766,-22 0-13995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0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7299,'0'0'0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00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67 2593,'-2'0'14095,"-11"0"-13274,12 0-817,0 0 0,0 1 0,1-1 0,-1 0 0,0-1 0,0 1-1,0 0 1,1 0 0,-1 0 0,0 0 0,0 0 0,1-1 0,-1 1-1,0 0 1,0-1 0,1 1 0,-1-1 0,0 1 0,1-1 0,-1 1-1,1-1 1,-1 1 0,0-1 0,1 1 0,-1-1 0,1 0 0,-1-1-1,0-22-2629,1 18 1753,3-20-4841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05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0 391 8580,'0'0'16263,"22"-22"-15086,78-70-78,-92 86-997,1 1 0,-1-1-1,1 2 1,0-1 0,0 1 0,0 0 0,0 1 0,1 0-1,0 1 1,-1 0 0,11-1 0,15-3 191,-31 5-266,398-105 2809,-84 10-1566,-295 88-1262,-17 5-80,0 1-1,0 0 1,0 1 0,0 0-1,0-1 1,1 2-1,8-1 1,-15 4-1694,0 5 306,0-1-87,0 0 1,0 0-1,-1 1 0,-1 6 0,-13 20-7780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06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30 210 5715,'0'0'9788,"-5"-2"-7902,-15-9-234,20 11-1548,0 0 1,-1 0 0,1 0 0,0 0-1,0 0 1,-1 0 0,1 0 0,0 0-1,0-1 1,0 1 0,-1 0 0,1 0-1,0 0 1,0 0 0,0 0-1,-1-1 1,1 1 0,0 0 0,0 0-1,0 0 1,0-1 0,0 1 0,0 0-1,-1 0 1,1 0 0,0-1 0,0 1-1,0 0 1,0 0 0,0-1-1,0 1 1,0 0 0,0 0 0,0-1-1,0 1 1,0 0 0,0 0 0,0-1-1,0 1 1,0 0 0,0 0 0,1-1-1,-1 1 1,0 0 0,0 0-1,11-7 501,-8 6-227,16-7 299,1 1-1,0 0 1,24-3 0,73-10 803,-66 12-1033,583-96 1943,-515 89-2112,-118 15-345,-1 0 0,1 0 0,0-1 0,-1 1 0,1 0 0,0 0 0,-1 0 0,1 0 0,0 0 0,-1 0 0,1 0 0,0 0 0,-1 0 0,1 0 0,0 0 0,-1 0 0,1 0 0,0 0 0,-1 1 0,1-1 0,-1 0 0,1 1 0,0-1 0,-1 0 0,1 1 0,-1-1 0,1 0 0,-1 1 0,1-1 0,-1 1 0,1-1 0,-1 1 0,0-1 0,1 1 0,-1 0 0,0-1 0,1 1 0,-1 0 0,0 2-269,1-1-1,-1 1 1,-1 0 0,1-1-1,0 1 1,-1-1-1,0 5 1,-1-1-272,-9 35-4843,-6-1-4620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07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0 314 13574,'0'0'9114,"16"-15"-8127,-4 2-729,-3 3-19,1 0 1,0 1-1,0 0 0,1 0 0,1 1 1,-1 0-1,1 1 0,24-10 1,270-93 4004,-121 52-3553,-87 31-549,-97 27-240,0-1 1,0 1-1,0-1 1,0 1-1,0 0 1,0-1-1,0 1 1,0 0-1,1 0 1,-1 0-1,0 0 1,0 0 0,0 0-1,0 0 1,0 0-1,0 0 1,0 1-1,0-1 1,0 0-1,0 1 1,0-1-1,0 1 1,0-1-1,0 1 1,0-1-1,0 1 1,0 0 0,-1-1-1,1 1 1,0 0-1,0 0 1,0 1-1,0 1-782,0 1 0,0-1-1,0 1 1,-1 0 0,1-1-1,-1 1 1,0-1 0,-1 5 0,1 1-411,0 24-8623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07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10661,'0'0'11848,"8"-4"-10816,27-14 284,1 2-1,59-19 0,88-16 548,-94 28-1538,-69 19-418,12-4 85,-31 7-250,1 1 0,-1-1-1,0 0 1,0 1 0,0-1-1,0 0 1,0 0 0,0 0-1,0 0 1,0 0 0,0 0 0,0 0-1,0 0 1,-1-1 0,1 1-1,0 0 1,-1 0 0,1-1-1,-1 1 1,1-2 0,0-12-6044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15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1 473 8580,'0'0'9756,"0"-6"-8531,0 5-1166,0-1 1,0 1-1,0-1 1,0 1-1,0-1 1,1 1-1,-1-1 1,0 1-1,1 0 1,-1-1-1,1 1 1,0 0-1,-1-1 0,1 1 1,0 0-1,0 0 1,0 0-1,0 0 1,0 0-1,0 0 1,2-2-1,4-1 140,-1 1-1,0 0 0,1 1 1,8-3-1,-8 3-78,268-74 2491,-176 51-2205,242-69 381,-239 64-629,33-11 156,135-62 1,-237 89-103,65-20 0,-97 34-200,0 0 0,1-1-1,-1 1 1,0 0-1,0 0 1,0 0-1,1 0 1,-1 1 0,0-1-1,0 0 1,0 0-1,0 1 1,0-1 0,1 1-1,-1-1 1,0 1-1,0-1 1,0 1-1,0 0 1,0-1 0,0 1-1,-1 0 1,1 0-1,0 0 1,0 0 0,0 0-1,-1 0 1,1 0-1,-1 0 1,2 2-1,1 4 4,0 0 0,0 0 0,2 14-1,-2-10 41,21 83 205,28 92 61,1-50-188,51 154-82,-101-275-62,1 0 0,-2 0 0,0 0 0,-1 1 0,-1 15 0,0-22 1,-1-1 0,0 1 0,0-1 0,-1 0 0,0 1 0,0-1 0,-1 0 0,0 0 0,-1-1 0,-6 12 0,-11 9 10,-2 0 0,0-1-1,-2-1 1,-1-1 0,-44 31-1,-3-5 14,-82 44 0,100-65 2,-1-3-1,-1-1 1,-74 21-1,98-38-6,0-1 0,0-1-1,0-2 1,-1-2 0,1-1 0,-1-1-1,-59-7 1,84 4-15,0 0-1,1 0 1,-1-1 0,1 0-1,0 0 1,0-1-1,0 0 1,1-1 0,-1 0-1,1 0 1,0 0-1,0-1 1,-10-11 0,-3-6-66,2-2 1,-27-43 0,15 17-90,3-1 1,-35-92-1,-14-118 12,66 215-437,2-1-1,2 0 0,1-76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7:21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107 782 2641,'0'0'0,"36"-203"-672,-36 106-192,0 3 864,-9 7 272,-18 8-16,-7 0 96,-2 7-352,0 2-624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4:40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28338,'3588'272'0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4:42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6067,'0'0'8518,"5"3"-6925,2 1-980,1-1 0,0 0 0,0 0-1,0-1 1,0 0 0,0 0 0,1-1 0,-1 0-1,16-1 1,48 1 1560,-22 1-1230,0-3 0,95-13 1,37-11 170,-58 10-518,246-14 417,226 29-340,18-1-62,-412-17-466,25 0 99,-147 19-124,1-4 0,-2-3 0,129-28 0,-128 19 49,-1 3-1,104-2 1,-77 7-93,-39 6-76,-25-5 0,-39 6 0,-3-3 0,0 3-35,0 0 0,0 0 0,0 0-1,0 0 1,0-1 0,1 1 0,-1 0 0,0 0 0,0 0-1,0 0 1,0-1 0,0 1 0,0 0 0,0 0 0,0 0-1,0 0 1,1 0 0,-1 0 0,0 0 0,0-1 0,0 1 0,0 0-1,0 0 1,1 0 0,-1 0 0,0 0 0,0 0 0,0 0-1,0 0 1,1 0 0,-1 0 0,0 0 0,0 0 0,0 0 0,0 0-1,1 0 1,-1 0 0,0 0 0,0 0 0,0 0 0,0 0-1,0 0 1,1 0 0,-1 0 0,0 0 0,0 1 0,0-1-1,0 0 1,0 0 0,1 0 0,-1 0 0,0 0 0,0 0 0,0 0-1,0 1 1,0-1 0,0 0 0,0 0 0,0 0 0,1 0-1,-1 0 1,0 1 0,7 6-5032,2 4-1930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4:43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42 5971,'0'0'10850,"-1"-5"-9399,0-2-884,0-17 3034,7 21-1384,38 1-870,48 3 1,-48 0-911,229 21 973,-57-2-758,753-2 2262,-955-18-2912,-14 0 6,1 0-12,-1 1 0,0-1 1,0 0-1,1 0 0,-1 0 0,0 0 0,0 0 1,1 0-1,-1 0 0,0 0 0,1 0 0,-1 0 0,0 0 1,0 0-1,1 0 0,-1 0 0,0 0 0,1 0 1,-1 0-1,0 0 0,0 0 0,1-1 0,-1 1 0,0 0 1,0 0-1,1 0 0,-1 0 0,0-1 0,0 1 0,0 0 1,1 0-1,-1 0 0,0-1 0,0 1 0,0 0 1,0 0-1,1-1 0,-1 1 0,0 0 0,0 0 0,0-1 1,0 1-1,0 0 0,0-1 0,0 1 0,0 0 1,0 0-1,0-1 0,0 1 0,0 0 0,0-1 0,0 1 1,0 0-1,0 0 0,0-1 0,0 1 0,-1 0 1,13-1-14943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4:47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711 14 12134,'0'0'1843,"28"-3"-1395,89-7 6,-112 10-383,0 0 0,0 0 0,0 0 0,0 1 0,0 0 0,0 0 0,9 3 0,-13-3 6,1 0 1,0 0-1,0 0 1,0 0-1,-1 0 0,1 0 1,-1 0-1,1 1 0,-1-1 1,1 1-1,-1-1 1,0 1-1,2 2 0,-1 1 164,0 0-1,-1-1 0,0 1 0,0 0 0,0-1 0,-1 1 0,1 0 0,-1 0 0,-1 0 1,0 7-1,0 7 464,1-8-425,-1 0 1,0 0 0,-1-1-1,-1 1 1,0 0-1,-4 11 1,-32 64 595,2-5-407,-13 50 71,-98 183 0,74-186-258,-136 268 716,194-360-945,2 0 0,1 0 0,2 2 0,1-1 0,-9 76 0,16 14-39,4-108-11,1-1 0,1 0 0,0 0 1,11 32-1,14 22-3,-16-44 8,-1 1-1,-1 0 1,-1 0-1,6 44 1,-11-17 14,-3 0 1,-5 56-1,-2-74-12,-2 0 1,-1 0-1,-1-1 1,-20 45 0,1 0 3,-80 330 53,91-310-1,4 1 1,1 114-1,12-180-27,6 203 92,-2-207-108,2-1 0,1 1 0,1-1 1,2 0-1,15 36 0,23 26 137,4 6-19,-46-87-130,-1-1-1,0 1 1,0 0-1,-2 0 1,1 0-1,0 17 1,-3-8 3,-3 40 0,2-53-4,-1 0 1,0 0 0,-1 0-1,0 0 1,0 0-1,-9 15 1,-92 133 43,-7 13-50,99-149-1,2 1 0,1-1 0,1 2 0,0-1 0,2 1 0,-6 38-1,8-24-12,0 51-1,5-73 6,0 1 1,1-1 0,0 1-1,1-1 1,1 0-1,5 15 1,5-2 3,2 0 0,0-1 0,1-1 0,41 46 0,-30-39 0,38 61 1,-61-86 1,3 4-4,-1 0 1,-1 0-1,0 0 0,-1 1 0,0 0 0,5 23 0,-8-26-752,1-10-1200,-1-20-665,-2-28-1456,0-13-3171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4:5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83 3938,'0'0'3473,"-8"0"-2995,-25-1 364,-92 2 5666,103 7-4659,20-7-1182,0 0 0,0 0 1,-1 0-1,1-1 0,0 1 0,-1 0 1,1-1-1,-4 1 891,1-1-670,9 0 2237,43 0-2530,40 1 311,139-17-1,144-24 93,-191 24-761,27-1 25,-97 8 141,-131 9-385,-1 0 0,1 2 0,-30 6 0,-221 35 50,24-5-83,240-36 2,8-1-11,6-1-80,-5 0 104,647-24 237,-632 23-102,-13 2-433,-7-1-1297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3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 16375,'0'0'7417,"0"-1"-7316,0 1-1,-1-1 1,1 1-1,0-1 0,0 1 1,0 0-1,0-1 1,-1 1-1,1 0 1,0-1-1,0 1 1,-1 0-1,1-1 1,0 1-1,0 0 0,-1-1 1,1 1-1,0 0 1,-1 0-1,1 0 1,0-1-1,-1 1 1,0 2 6,0 0 0,0 0 1,1 0-1,-1 0 1,0 0-1,1 0 1,0 0-1,0 0 1,-1 0-1,1 0 0,1 0 1,-1 0-1,0 0 1,1 2-1,0 10 291,-1 23 431,10 212 1500,15-72-1874,-4-46-145,4 196 0,-25-131-32,0-196-283,0 1 0,1-1 0,-1 1 0,0-1 0,0 1-1,-1-1 1,1 1 0,0-1 0,0 1 0,0-1 0,0 1 0,0-1 0,-1 1 0,1-1 0,0 0 0,0 1-1,-1-1 1,1 1 0,0-1 0,0 0 0,-1 1 0,1-1 0,-1 1 0,1-1 0,0 0 0,-1 0 0,1 1 0,-1-1-1,1 0 1,-1 1 0,0-1-38,0-1-1,0 1 1,0 0-1,0 0 1,0-1 0,0 1-1,1 0 1,-1-1-1,0 1 1,0-1-1,0 1 1,1-1-1,-1 0 1,0 1-1,1-1 1,-1 0 0,0 1-1,1-1 1,-1 0-1,1 0 1,-1 0-1,1 1 1,-1-2-1,-6-15-958,0-1-1,1 1 1,1-1-1,-6-34 1,8 38 262,-17-90-5609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4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6371,'0'0'14145,"10"6"-12702,4 0-1020,-1 0-1,1 0 1,0-1-1,0-1 0,29 5 1,813 68 4790,-641-63-4730,1282 92 840,-670-73-1152,-455-23-241,286-4 113,-466-6-32,39 10 19,0 1-31,-46-11 143,-179 0-141,-5 0 1,0 0-1,0 0 1,1 0 0,-1-1-1,0 1 1,0 0 0,0-1-1,1 1 1,-1-1-1,0 1 1,0-1 0,0 1-1,0-1 1,1-1 0,1 1 6,-2 1-12,-1 0 0,0 0 0,0 0 0,0 0 0,0 0-1,1 0 1,-1 0 0,0 0 0,0 0 0,0 0 0,0 0 0,0 0 0,1 0-1,-1 0 1,0 0 0,0 0 0,0 0 0,0 1 0,0-1 0,1 0-1,-1 0 1,0 0 0,0 0 0,0 0 0,0 0 0,0 0 0,0 1 0,0-1-1,0 0 1,0 0 0,0 0 0,0 0 0,0 1 0,1-1 0,-1 0 0,0 0-1,0 0 1,0 0 0,0 0 0,0 1 0,0-1 0,0 0 0,-1 0-1,1 0 1,0 1 0,1 11 31,-1-9-40,24 357 675,-18-299-652,5 21 16,35 136-1,42 73 18,-82-275-43,3 10-5,-1 1-1,-1 0 1,-2 0 0,0 1-1,0 40 1,-4-46 5,-1-9 1,0 0 0,0 0 1,-5 23-1,3-31 0,1-1-1,-1 1 1,1-1 0,-1 1 0,-1-1-1,1 0 1,0 0 0,-1 0-1,0 0 1,0-1 0,0 1 0,-1-1-1,1 0 1,-5 4 0,-5 2 4,0-1 0,0-1 0,-1 0 0,0-1 1,0 0-1,0-1 0,-23 5 0,-8-1 8,-55 3 0,-112 1-3,-271-20 1,-67-40 153,198 14-96,-268-9-68,-70-5 0,409 24 0,-357-35 0,-267-33 0,823 88 0,82 3 12,-6-2-20,6 2 2,0 0 1,0 0 0,1 0 0,-1 0 0,0 0 0,0 0 0,0 0 0,0 0 0,0 1 0,0-1 0,0 0 0,0 0 0,0 0 0,0 0 0,1 0 0,-1 0 0,0 0 0,0 0 0,0 0 0,0 0 0,0 0 0,0 0 0,0 0 0,0 0 0,0 0 0,0-1-1,1 1 1,-1 0 0,0 0 0,0 0 0,0 0 0,0 0 0,0 0 0,0 0 0,0 0 0,0 0 0,0 0 0,0 0 0,0 0 0,0 0 0,0 0 0,1 0 0,-1-1 0,0 1 0,0 0 0,0 0 0,0 0 0,0 0 0,0 0 0,0 0 0,0 0 0,0 0-1,0 0 1,0-1 0,0 1 0,0 0 0,0 0 0,0 0 0,0 0 0,0 0 0,0 0 0,0 0 0,0 0 0,0 0 0,-1 0 0,1-1 0,0 1 0,0 0 0,22-5-934,80-21-4015,-32 5-1495,45-16-11599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5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762 8 14695,'0'0'8572,"-3"-1"-7254,0-1-1162,0 1 1,0 0-1,-1 0 1,1 1-1,0-1 1,-1 1-1,1 0 1,0-1-1,-1 1 1,1 1-1,0-1 1,-1 0-1,1 1 1,0 0-1,0 0 1,-1 0-1,-4 2 1,-7 5 227,0-1 0,-20 15 1,12-7 12,-173 117 1258,-3 1-1088,152-106-492,-1-1 0,-68 26-1,157-64-32,0 2-1,1 1 0,73-5 1,201 11-5,-171 4-1728,-144-1 1507,-1 0-1,1 0 1,-1-1 0,0 1 0,1 0 0,-1 0 0,1-1-1,-1 1 1,0 0 0,1-1 0,-1 1 0,0-1 0,1 1-1,-1 0 1,0-1 0,0 1 0,0-1 0,1 1 0,-1-1-1,0 1 1,0-1 0,0 1 0,0-1 0,0 1 0,0-1-1,0 1 1,0-1 0,0 1 0,0-1 0,0-21-4159,0 16 1733,0-14-6098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5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17608,'0'0'5856,"0"17"-5226,0 292 2782,0-183-3407,0-125-110,-1-1 0,1 1-1,0-1 1,0 1 0,0-1 0,1 0-1,-1 1 1,0-1 0,0 1 0,0-1-1,0 1 1,0-1 0,0 1 0,1-1-1,-1 0 1,0 1 0,0-1 0,1 1-1,-1-1 1,0 0 0,1 1 0,-1-1-1,0 0 1,1 1 0,-1-1-1,0 0 1,1 0 0,-1 1 0,1-1-1,-1 0 1,0 0 0,1 0 0,-1 0-1,1 1 1,-1-1 0,1 0 0,-1 0-1,1 0 1,-1 0 0,1 0 0,-1 0-1,1 0 1,-1 0 0,0 0 0,1 0-1,-1-1 1,1 1 0,-1 0 0,1 0-1,-1 0 1,0-1 0,2 1-1,1-1-422,22-4-5157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5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23 12838,'0'0'9447,"-12"-6"-9167,7 4-241,1-1 0,-1 1 0,0 0 0,0 0-1,0 1 1,0 0 0,0 0 0,0 0 0,0 0 0,-1 1 0,1 0 0,0 0-1,0 0 1,0 0 0,-1 1 0,1 0 0,0 0 0,0 1 0,0-1 0,-6 4-1,0 1 66,0 0-1,0 0 1,1 1-1,0 1 1,0 0-1,1 0 0,0 1 1,0 0-1,1 0 1,0 1-1,1 0 1,0 1-1,1-1 1,0 1-1,1 0 0,0 1 1,0 0-1,1-1 1,1 1-1,0 1 1,-2 21-1,-1 55 54,6 97 1,1-77-187,-1-107-14,0-1 1,1 0 0,-2 0 0,1 1 0,0-1 0,0 0 0,0 0 0,-1 0 0,1 1 0,0-1 0,-1 0 0,1 0 0,-1 0 0,1 0 0,-1 0-1,0 0 1,1 0 0,-1 0 0,0 0 0,0 0 0,0 0 0,0 0 0,0 0 0,0-1 0,0 1 0,0 0 0,0-1 0,0 1 0,0-1 0,0 1-1,-3 0 1,-1-1-629,0 1 1,0-1-1,0 0 0,0 0 0,0 0 0,-10-2 0,13 1 265,0 1 1,0 0 0,0-1 0,0 0-1,0 1 1,0-1 0,0 0-1,0 0 1,0 0 0,1 0-1,-1 0 1,-3-3 0,1-1-1243,0-1 1,1 1 0,-1 0 0,-4-11 0,8 16 1591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6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0 170 10165,'0'0'4431,"33"-6"-2718,2-1-1361,4 0-45,1 1 0,-1 1-1,44 2 1,-55 3-212,96-3 76,-107 2-256,0-2-1,0 0 1,-1 0 0,0-2 0,19-7 0,-22 4 604,-13 8-477,1 0 0,-1 0 0,0 0-1,0 0 1,0 0 0,0 0 0,0-1 0,0 1-1,0 0 1,0 0 0,0 0 0,0 0 0,0 0-1,0 0 1,1 0 0,-1-1 0,0 1-1,0 0 1,0 0 0,0 0 0,0 0 0,0 0-1,0 0 1,0-1 0,0 1 0,0 0 0,0 0-1,0 0 1,0 0 0,0 0 0,-1 0-1,1-1 1,0 1 0,0 0 0,0 0 0,0 0-1,0 0 1,0 0 0,0 0 0,0 0 0,0 0-1,0-1 1,0 1 0,-1 0 0,1 0-1,-1 0 40,-1-1-1,1 1 1,-1 0-1,0-1 0,1 1 1,-1 0-1,1 0 0,-1 0 1,0 1-1,1-1 1,-1 0-1,1 0 0,-2 1 1,-5 2-14,1 0 0,0 0 0,0 0 0,1 1 1,-1 0-1,1 0 0,0 1 0,-9 7 0,5-2 79,0 0 0,1 0-1,-14 22 1,20-29-136,1 1 0,0 0 0,0 0 0,0 0 0,1 0 0,-1 0 0,1 1 0,0-1 0,0 0 0,1 1 0,-1-1 0,1 0 0,0 1 0,0-1 0,1 8 0,0-11-9,-1 0 0,0 0 1,0 0-1,0 0 0,1 0 0,-1 0 0,1 1 0,-1-1 1,1 0-1,-1-1 0,1 1 0,-1 0 0,1 0 0,0 0 1,0 0-1,-1 0 0,1-1 0,0 1 0,0 0 1,1 0-1,1 1-1,0-1-1,0 1 1,1-1 0,-1 0 0,0 0 0,0-1 0,4 1 0,10 1-27,0-1-1,21-3 1,-16 2-35,-16 0 40,1-1 0,-1 1 1,1-1-1,-1 0 0,0 0 0,1-1 1,-1 0-1,0 0 0,0-1 0,0 0 0,0 0 1,0 0-1,-1 0 0,1-1 0,-1 0 1,0 0-1,0-1 0,-1 1 0,1-1 1,-1 0-1,0 0 0,0 0 0,-1-1 0,4-6 1,15-39 130,-20 50-86,-1 1-1,1 0 1,-1-1-1,1 1 1,-1 0-1,1-1 1,-1 1-1,1 0 1,-1 0-1,1 0 1,-1 1 0,2-1-1,2 0-29,1 1 8,-1 0 0,0 0 1,1 0-1,-1 0 0,0 1 1,0 0-1,0 0 0,0 0 1,0 1-1,0-1 0,-1 1 1,1 0-1,6 7 0,-7-7-1,-1 0-1,0 0 1,0 0-1,0 1 1,0 0 0,0-1-1,-1 1 1,1 0-1,-1 0 1,0 1-1,0-1 1,-1 0-1,1 1 1,-1-1 0,0 1-1,0-1 1,0 6-1,-1 0-5,0-6 21,1 0-1,-1 0 0,0 1 0,-1-1 0,1 0 1,-1 0-1,0 0 0,0 0 0,0 0 0,0 0 1,-1 0-1,-2 5 0,11-30 738,7-3-726,2 0-1,0 1 1,36-36-1,-14 20-1584,50-37-1,7 1-3989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46 12982,'0'0'4482,"0"-4"-4431,2-10 191,-1 10 2074,6 0 1788,1-15-2480,-8 18-1146,-21 5-529,7 2 71,2 1 0,-1 0-1,1 1 1,0 0 0,1 1 0,0 0 0,0 1 0,1 1-1,-16 20 1,9-8 61,1 0 0,1 1 0,1 1 0,-12 30 0,18-31-4,0-1 1,2 1-1,0 0 1,2 0-1,-3 44 0,6-29-4566,0 0-4884,1-61-1547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9909,'0'0'8643,"187"-42"-8418,-123 36-225,9 3-401,-4 0-2432,-8-3-3650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7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1 528,'0'0'18569,"-76"118"-18217,70-94-128,3-12-224,3-3 0,0-6-1072,15-3-7380,16-24 384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3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11701,'175'-38'2772,"-142"30"-1740,-33 8-1001,1 0 0,-1 0-1,0-1 1,1 1-1,-1 0 1,0 0 0,1 0-1,-1-1 1,0 1-1,1 0 1,-1 0 0,0 0-1,1 0 1,-1 0 0,0 0-1,1 0 1,-1 0-1,1 0 1,-1 0 0,0 0-1,1 0 1,-1 0-1,0 0 1,1 0 0,-1 0-1,1 0 1,-1 1-1,0-1 1,1 0 0,-1 0-1,1 1 1,2 2 276,29 24 569,-24-19-762,0-1-1,1 0 1,0-1-1,0 0 1,0 0-1,1-1 1,16 7 0,-11-8-60,1-1 0,0 0 1,0-1-1,0-1 1,25-1-1,-39 0-39,0 0 114,1 0 0,-1 0 0,0 0 0,1 0 0,-1-1 0,0 1 0,0-1 0,1 0-1,-1 1 1,0-1 0,0 0 0,0 0 0,0 0 0,0-1 0,3-2 0,-1 1 467,-1-1 0,0 0 0,0-1 0,0 1 0,-1 0 0,3-6 0,-4 9-332,-1 5-1521,0 0 533,0 1-1,0 0 1,1 0-1,0-1 1,0 1 0,1-1-1,-1 1 1,3 5-1,13 14-5470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41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52 4802,'0'0'6795,"-2"-9"4616,-27 1-10092,-4-1 3006,33 9-4295,0 0 0,0 0 0,0 0 0,0 0 0,0 0 0,1 0 0,-1 0 0,0 0 0,0 0 0,0 0 0,0 0 0,0 0 0,0 0 0,0 0 0,0 0 0,0 0 0,0 0 0,0 0 0,0 0 0,0 0 0,0 0 0,0-1 0,1 1 0,-1 0 0,0 0 0,0 0 0,0 0 1,0 0-1,0 0 0,0 0 0,0 0 0,0 0 0,0 0 0,0 0 0,0 0 0,0 0 0,0-1 0,0 1 0,0 0 0,0 0 0,0 0 0,0 0 0,0 0 0,0 0 0,0 0 0,0 0 0,0 0 0,0 0 0,0 0 0,0 0 0,0-1 0,0 1 0,0 0 0,-1 0 0,1 0 0,23-1 403,330 1 1568,-674 0-2001,565 0 0,-261 0-180,6 1-529,0-1 1,0 0 0,-1-1 0,-12-3-1,17-2-4592,6-5-4501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7:42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0 8148,'0'0'10034,"-18"3"-8828,-12 0-684,-87 13 2386,137-15 830,8 1-3455,279-2 2265,-306 0-2463,-2 0-39,-10 0-23,1 1 0,-21 5 1,-5 1 36,-133 6 31,161-11 56,5-2-642,3-14-11160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02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91 2497,'0'0'4466,"1"-19"-715,1 17-3471,-1 0 0,0 0 1,0 0-1,0 0 0,0 0 0,0 0 0,0 0 0,0-1 0,-1 1 1,1 0-1,-1-4 0,0 5 69,0 0 271,0 1-605,0 0 1,0 0-1,1-1 0,-1 1 1,0 0-1,0 0 1,0 0-1,0 0 1,0 0-1,0-1 1,0 1-1,0 0 0,0 0 1,0 0-1,0 0 1,0 0-1,0-1 1,0 1-1,0 0 0,-1 0 1,1 0-1,0 0 1,0 0-1,0-1 1,0 1-1,0 0 1,0 0-1,0 0 0,0 0 1,0 0-1,0 0 1,-1 0-1,1-1 1,0 1-1,0 0 0,0 0 1,0 0-1,0 0 1,-1 0-1,1 0 1,0 0-1,0 0 1,-48-3 319,38 3-105,10 0-219,-1 0 0,1 0-1,0 1 1,0-1 0,0 0 0,0 0 0,-1 0-1,1 0 1,0 0 0,0 0 0,0 0-1,-1 0 1,1 0 0,0-1 0,0 1-1,0 0 1,-1 0 0,1 0 0,0 0 0,0 0-1,0 0 1,0 0 0,-1 0 0,1 0-1,0-1 1,0 1 0,0 0 0,0 0 0,0 0-1,0 0 1,-1 0 0,1-1 0,0 1-1,0 0 1,0 0 0,0 0 0,0 0 0,0-1-1,0 1 1,0 0 0,0 0 0,0 0-1,0-1 1,0 1 0,0 0 0,0-1 2,0 1-1,1 0 1,-1-1 0,0 1 0,1 0 0,-1-1-1,1 1 1,-1 0 0,0 0 0,1-1 0,-1 1-1,1 0 1,-1 0 0,1 0 0,-1-1 0,1 1-1,-1 0 1,1 0 0,-1 0 0,1 0 0,-1 0 0,1 0-1,0 0 1,47 0 230,-28 0-183,-18 0 29,-8 0 66,6-10-94,2-1 40,-2 11-100,-1-1-1,1 1 1,0 0 0,0 0 0,0 0 0,0 0-1,0 0 1,-1-1 0,1 1 0,0 0-1,0 0 1,0 0 0,0 0 0,-1 0 0,1 0-1,0 0 1,0 0 0,0 0 0,0 0-1,-1 0 1,1 0 0,0 0 0,0 0-1,0 0 1,-1 0 0,1 0 0,0 0 0,0 0-1,0 0 1,0 0 0,-1 0 0,1 0-1,0 0 1,0 0 0,0 0 0,0 0-1,-1 1 1,1-1 0,0 0 0,0 0 0,0 0-1,0 0 1,0 0 0,0 0 0,-1 1-1,1-1 1,0 0 0,0 0 0,0 0 0,0 0-1,0 1 1,0-1 0,-2 2 3,2-1-4,-1 0 0,0 0 1,1 0-1,-1 0 0,0-1 1,0 1-1,0 0 0,1-1 0,-1 1 1,0 0-1,0-1 0,0 1 0,0-1 1,0 1-1,0-1 0,0 0 0,0 1 1,0-1-1,0 0 0,0 0 0,0 0 1,-1 0-1,1 0 0,-1 0 0,1 0 65,12 0 81,-18-4-3843,3-7-5212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11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8820,'0'0'9751,"1"7"-7854,5 10-1460,0 0 0,1-1-1,1 1 1,1-1 0,12 17-1,5 12-212,-21-36-207,-3-4-17,1 1 0,-1-1 0,1-1 0,0 1 0,1 0 1,-1-1-1,1 0 0,0 1 0,0-1 0,0-1 0,0 1 1,5 3-1,-8-7-82,-1 0 0,1 0 0,-1 0 0,1 0 0,-1 0 0,1 0 0,-1 0 0,1 0 0,-1 0 0,1 0 0,-1 0 0,1 0 0,-1 0 0,1 0 0,-1 0 0,1 0 0,-1-1 0,1 1 0,-1 0 0,1 0 0,-1-1 0,0 1 0,1 0 0,-1-1 0,1 1 0,-1 0 0,0-1 0,1 1 0,-1 0 0,0-1 0,0 1 0,1-1 0,-1 1 0,0-1 0,0 1 0,1-1 0,-1 1 0,0-1 0,0 1 0,0-1 0,0 0 0,6-26-1912,-5 21 1437,6-35-1586,13-56-4160,-15 83 6879,-1-1 0,12-19 2920,-14 39-1672,-2-2-1627,1 17 544,-2 0 1,0 1 0,-1-1 0,0 0-1,-2 0 1,-8 27 0,6-30-560,-1 0 0,0-1 0,-1 0 1,0 0-1,-2 0 0,-18 24 0,21-36-847,6-16-7586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1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7379,'0'0'8596,"0"48"-8308,0-36-288,-6-6-64,3-3-1248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1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10213,'178'-103'7491,"-178"127"-7171,-3 0-304,-21-3-16,-9-5-2129,0-13-4978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03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9 5346,'0'0'4186,"0"0"-3961,0-1-1,0 1 1,0-1-1,0 1 1,-1 0-1,1-1 1,0 1-1,0-1 1,0 1-1,-1 0 1,1-1-1,0 1 1,0 0-1,-1-1 1,1 1-1,0 0 1,-1-1-1,1 1 1,0 0-1,-1 0 1,1-1-1,0 1 0,-1 0 1,1 0-1,0 0 1,-1 0-1,0-1 1,-10 3-78,0 0-1,1 1 1,-15 5 0,23-5-80,2-3-81,7 0-50,62 0 315,-69 1-198,0-1-47,0 1 1,0-1-1,-1 1 0,1-1 0,0 1 0,-1 0 0,1-1 0,0 1 0,-1-1 0,1 1 1,0-1-1,-1 0 0,1 1 0,-1-1 0,1 1 0,-1-1 0,1 0 0,-1 1 0,1-1 1,-1 0-1,1 0 0,-1 1 0,0-1 0,1 0 0,-1 0 0,-1 0 0,-17 4 42,15-4-31,-15 4 53,-14 1-3595,21-5-2649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09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50 5362,'0'0'4386,"-1"-3"-3708,-1-25 7870,-1 14-5726,2 10 1815,0 9-1755,6 28-2666,5-12-13,0-1-1,2 0 1,1 0 0,16 18-1,23 38 116,-9-8 16,-43-68-343,0 1-1,1-1 1,-1 1 0,0-1 0,0 1 0,1-1 0,-1 0 0,0 1 0,0-1 0,1 1 0,-1-1 0,0 0 0,1 1 0,-1-1 0,1 0-1,-1 1 1,0-1 0,1 0 0,-1 0 0,1 1 0,-1-1 0,1 0 0,-1 0 0,1 0 0,-1 0 0,1 0 0,-1 0 0,1 0 0,-1 0 0,1 0-1,-1 0 1,1 0 0,-1 0 0,1 0 0,-1 0 0,1 0 0,-1 0 0,1 0 0,-1-1 0,1 1 0,-1 0 0,1-1 0,10-16-1688,16-26-4800,4 1-5547,-15 19 1540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5:10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55 1857,'0'0'15292,"3"-9"-14257,12-37 803,-17 51-1488,-1 0-1,1 0 1,-1-1-1,0 0 1,0 1-1,0-1 1,0 0-1,-6 4 0,-6 9 396,-13 22 449,1 0 0,-35 71-1,51-86-1003,1 1 0,0 0-1,2 0 1,1 1 0,1 0 0,-3 33-1,9-25-1464,10-34-4133,17-9-1099,8-18-5522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8:12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9652,'1'-1'12147,"12"0"-12123,0 2 104,-1 1-1,1 1 1,-1 0-1,0 0 1,0 1-1,0 1 1,-1 0-1,20 12 1,-29-16-123,0 1 1,-1-1-1,1 0 1,-1 1 0,0-1-1,1 1 1,-1 0-1,0-1 1,0 1 0,0 0-1,0 0 1,0-1 0,0 1-1,-1 0 1,1 4-1,2 31 129,-3-27-56,-1-10-75,1 1 1,0-1-1,-1 1 0,1-1 0,0 0 1,-1 1-1,1-1 0,0 0 1,-1 1-1,1-1 0,-1 0 1,1 1-1,-1-1 0,1 0 0,-1 0 1,1 1-1,-1-1 0,1 0 1,-1 0-1,1 0 0,-1 0 1,1 0-1,-1 0 0,1 0 0,-1 0 1,-1 0-1,-18 0 21,17 0-20,-64 0 106,66 0-104,1-1 0,0 1 0,0-1 0,-1 0-1,1 1 1,0-1 0,0 0 0,0 1 0,0-1 0,0 0 0,0 1 0,0-1 0,0 0 0,0 1 0,0-1 0,0 0 0,0 1 0,0-1 0,0 0 0,1 1 0,-1-2-1,1 1 12,1 0-1,-1 0 0,1 0 1,-1 0-1,0 0 0,1 0 0,0 0 1,-1 0-1,1 0 0,-1 1 1,1-1-1,0 1 0,0-1 0,-1 1 1,1 0-1,0 0 0,0 0 0,-1 0 1,4 0-1,-5 24 128,2-15-43,3-13 124,5-3-220,-9 6 51,-23 1-67,20 1 15,1-1 1,-1 0-1,1 0 0,-1 0 0,0 0 0,1 0 0,-1 0 1,0-1-1,1 1 0,-1 0 0,1-1 0,-1 1 1,1-1-1,-1 0 0,1 1 0,-1-1 0,1 0 1,-1 0-1,1 0 0,0 0 0,0 0 0,-1 0 0,1 0 1,0-1-1,0 1 0,0 0 0,0-1 0,1 1 1,-1-1-1,0 1 0,0-1 0,1 1 0,-1-1 0,1 1 1,0-1-1,-1 1 0,1-1 0,0 0 0,0 1 1,0-1-1,0 0 0,0 1 0,1-4 0,-1-35 58,0 21-4558,0 5-2091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32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11461,'0'0'8996,"8"-17"-6840,28-50-513,-24 48 310,-6 16 725,-4 21 569,-3-11-4073,-10 396 2285,10-309-2523,1-97 730,1-1 1,-1 0 0,1 1-1,0-1 1,0 0 0,0 1 0,0-1-1,1 1 1,-1-1 0,1 1 0,0 0-1,3-4 1,3-3-2380,0 1-1,16-15 1,9-4-8865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3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14663,'0'0'9836,"-29"17"-8635,-96 62-340,114-71-734,0-1 0,0 2-1,1 0 1,1 0 0,-1 1-1,1 0 1,1 0 0,-12 18-1,15-19-44,-1-1-40,1 0 0,0 0 0,0 0 0,1 1 0,0 0 0,1 0 0,0 0 0,0 0-1,1 0 1,0 1 0,1-1 0,0 0 0,0 1 0,1 0 0,0-1 0,2 12 0,-1-18-48,0 0 0,0 0 0,0 0 1,1 0-1,-1 0 0,1 0 0,0 0 0,-1-1 1,1 1-1,1-1 0,-1 1 0,0-1 0,0 0 1,1 0-1,-1 0 0,1 0 0,0 0 0,0-1 1,0 1-1,-1-1 0,1 1 0,1-1 0,-1 0 1,0-1-1,6 2 0,8 1-35,1 0 1,0-2-1,26 0 0,-34-1 8,-3 0 19,1 0 1,0-1 0,-1 0-1,1 0 1,-1-1-1,1 0 1,-1 0-1,0 0 1,0-1-1,0 0 1,0-1-1,0 1 1,-1-1 0,0-1-1,1 1 1,-2-1-1,1 0 1,0 0-1,-1-1 1,0 0-1,0 0 1,4-7-1,-3 3 8,1 0 0,-1-1 0,-1 0 0,0 0 0,-1-1 0,0 1 0,0-1 0,2-18 0,-2-3 39,-1-61 0,-3 77-31,-1 17-78,1-1 0,0 1 0,0-1 0,0 1 0,0 0 0,-1-1 0,1 1 0,0-1 0,0 1 0,-1 0 0,1-1 0,0 1 0,-1 0 0,1-1 0,0 1 0,-1 0 0,1 0 0,-1-1 0,1 1 0,0 0 0,-1 0 0,1 0 0,-1-1 0,1 1 0,-1 0 0,1 0 0,0 0 0,-1 0 0,1 0 0,-1 0 0,1 0 0,-1 0 0,1 0 0,-1 0 0,1 0 0,-1 0 0,1 0 0,0 1 0,-1-1 0,0 0 0,-4 1-2912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33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9460,'0'0'5024,"0"-3"-4984,7-28 2564,-2 5 7222,-6 115-9207,4 130 335,-1-197-910,1 0 1,1 0 0,0-1 0,2 1 0,1-1 0,1 0-1,16 32 1,-23-51-41,-1-1-1,1 0 1,0 1 0,0-1-1,0 0 1,0 1 0,0-1-1,0 0 1,0 0-1,1 0 1,-1 0 0,0 0-1,0 0 1,1 0-1,-1-1 1,1 1 0,-1 0-1,1-1 1,-1 1-1,1-1 1,-1 0 0,3 1-1,-2-1 20,0 0 0,1-1 0,-1 1 0,0-1 0,1 1 0,-1-1 0,0 0 0,0 0 0,1 0 0,-1 0 0,0 0 0,0 0 0,2-3 0,4-2 71,0-1 0,-1-1 0,0 1 0,0-1 0,8-14 0,11-23 96,-2-2 1,-2-1 0,23-73-1,-8 20 101,-15 40-261,-21 58 10,-14 2-14273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35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1 12246,'0'0'7881,"0"16"-6649,1 50 409,-1-74-1537,0 4 2,1 1-1,-1-1 0,0 0 1,0 1-1,-1-1 1,1 0-1,-2-5 0,2 9-90,0 0 0,0 0 0,-1 0-1,1 0 1,0-1 0,0 1 0,0 0-1,-1 0 1,1 0 0,0 0-1,0 0 1,0 0 0,-1 0 0,1 0-1,0 0 1,0 0 0,-1 0 0,1 0-1,0 0 1,0 0 0,-1 0-1,1 0 1,0 0 0,0 0 0,0 0-1,-1 0 1,1 0 0,0 0 0,0 0-1,0 0 1,-1 0 0,1 0-1,0 0 1,0 1 0,0-1 0,-1 0-1,1 0 1,0 0 0,0 0 0,0 1-1,0-1 1,-1 0 0,1 1-1,-18 23 816,-35 64 779,-92 141 829,65-126-1956,-121 124-1,197-223-482,-10 6 10,13-10 58,19-1-9,0-1 0,0-1 0,0-1 0,29-10-1,6-1 30,9 1 29,1 3-1,68-4 1,-59 11-110,-16 3 13,0-3 1,95-20-1,-147 23-50,-1 0-1,1 0 1,0 0-1,0 0 1,-1-1 0,1 0-1,-1 0 1,1 0-1,-1 0 1,0 0-1,0-1 1,0 0 0,0 1-1,0-1 1,-1 0-1,1 0 1,2-5 0,-3 4-666,0 0 1,-1 0 0,1 0-1,-1 0 1,0 0 0,0-1-1,-1 1 1,1 0 0,-1-7-1,0 9 257,0 1 0,-1 0 0,1-1 1,0 1-1,-1-1 0,1 1 0,-1 0 0,1-1 0,-1 1 0,1 0 0,-1 0 0,0 0 0,0-1 0,0 1 0,0 0 1,0 0-1,0 0 0,0 0 0,0 0 0,0 1 0,0-1 0,-2-1 0,-1-1-1076,-23-15-9401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36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9444,'0'0'11859,"11"14"-10202,-1-1-1346,-1 0 1,0 1-1,0 0 1,-2 0-1,1 0 1,-2 1-1,9 31 1,1 30 516,-4 1 1,4 97-1,-13 160-2788,-4-198-3890,1-100-4961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43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63 8948,'0'0'5493,"-2"-1"-4065,-10-1 126,0 0 1,0 0-1,1 1 1,-21 1-1,-13 2 5086,97-2-6328,29 1 264,127-15 0,-21-24 398,-173 33-920,-12 5-48,-3 1-8,-14 9-8,-37 25 10,-2-3 0,-97 45 0,132-69 0,13-6 0,0 0 0,0 1 0,0-1 0,1 1 0,-1 1 0,-8 6 0,36-7 0,7-5 0,0-1 0,0-2 0,37-10 0,36-7 0,60 10 0,-149 11 0,-4 1 0,-8 0 0,0 1 0,0-1 0,0 0 0,0 0 0,0 0 0,1 0 0,-1 0 0,0 0 0,0 0 0,0 0 0,0-1 0,0 1 0,0 0 0,0-1 0,0 1 0,-1 0 0,1-1 0,0 1 0,0-1 0,0 0 0,0 1 0,1-2 0,-1-3-157,7 2-3947,11-10-3054,12-24-8123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4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7267,'0'0'8978,"-10"0"-7495,-38 0 3752,51 0-3461,142 7 1570,71 18-2806,-119-12-242,-89-10-280,-20 1 48,-40 2 14,0-3 0,-69-5 0,34 1-22,39 1 158,167 0-2815,-72 0-2175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46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11253,'0'0'12120,"6"-8"-10279,18-24-80,-18 24-320,-6 20 493,-1 224-1487,2 229 816,23-2-556,19-12-707,-41-434 0,19 249 0,-21-240 0,-1-23 0,1 1 0,0 0 0,0-1 0,0 1 0,0 0 0,0-1 0,1 1 0,0 0 0,0-1 0,0 1 0,1 3 0,-1-6 1,-1-1 1,0 0-1,0 0 0,0 0 1,1 0-1,-1 1 0,0-1 0,0 0 1,1 0-1,-1 0 0,0 0 1,0 0-1,1 0 0,-1 0 1,0 0-1,1 0 0,-1 0 0,0 0 1,0 0-1,1 0 0,-1 0 1,0 0-1,1 0 0,-1 0 1,0 0-1,0 0 0,1 0 0,-1-1 1,0 1-1,0 0 0,1 0 1,-1 0-1,0 0 0,0-1 1,0 1-1,1 0 0,-1 0 0,0 0 1,0-1-1,10-13-485,0-8-1839,-2 0 0,10-47 0,0-22-6411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47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25 158 7331,'0'0'10512,"-3"3"-9213,-8 9-48,10-12-1153,1 0 1,0 1-1,-1-1 1,1 0-1,0 1 1,-1-1-1,1 0 1,0 1-1,-1-1 1,1 1-1,0-1 1,0 0-1,0 1 1,-1-1-1,1 1 0,0-1 1,0 1-1,0-1 1,0 1-1,0-1 1,0 1-1,0-1 1,0 1-1,0-1 1,0 1-1,0-1 1,0 0-1,0 1 1,0-1-1,1 1 1,-1-1-1,0 1 1,0-1-1,0 1 1,1-1-1,-1 0 1,0 1-1,1-1 1,-1 1-1,0-1 1,1 0-1,-1 0 1,0 1-1,1-1 1,11 4 341,0-1-1,1-1 1,-1 0 0,0 0 0,1-1 0,-1-1 0,18-1-1,-2 0 5,58 2 321,94-1 293,208-25 0,-218 4-779,212-34 69,-338 46-308,-1-2 1,0-2-1,-1-1 1,71-37 0,-110 49-37,12 0 16,-14 2-31,0 27 74,7 43 0,0-9 43,1 168-76,-1 8-36,88 582 6,-64-572 0,-20-148 0,10 65 0,0 170 0,-22-255 0,-8 218 0,-18-14 0,24-273 0,0 0 0,-1-1 0,0 1 0,-5 10 0,-5 16 0,6-16 0,-2 0 0,0 0 0,0-1 0,-20 27 0,3-3 0,24-41 0,0-1 0,0 1 0,0-1 0,1 0 0,-1 0 0,-1 0 0,1 0 0,0 0 0,0 0 0,0 0 0,0-1 0,-1 1 0,1-1 0,0 0 0,0 0 0,-1 1 0,1-1 0,-5-1 0,-15 1 0,0 0 0,-1-2 0,1 0 0,-33-9 0,-469-102 0,363 92 0,-194 0 0,311 22 0,0-2 0,-73-13 0,103 11 0,-1 0 0,1-2 0,0 0 0,0 0 0,1-1 0,0-1 0,0 0 0,0-1 0,1 0 0,0-1 0,-17-18 0,15 14-249,1-2 0,1 1 0,0-2 0,1 0 0,-13-25 0,19 29-285,-1 0 0,2-1-1,0 1 1,0-1 0,1 0 0,1-1 0,0 1 0,-1-23-1,3-15-7874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48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50 4402,'0'0'9420,"7"-5"-7691,2-1-877,9-7 131,-1-3 2945,-17 16-3854,1 0-1,-1 0 1,0-1 0,0 1 0,0 0-1,0 0 1,0 0 0,0 0 0,1 0-1,-1 0 1,0-1 0,0 1 0,0 0-1,0 0 1,0 0 0,0 0 0,0-1 0,0 1-1,0 0 1,0 0 0,0 0 0,0 0-1,0-1 1,0 1 0,0 0 0,0 0-1,0 0 1,0 0 0,0-1 0,0 1-1,0 0 1,0 0 0,0 0 0,0 0 0,0-1-1,0 1 1,0 0 0,-1 0 0,1 0-1,0 0 1,0 0 0,0-1 0,0 1-1,0 0 1,0 0 0,-1 0 0,1 0-1,0 0 1,0 0 0,0 0 0,0 0 0,-1 0-1,1-1 1,0 1 0,0 0 0,0 0-1,0 0 1,-1 0 0,1 0 0,0 0-1,0 0 1,0 0 0,-1 0 0,-13-1 826,2 1-798,1 0 0,0 0 0,-1 1 0,1 1 0,0 0 0,0 0 0,0 1 0,1 1 0,-1 0 0,1 0 1,-1 1-1,1 0 0,1 1 0,-1 0 0,-11 10 0,10-8-11,1 1 1,0 0-1,1 1 1,0 0-1,0 0 1,1 1-1,1 0 1,0 0-1,0 1 0,1 0 1,0 0-1,1 1 1,1 0-1,0 0 1,1 0-1,0 0 1,1 0-1,0 0 1,1 1-1,1 14 1,0-23-88,1 1 1,0 0-1,0 0 0,1 0 1,-1-1-1,1 1 1,1-1-1,-1 1 1,1-1-1,0 0 1,0 0-1,0 0 1,1-1-1,-1 1 1,1-1-1,0 1 1,1-1-1,-1-1 0,1 1 1,0-1-1,-1 1 1,2-1-1,-1-1 1,0 1-1,11 3 1,5 1-15,-1-2 0,1 0 0,0-1 0,1-1 0,40 0 0,-45-3-53,0 0 0,0-1 0,0 0 0,19-5 0,-30 4 38,1 0 0,-1 0 0,1-1 0,-1 0 0,0 0 0,0 0 0,0-1 0,-1 0-1,1 0 1,-1 0 0,0-1 0,8-10 0,-2 2 24,-1-1-1,-1-1 1,0 0-1,-1 0 0,0 0 1,-2-1-1,9-29 1,-8 19 10,-2-1 1,-1 0-1,-1 1 1,-1-34-1,-2 59-9,-1 0 0,1 0 0,0 0 0,-1 0 1,1 0-1,0 0 0,-1 0 0,1 0 0,-1 0 0,0 0 0,1 0 0,-1 1 0,0-1 1,1 0-1,-1 0 0,0 1 0,0-1 0,0 0 0,1 1 0,-1-1 0,0 1 0,0-1 1,0 1-1,0-1 0,0 1 0,0 0 0,0-1 0,0 1 0,0 0 0,0 0 0,-2 0 1,-38-2-386,34 2 112,-50 0-5721,26 0-1066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49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462 147 7059,'0'0'11864,"-6"-23"-10567,2 3-960,-2 1 0,-14-36 0,19 53-292,0 0 1,0 0-1,-1 0 1,1 1-1,-1-1 1,1 0-1,-1 1 0,1-1 1,-1 1-1,0-1 1,0 1-1,0 0 1,0-1-1,0 1 0,0 0 1,0 1-1,-1-1 1,-2-1-1,-1 1 107,0 1-1,-1-1 1,1 1-1,-12 1 1,2 0 137,-10-1 197,0 1 0,1 0-1,-1 2 1,-40 10 0,56-10-357,0 1 0,1 0 0,-1 0 0,1 1 0,-1 0 0,1 1 0,1 0 0,-1 0 0,1 1 0,0 0 1,1 0-1,-1 1 0,2 0 0,-7 9 0,9-10-94,0 0 0,1 0 0,0 0 0,0 1 0,0-1 0,1 1 0,1 0 0,-1 0 0,1 0 0,0-1 0,1 1 0,0 0 0,0 0 0,2 11 1,-2-16-36,1-1 1,0 1-1,-1 0 1,1 0 0,0 0-1,0-1 1,0 1-1,1 0 1,-1-1 0,1 1-1,-1-1 1,1 1-1,0-1 1,0 0 0,3 3-1,0-2 2,-1 1 0,1-1-1,-1-1 1,1 1 0,0-1 0,0 0-1,10 3 1,3-1-8,0-1-1,1 0 0,32-1 1,-28-1-33,-6 0-44,-1-1 1,1 0-1,27-5 0,-39 4 69,0 0-1,-1-1 1,1 1 0,0-1-1,0 0 1,-1 0 0,1-1-1,-1 0 1,0 1 0,0-1-1,0-1 1,0 1 0,0-1-1,-1 1 1,0-1 0,5-6-1,-2-1 16,0-1-1,0 0 0,-2 0 1,1 0-1,-2-1 1,1 1-1,-2-1 0,0 0 1,0 0-1,-1 0 1,-1 0-1,-1-21 1,1 32-9,-1 1 0,1-1 0,0 1 0,-1-1 0,1 1 0,-1-1 1,0 1-1,1 0 0,-1-1 0,0 1 0,0 0 0,0-1 1,0 1-1,0 0 0,0 0 0,0 0 0,0 0 0,0 0 0,-1 0 1,1 0-1,0 1 0,-1-1 0,1 0 0,-1 1 0,1-1 0,0 1 1,-1-1-1,-2 0 0,-5 0-256,0 0 1,1 0-1,-18 0 0,18 2-84,6-1-221,-1 0-1,1 0 0,0 0 0,-1 1 0,1-1 1,-1 1-1,1-1 0,-1 1 0,1 0 0,0 0 1,0 0-1,0 1 0,-1-1 0,1 0 0,0 1 1,0-1-1,1 1 0,-3 2 0,-18 22-14106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49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329 178 11733,'0'0'8692,"16"-18"-7382,47-56 86,-62 72-1288,1 0 1,-1 0-1,1-1 1,-1 1-1,0-1 1,0 1-1,0-1 1,0 1-1,0-1 0,0-3 1,-1 5-59,0 0-1,0 0 1,0-1 0,0 1-1,0 0 1,0 0-1,0 0 1,-1 0 0,1 0-1,0 0 1,-1 0 0,1 0-1,-1 0 1,1 0 0,-1 0-1,-1-2 1,0 1 31,0 0 0,-1 0 1,1 0-1,-1 1 0,1-1 1,-1 1-1,0-1 0,0 1 1,0 0-1,-4-1 0,4 1-22,-19-4 182,-1 1 0,0 0 1,0 2-1,0 1 0,-38 2 0,18 0 1,36-2-211,1 1 1,-1 1-1,0 0 0,1-1 0,-1 2 0,1-1 1,-1 1-1,1 0 0,0 0 0,0 1 1,0 0-1,0 0 0,0 0 0,1 1 0,-1 0 1,1 0-1,0 0 0,0 1 0,1 0 1,-1 0-1,1 0 0,0 0 0,1 0 0,-1 1 1,1 0-1,-5 11 0,6-9-18,-1-1-1,2 1 1,-1 0 0,1 0-1,0 9 1,1-14-17,0 0 0,0 0 0,0 0 0,0 0 0,1 0 0,-1 0 0,1 0 0,0 0 0,0 0 0,0 0 0,0-1 0,0 1 0,0 0 0,1-1 0,0 1 0,3 4 0,0-3-13,1-1 0,0 1 0,0-1 1,0 0-1,0 0 0,0-1 0,0 0 0,1 0 0,-1-1 0,10 2 0,8 0-159,39 0-1,-43-3 57,-2 0 7,0 0 1,0-1-1,28-5 1,-40 4 99,1 0 1,-1 0 0,0 0 0,0-1 0,-1 0-1,1 0 1,-1-1 0,1 1 0,-1-1-1,0 0 1,0 0 0,-1-1 0,8-9 0,-7 7 12,0 0 0,-1 0 0,0-1 0,0 0 0,-1 0 1,0 0-1,0 0 0,-1 0 0,0 0 0,-1-1 0,1 1 1,-2-1-1,1 1 0,-2-15 0,1 21 2,0 1 1,0-1-1,0 1 0,0-1 0,-1 1 1,1-1-1,-1 1 0,1-1 0,-1 1 0,1 0 1,-1-1-1,0 1 0,1 0 0,-1-1 0,0 1 1,0 0-1,0 0 0,0 0 0,0 0 1,-1 0-1,1 0 0,0 0 0,0 0 0,-1 0 1,1 0-1,0 1 0,-1-1 0,1 1 1,-1-1-1,1 1 0,-1-1 0,-1 1 0,-6-2-112,0 2-1,1-1 0,-1 1 0,-13 1 0,12 0-264,8-1 92,0 0-1,1 1 1,-1-1 0,0 0 0,1 1-1,-1-1 1,0 1 0,1 0-1,-1-1 1,1 1 0,-1 0 0,1 0-1,-1 0 1,1 0 0,0 0 0,0 0-1,-1 0 1,1 1 0,0-1 0,0 0-1,0 1 1,0-1 0,0 1 0,0-1-1,0 3 1,-2 0-841,-14 23-9535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0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341 177 9364,'0'0'9661,"10"-15"-8071,33-47 8,-42 61-1531,-1 0 1,1 0-1,0 0 1,0-1-1,0 1 1,-1 0-1,1-1 1,-1 1-1,1 0 1,-1-1-1,1 1 0,-1-1 1,0 1-1,0-1 1,0 1-1,0-1 1,0 1-1,0-1 1,0 1-1,0-1 1,0 1-1,-1 0 1,1-1-1,-1 1 1,1-1-1,-1 1 0,1 0 1,-2-2-1,0 1 34,-1 0-1,1 0 1,0 1 0,-1-1-1,1 1 1,-1-1-1,1 1 1,-1 0-1,0 0 1,-2 0-1,-2-1 18,-10-3 114,-1 2 1,0 0-1,1 0 1,-1 2-1,0 0 0,0 1 1,0 1-1,-26 5 1,33-4-150,0 1 1,0 0 0,1 1 0,-1 0-1,1 1 1,0 0 0,1 0 0,-16 12-1,20-13-61,0 0 0,0 0-1,0 1 1,0 0-1,1-1 1,0 2-1,0-1 1,0 0 0,0 1-1,1 0 1,0 0-1,1 0 1,-1 0 0,1 0-1,-3 13 1,4-16-24,1 0 1,-1 0-1,1 0 1,0 1 0,0-1-1,0 0 1,0 0-1,1 1 1,-1-1-1,1 0 1,0 0 0,0 0-1,0 0 1,0 0-1,0 0 1,1 0-1,0 0 1,-1 0 0,4 3-1,-1-3-18,0 0-1,0 0 0,1 0 1,-1-1-1,1 0 1,-1 0-1,1 0 1,-1-1-1,1 1 0,0-1 1,0 0-1,9 0 1,3 2-186,-1-2 1,1 0 0,0-1 0,0-1 0,0 0 0,25-6 0,-35 6 131,0-1 0,1-1 1,-1 1-1,0-1 1,-1-1-1,1 1 0,-1-1 1,1 0-1,-1-1 0,0 1 1,-1-1-1,1 0 1,-1-1-1,0 1 0,0-1 1,-1 0-1,5-8 0,-3 1 49,0 0-1,-1 0 0,-1-1 1,0 1-1,0-1 0,-2 0 0,0 0 1,0 0-1,-1 0 0,-2-23 1,1 36 25,-1 1-1,1-1 1,0 1 0,-1-1 0,1 1 0,0-1 0,-1 1 0,1-1 0,-1 1 0,1 0 0,0-1 0,-1 1 0,1 0 0,-1-1 0,0 1 0,1 0 0,-1-1 0,1 1 0,-1 0-1,1 0 1,-1 0 0,0-1 0,1 1 0,-1 0 0,1 0 0,-1 0 0,0 0 0,1 0 0,-1 0 0,1 0 0,-2 1 0,-22 0-87,23 0 69,-4 0-318,1 0 0,0 0 1,1 1-1,-1 0 0,0 0 1,0 0-1,1 0 0,-1 0 0,1 1 1,0 0-1,0 0 0,0 0 1,0 0-1,0 0 0,1 0 1,-1 1-1,-3 6 0,-12 17-5168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0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436 105 11397,'0'0'10875,"4"-14"-9670,12-39-95,-13 41-604,-7 8-83,-20 0-83,0 0 1,-1 1-1,0 2 1,-36 1 0,25 1-46,19-1-148,0 1 1,0 0-1,1 1 0,-1 1 1,-19 6-1,25-5-77,0 0 0,1 1 0,-1 0 1,1 1-1,0 0 0,0 1 0,1 0 0,-13 11 0,19-14-58,-1 0 0,1 0 0,0 0-1,0 0 1,0 0 0,1 1-1,-1-1 1,1 1 0,0-1 0,0 1-1,1 0 1,0 0 0,-1 0 0,2 0-1,-1 0 1,0 0 0,1 0 0,0 0-1,1 10 1,0-13-15,-1 0-1,1 0 1,-1 0 0,1 0-1,0 0 1,0 0 0,0 0-1,0 0 1,0 0 0,0-1-1,0 1 1,1 0 0,-1-1-1,1 1 1,-1-1 0,1 0-1,-1 1 1,1-1 0,0 0-1,0 0 1,-1 0 0,1 0-1,0 0 1,0-1-1,0 1 1,4 0 0,6 2-28,0-1 0,0 0 0,19-1 1,-22 0-10,20 1-199,1-2 1,-1 0 0,0-2 0,40-8-1,-61 8 216,0 0-1,0 0 0,0-1 0,0 0 0,0 0 0,-1-1 0,0 0 0,0-1 0,0 1 0,0-1 0,0-1 0,-1 1 0,0-1 0,-1 0 0,1 0 0,-1-1 0,0 0 0,0 0 0,-1 0 0,4-9 0,-5 8 82,-1 0-1,0 0 0,0 0 0,-1 0 1,0-1-1,0 1 0,-1 0 0,-1-16 0,1 23-38,-1 0-1,1 0 0,0-1 1,-1 1-1,1 0 0,-1 0 0,0 0 1,1-1-1,-1 1 0,0 0 1,0 0-1,0 0 0,0 0 1,1 0-1,-1 1 0,0-1 0,-1 0 1,1 0-1,0 1 0,0-1 1,0 0-1,0 1 0,-1-1 0,1 1 1,0 0-1,0-1 0,-2 1 1,-38-5 76,36 5-73,-6 0-201,-9-1 387,-38 3 0,52-1-675,-1 0 0,0 0 1,1 1-1,-1 0 0,1 0 0,-1 1 0,1 0 0,0 0 1,-7 5-1,-6 7-6659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2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11 5250,'0'0'12062,"-7"-2"-10832,0 0-923,1 0-1,0 1 1,0-1 0,-1 2 0,1-1 0,-1 0-1,1 1 1,-1 1 0,1-1 0,-1 1 0,1 0 0,0 0-1,-11 4 1,5 2 18,0 0 0,1 1 1,-1 0-1,1 1 0,1 1 0,0-1 0,0 1 0,-15 22 1,11-12-53,1 1 1,1 0 0,1 0 0,-11 30-1,16-34-126,1 0-1,0 0 0,2 1 1,0-1-1,1 1 1,0 29-1,2-44-144,0-1 0,0 1 1,1 0-1,-1-1 0,1 1 1,0 0-1,0-1 0,0 1 1,0 0-1,0-1 0,0 0 1,1 1-1,-1-1 0,1 0 0,0 0 1,0 0-1,-1 0 0,1 0 1,1 0-1,-1 0 0,0 0 1,0-1-1,1 1 0,-1-1 0,0 0 1,1 0-1,0 0 0,-1 0 1,1 0-1,3 0 0,10 2 10,-1 0-1,1-1 0,-1-1 1,20-1-1,-30 0-6,6 0 2,-1 0 0,1-1 0,-1 0-1,1 0 1,-1-1 0,0 0-1,0-1 1,0-1 0,0 1 0,0-1-1,-1-1 1,0 0 0,0 0 0,0-1-1,0 0 1,-1-1 0,0 0 0,12-14-1,-6 6 15,-2-2-1,0 1 1,0-2-1,-2 0 1,0 0-1,-1 0 1,-1-1-1,-1-1 0,-1 1 1,0-1-1,-2 0 1,0 0-1,-1-1 1,0-29-1,-3 49-13,0 0 0,0 0 1,0 1-1,-1-1 0,1 0 0,0 0 0,0 0 0,-1 0 0,1 1 0,0-1 1,-1 0-1,1 0 0,-1 1 0,1-1 0,-1 0 0,1 1 0,-1-1 1,0 1-1,1-1 0,-1 1 0,0-1 0,1 1 0,-1-1 0,0 1 1,0-1-1,0 1 0,1 0 0,-1-1 0,0 1 0,0 0 0,0 0 0,-1 0 1,-34-1-68,23 1 52,-6 2-470,0 0-1,0 0 0,1 2 1,0 0-1,-1 2 0,1 0 1,-25 12-1,-4 1-3992,-10 0-5525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3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85 855 6547,'0'0'5010,"-2"1"-3999,-5 4 427,-5-1 4889,11-4-6086,1 0 0,-1 0 0,0-1 0,1 1 0,-1 0 0,1 0 0,-1 0 1,1-1-1,-1 1 0,1 0 0,-1 0 0,1-1 0,-1 1 0,1-1 0,-1 1 1,1 0-1,-1-1 0,1 1 0,-1-2 0,-4-10-1478,-7-32 1970,3 0-1,-5-66 1,3-96 164,10 174-884,1-94 192,0 119-163,1-1 0,0 1-1,1 0 1,-1 0 0,1 0-1,1 0 1,-1 1 0,1-1-1,1 1 1,-1-1 0,1 1 0,0 0-1,0 0 1,1 1 0,7-8-1,1 1 4,0 0-1,1 1 1,0 0-1,0 1 0,22-10 1,-13 9-37,0 2 1,1 0-1,0 2 1,46-9-1,102-5 105,-164 20-105,274-15 82,65 11-70,-234 5 24,119 0-46,-231 0 23,-14 289 1708,12-173-1420,-1-10-177,5-1-1,16 110 1,-9-144-871,4 125 0,-14-195 661,0-1-1,0 0 1,0 0-1,0 0 1,0 0-1,0 1 1,0-1-1,0 0 1,0 0-1,0 0 1,0 0-1,0 1 1,0-1-1,0 0 1,0 0-1,0 0 1,0 1-1,0-1 1,0 0-1,0 0 1,0 0-1,0 0 1,0 0-1,0 1 1,0-1-1,-1 0 1,1 0-1,0 0 1,0 0-1,0 0 1,0 1-1,0-1 1,-1 0-1,1 0 1,0 0-1,0 0 1,0 0-1,0 0 1,-1 0-1,1 0 1,0 0-1,0 0 1,0 0-1,-1 0 1,-16 1-7486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4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3442,'0'0'14726,"9"-17"-12767,27-48-137,-30 60 3308,-3 11-3804,-2 21-2191,-1-21 1429,-9 174 1211,0-7-867,32 497 800,33 163-1488,-35-398-168,-19-403-52,22 212 0,-18-231-70,-2-15-58,-1-10-98,2-39-1898,-2 0-1,-4-53 1,0 27-3226,1-25-6226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5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7716,'0'0'11282,"26"-5"-9697,5 0-1144,147-20 1530,-150 23-1654,444-52 2503,-363 29-2348,184-66 0,-281 87-449,-1 0-1,1 2 1,-1-1-1,1 1 1,0 1-1,22 0 1,-33 1-19,0 0 1,0 0-1,0 0 1,0 0 0,-1 0-1,1 1 1,0-1-1,0 0 1,0 1-1,0-1 1,-1 0 0,1 1-1,0-1 1,0 1-1,-1-1 1,1 1-1,0-1 1,-1 1-1,1 0 1,0-1 0,-1 1-1,1 0 1,-1-1-1,1 1 1,0 1-1,6 25 117,-6-17-56,12 72 684,-4 1 0,-3 91 1,-2-55-429,2 22 27,12 212 168,22-1-123,32 47-71,44 286-135,-104-600-156,12 85-16,3 212 1,-26-365-8,-1-3-12,0 0 1,-4 25-1,3-35 3,0 1 1,-1 0-1,1-1 1,-1 1 0,0-1-1,0 1 1,-1-1-1,1 0 1,-1 0-1,0 0 1,-6 7 0,0-3 5,-1-1 0,1 1 0,-1-1 0,-1-1 0,1 0 0,-1 0 0,-20 6 0,-86 21-57,64-19 29,-137 33 258,-203 25-1,341-67-207,-1-2 0,-61-5 0,104 2-20,1-1 1,-1-1-1,1 0 1,-1 0-1,1-1 1,0 0-1,0 0 1,0-1-1,0 0 1,1-1-1,-14-9 1,12 6-11,0-1 1,1 1 0,0-2-1,1 1 1,-1-1 0,2-1-1,0 1 1,-9-17 0,5 4-162,2 0 0,0-1 0,1 0 0,-9-46 0,5-18-2524,5 1-4649,6 33-2019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31 8388,'0'0'10202,"-26"9"-9178,-85 31 334,105-38-1207,-1 1 1,2 0-1,-1 0 0,0 1 0,0-1 0,1 1 1,0 0-1,0 1 0,0-1 0,1 1 0,-1 0 1,1 0-1,-4 7 0,-1 0 155,5-5-191,0-1 0,0 1 0,1 0 0,-1-1 0,2 1 0,-1 1 0,1-1 0,0 0 0,0 1 0,1-1 0,0 1 0,1-1 0,-1 1 0,1-1 1,2 14-1,-1-19-111,-1-1 1,0 1 0,1 0 0,-1 0 0,1 0 0,0 0 0,0-1 0,0 1 0,0 0 0,0-1 0,0 1 0,0 0 0,0-1 0,1 1 0,-1-1 0,1 0-1,-1 0 1,1 1 0,-1-1 0,1 0 0,0 0 0,-1 0 0,1-1 0,0 1 0,0 0 0,0-1 0,0 1 0,-1-1 0,4 1 0,8 1 5,0-1 0,-1 0 0,20-1 1,-19 0 5,-1 0-3,4 0 0,0 0-1,0-1 1,0 0 0,17-5-1,-28 5-10,0-1 0,0 0 1,0 0-1,0 0 0,-1-1 0,1 0 0,0 0 0,-1 0 0,0 0 0,0-1 0,0 1 0,0-1 1,0 0-1,-1 0 0,0-1 0,3-4 0,-1 0 23,0 0 0,-1 0 0,0 0-1,0-1 1,-1 0 0,-1 1 0,3-18 0,-2-2 283,-1-38-1,-2 64-281,0 0-12,0 1-1,0 0 1,0-1-1,0 1 1,0-1-1,0 1 1,-1 0-1,1-1 1,-1 1-1,1 0 1,-1-1-1,0 1 1,0 0-1,0 0 1,-1 0-1,1 0 1,0 0-1,-1 0 1,1 0-1,-1 0 1,0 1-1,1-1 1,-1 0-1,0 1 1,0 0-1,0-1 1,0 1-1,0 0 1,0 0-1,-1 0 1,1 0-1,0 1 1,0-1-1,-1 0 0,-2 1 1,-9-3-23,0 2 0,0 0 0,-19 1-1,16 0-108,14 0-27,1 0 0,-1 0 1,1 0-1,0 1 0,-1-1 0,1 1 0,0-1 0,-1 1 0,1 0 0,0 0 0,0 0 0,0 0 0,0 0 1,0 0-1,0 1 0,-3 2 0,3-1-630,-1 0 0,1 0 0,0 0 0,-1 1 0,1-1-1,1 1 1,-1 0 0,-2 6 0,-5 20-9403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6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278 145 5555,'0'0'13464,"11"-15"-12517,33-44 281,-43 58-1107,0-1-1,0 0 1,0 0 0,0 1 0,0-1 0,0 0 0,0 0 0,-1 0 0,1-3-1,-1 5-81,0-1 0,0 1 0,0-1 0,0 0 0,0 1 0,0-1 0,0 1 0,0-1 0,0 1 0,-1-1 0,1 1 0,0-1 0,0 0 0,-1 1-1,1-1 1,0 1 0,0-1 0,-1 1 0,1 0 0,-1-1 0,-1-1 26,0 1 0,0 1 1,0-1-1,0 0 0,0 0 0,0 1 1,0-1-1,0 1 0,0-1 0,-4 1 0,0-1-28,-15-3 210,0 2 0,0 0 1,0 1-1,0 0 1,-25 4-1,37-2-167,0 1 1,0-1-1,1 1 1,-1 1 0,1 0-1,0 0 1,-1 0-1,1 1 1,1 0-1,-1 1 1,1 0-1,-1 0 1,1 1-1,-11 11 1,15-14-75,1 0 0,0-1-1,0 1 1,0 0 0,0 0 0,1 1 0,-1-1 0,1 0 0,0 0 0,0 1 0,0-1 0,0 1 0,1-1 0,-1 1 0,1-1 0,0 1 0,0-1 0,0 1 0,0 0 0,1-1 0,-1 1 0,1-1 0,0 0 0,0 1 0,1-1 0,-1 0 0,1 1 0,-1-1 0,1 0 0,0 0 0,0 0 0,0-1 0,0 1 0,1 0 0,-1-1 0,5 4 0,2-1-55,-1 0 1,2-1-1,-1 0 1,0 0-1,1-1 1,0 0-1,0 0 1,16 1-1,10-1-310,39-1 0,-59-2 281,-9 0 36,0-1-1,0 1 0,0-1 0,0 0 0,0-1 0,0 1 1,0-1-1,9-5 0,-12 5 33,0 0 0,0-1 0,0 1 1,0-1-1,-1 0 0,1 0 0,-1-1 0,0 1 1,0-1-1,0 0 0,0 1 0,-1-1 0,3-6 1,0-1 43,-1 1 1,0-1 0,-1 0 0,-1 0 0,1 0 0,-2-1 0,0 1 0,0 0 0,-1-1 0,0 1-1,-3-19 1,2 28-25,0 0-1,-1 0 0,1 0 0,0 0 0,-1 1 0,1-1 0,-1 0 1,1 1-1,-1-1 0,0 1 0,1-1 0,-1 1 0,0 0 1,0 0-1,0 0 0,0 0 0,0 0 0,-1 0 0,1 1 0,0-1 1,0 1-1,0-1 0,-1 1 0,1 0 0,-4 0 0,-5-1-79,-1 1 0,1 0 0,-18 3 0,28-2-116,0-1 1,0 0-1,-1 1 1,1-1-1,0 1 0,0 0 1,0-1-1,0 1 1,0 0-1,0 0 1,0-1-1,0 1 1,0 0-1,1 0 1,-1 0-1,0 0 1,0 0-1,1 0 1,-1 0-1,1 1 1,-1-1-1,1 0 0,-1 0 1,1 0-1,0 0 1,-1 1-1,1-1 1,0 0-1,0 2 1,0-2-17,-2 23-7100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232 168 6691,'0'0'12371,"24"-16"-11544,74-50 54,-70 45-44,-28 20-803,0 1 0,0 0-1,0 0 1,1 0-1,-1-1 1,0 1-1,0 0 1,0 0-1,1-1 1,-1 1-1,0 0 1,0 0-1,0-1 1,0 1-1,0 0 1,0 0-1,0-1 1,0 1 0,0 0-1,1-1 1,-1 1-1,0 0 1,0 0-1,-1-1 1,1 1-1,0 0 1,0-1-1,0 1 1,-1-5 429,1 4-408,0 1 0,0-1 0,-1 0 1,1 0-1,0 0 0,-1 1 0,1-1 0,-1 0 1,1 0-1,-1 1 0,1-1 0,-1 0 1,0 1-1,1-1 0,-1 1 0,0-1 1,1 1-1,-1-1 0,0 1 0,0-1 1,0 1-1,1 0 0,-1-1 0,0 1 1,0 0-1,0 0 0,0 0 0,-1 0 1,-33-4 168,27 4-156,8 0-66,-38-3 258,1 2 0,-48 5-1,76-4-203,-1 2-1,1-1 1,-1 1-1,1 1 1,0 0-1,0 0 1,0 0-1,1 1 1,-1 1-1,1 0 1,0 0-1,0 0 1,0 1-1,-10 10 1,16-13-50,0 0 1,0-1 0,0 1-1,0 0 1,1 0-1,-1 1 1,1-1-1,0 0 1,0 0 0,0 1-1,0-1 1,1 0-1,-1 1 1,1 3-1,0-5-7,0 0 0,0 0 0,0 0-1,0-1 1,1 1 0,-1 0-1,1 0 1,-1-1 0,1 1 0,0 0-1,-1-1 1,1 1 0,0-1-1,0 1 1,0-1 0,0 1 0,1-1-1,-1 1 1,0-1 0,1 0-1,-1 0 1,0 0 0,1 0 0,-1 0-1,1 0 1,0 0 0,-1 0-1,3 0 1,15 3-79,1 0-1,-1-2 0,1 0 1,-1-1-1,22-2 1,-17 1-50,-14 0 64,0 0 0,0-1 1,1-1-1,-1 1 1,0-2-1,0 1 1,14-7-1,-19 7 56,-1 0-1,1-1 0,-1 1 1,1-1-1,-1 0 1,0-1-1,0 1 0,0-1 1,-1 1-1,1-1 1,-1 0-1,0-1 1,0 1-1,-1 0 0,1-1 1,3-8-1,-4 5 20,0 0-1,-1 0 0,0-1 1,0 1-1,-1-1 0,-1-10 1,1 3 63,0 15-66,0 0 0,0 0-1,0-1 1,0 1 0,0 0 0,-1 0 0,1 0 0,0 0-1,-1 0 1,1 0 0,-1 0 0,1 0 0,-1 0 0,1 0-1,-1 0 1,0 0 0,0 0 0,1 0 0,-1 1 0,0-1-1,0 0 1,0 0 0,0 1 0,0-1 0,0 1 0,0-1-1,0 1 1,0-1 0,0 1 0,0 0 0,-2-1 0,-4 0-23,1 0 1,-1 0 0,1 1 0,-11 1-1,3-1-96,13 0 29,0 0 0,0 0 0,1 0 0,-1 0 0,0 0 0,0 0 1,0 1-1,0-1 0,1 0 0,-1 0 0,0 1 0,0-1 0,0 0 0,1 1 0,-1-1 0,0 1 0,1-1 0,-1 1 1,0-1-1,1 1 0,-1 0 0,1-1 0,-1 1 0,1 0 0,-1-1 0,1 1 0,-1 0 0,1 0 0,-1 0 1,-2 29-6904,3-27 6118,0 24-10045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39:58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212 234 1777,'0'0'11064,"8"-10"-10035,38-50 1517,-44 57-2212,0 0 1,0 0 0,-1 0 0,1 0 0,-1-1 0,0 1 0,0 0 0,0-1 0,-1 1 0,1-1 0,-1 1 0,0-1 0,0 1-1,0-1 1,-1-3 0,1-5 424,0 11-717,0 0 0,-1 0 0,1 1-1,0-1 1,-1 0 0,1 0 0,-1 1 0,1-1 0,-1 0-1,1 0 1,-1 1 0,0-1 0,1 1 0,-1-1 0,0 0 0,1 1-1,-1-1 1,0 1 0,0 0 0,0-1 0,1 1 0,-1 0-1,0-1 1,0 1 0,0 0 0,0 0 0,1 0 0,-1 0 0,0 0-1,0 0 1,-1 0 0,-38-1 448,28 1-243,3 0-166,0 0 0,0 0 0,0 1 1,1 0-1,-1 0 0,0 1 0,0 0 0,0 1 1,1 0-1,0 0 0,-1 1 0,1 0 1,0 0-1,1 1 0,-1 0 0,1 0 1,0 1-1,0 0 0,-6 7 0,9-8-65,1 0-1,-1 0 0,1 0 0,0 0 1,0 1-1,1-1 0,-1 1 0,1 0 1,0-1-1,1 1 0,0 0 0,0 0 1,0 0-1,0 1 0,1-1 0,0 0 1,0 0-1,1 0 0,0 0 0,2 8 0,-3-12-16,1-1 0,0 1-1,-1-1 1,1 1-1,0-1 1,0 0 0,0 1-1,0-1 1,0 0-1,1 0 1,-1 1 0,0-1-1,1 0 1,-1 0-1,0-1 1,1 1 0,-1 0-1,1 0 1,-1-1-1,1 1 1,0-1 0,-1 1-1,4 0 1,4 0-8,0 0 0,0 0 0,11-2 0,-10 1 1,12 1-4,39-3-89,-57 1 91,0 0 1,1 0-1,-1 0 1,0 0-1,0-1 1,1 1 0,-1-1-1,0 0 1,-1-1-1,1 1 1,4-4-1,-2 0 8,0 0-1,0 0 1,-1-1-1,0 0 0,0 0 1,-1-1-1,0 1 1,0-1-1,-1 0 0,0 1 1,0-2-1,3-15 1,-3 4 57,-1 0 1,0-1 0,-2 1 0,-1-26 0,0 44-49,1 1 0,0-1 0,-1 0 0,1 0 0,-1 1 0,0-1 0,0 1 0,1-1 0,-1 0-1,0 1 1,0 0 0,0-1 0,-1 1 0,1 0 0,0-1 0,0 1 0,-1 0 0,1 0 0,-1 0 0,1 0 0,-1 0 0,1 0 0,-1 1 0,0-1 0,1 0 0,-3 0 0,-3 0-78,1-1 0,-1 1 0,1 0 0,-1 0 0,-7 1 0,13 0-52,0 0-1,0 1 0,1-1 0,-1 1 0,0-1 0,1 1 0,-1-1 1,0 1-1,1-1 0,-1 1 0,1 0 0,-1-1 0,1 1 0,-1 0 1,1-1-1,0 1 0,-1 0 0,1 0 0,0-1 0,0 1 0,-1 0 1,1 0-1,0-1 0,0 1 0,0 0 0,0 0 0,0 0 0,0 0 1,0-1-1,0 1 0,0 0 0,1 1 0,-1 2-860,-1 23-5187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0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4 13910,'0'0'7537,"-4"-2"-6830,4 2-672,-1 0-1,1 0 1,0-1-1,-1 1 0,1 0 1,-1 0-1,1 0 1,-1 0-1,1 0 1,-1 0-1,1 0 1,-1 0-1,1 0 1,0 0-1,-1 0 0,1 0 1,-1 0-1,1 0 1,-1 0-1,1 1 1,0-1-1,-1 0 1,1 0-1,-1 1 1,1-1-1,0 0 1,-1 1-1,-6 14 970,2 36 821,2-18-985,-13 145 1818,-4 23-1463,15-170-1075,-12 83 549,-3 156 1,20-254-636,0-13-158,0-4-94,0-45-1699,6-81-7156,-3 55-1596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01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134 239 7379,'0'0'8916,"3"-9"-7464,-1 3-1373,0 0 412,-1 1 0,1-1 0,1 1 1,-1-1-1,1 1 0,0 0 0,1 0 0,-1 0 1,1 0-1,0 0 0,7-6 0,-5 7-128,0 1 0,0 0-1,1 1 1,-1 0 0,13-4 0,7-1 115,25-6 143,0 1-1,81-7 1,-43 8-333,-31 3-78,-1-3 0,101-33 0,-152 42-128,1 0 1,0 0 0,0 1 0,0 0-1,14-1 1,-21 2 125,1 0-195,-1 0 0,1 0 1,-1 0-1,1 0 0,-1 0 0,0 0 1,1 0-1,-1 0 0,1 1 0,-1-1 0,0 0 1,1 0-1,-1 0 0,1 0 0,-1 1 1,0-1-1,1 0 0,-1 0 0,0 1 0,1-1 1,-1 0-1,1 1 0,2 6 44,1 0 1,-1 0-1,-1 0 0,1 0 0,-1 1 1,-1-1-1,2 11 0,2 60 308,-3-46-267,5 46 258,3 0 1,40 144-1,-22-101-211,-17-68-123,29 84 1,-37-128-16,0-1 0,-1 0 0,-1 1 0,1 0 0,-1 8 0,0-12-5,-1-1 1,0 1-1,0 0 1,-1-1-1,0 1 1,1-1-1,-2 1 1,1-1-1,0 0 1,-1 1-1,-2 4 1,-9 8 16,0-1 0,-1-1 0,-1 0 0,-28 22 1,22-19-7,-6 4 1,-2 0 1,0-2-1,-2-1 0,0-2 0,-1-1 0,0-1 0,-2-2 0,-36 9 1,15-8 8,0-3 0,-1-2 0,0-3 0,-75 0 0,112-6-23,14 1 0,-1-1 0,1 1 0,0-1 0,0 0 0,-1-1 0,1 1 0,0-1 0,0 0 0,0-1 0,-1 1 0,2-1 0,-1 0 0,0 0 0,-7-5 0,-36-36-2635,-62-73 1,65 59-3734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07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82 13734,'0'0'10672,"-2"-8"-10131,1 1-458,-5-14 91,6 21-171,0 0 0,0 0-1,0 0 1,0 0 0,0 0-1,0 0 1,0 0 0,0 0-1,0 0 1,0 0-1,0 0 1,0 0 0,0 1-1,0-1 1,0 0 0,0 0-1,0 0 1,0 0-1,-1 0 1,1 0 0,0 0-1,0 0 1,0 0 0,0 0-1,0 0 1,0 0-1,0 0 1,0 0 0,0 0-1,0 0 1,0 0 0,0 0-1,0 0 1,0 0-1,0 0 1,0 0 0,0 0-1,0 0 1,-1 0 0,1 0-1,0 0 1,0 0-1,0 0 1,0 0 0,0 0-1,0 0 1,0 0 0,0 0-1,0 0 1,0 0-1,0 0 1,0-1 0,0 1-1,-1 17 245,2 54 815,-4 94 1005,2-152-1888,-1 0-1,-1-1 1,0 0-1,0 1 1,-2-1-1,1 0 0,-12 20 1,15-32-171,1 1 0,0-1 0,-1 0 1,1 1-1,0-1 0,-1 0 0,1 1 1,0-1-1,-1 0 0,1 0 0,-1 1 0,1-1 1,-1 0-1,1 0 0,0 0 0,-1 1 1,1-1-1,-1 0 0,1 0 0,-1 0 0,1 0 1,-1 0-1,1 0 0,-1 0 0,1 0 0,-1 0 1,1 0-1,-1-1 0,1 1 0,-1 0 1,1 0-1,0 0 0,-1 0 0,1-1 0,-1 1 1,1 0-1,-1-1 0,1 1 0,0 0 1,-1 0-1,1-1 0,0 1 0,-1-1 0,1 0 1,-16-20 69,4-5-36,2 0-1,0 0 1,2-1-1,1 0 1,1 0-1,-4-51 1,7-37 226,4 73 256,-1 41-228,0 4-144,1 11-132,1-1-1,0 0 1,1 0 0,5 15-1,3 14 73,-4-1-59,-3 0 0,0 74 0,-4-114-69,0 0 0,0 1 0,0-1 1,0 1-1,-1-1 0,1 1 1,0-1-1,-1 0 0,1 1 1,-1-1-1,1 0 0,-1 1 1,0-1-1,0 0 0,1 0 1,-1 0-1,0 0 0,0 0 1,0 0-1,0 0 0,0 0 1,-1 0-1,1 0 0,0 0 1,0-1-1,-1 1 0,1 0 1,0-1-1,0 1 0,-1-1 1,-1 1-1,-5 0-700,0 1 0,-1-2 0,1 1 0,-13-2 0,4 1-1342,-42 0-9514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09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15 12422,'0'0'8849,"-7"-14"-3863,4 14-3022,5 4-1528,10 10-258,8 3 122,0 0 0,1-1 0,1-1 0,26 14 0,105 46 302,209 60 355,12-21-329,-360-110-599,1061 275 187,-786-206-216,-180-44 0,-85-23 0,-1-1 0,1 0 0,45 1 0,-69-6-5,0 1-1,0-1 1,0 0-1,1 0 1,-1 0 0,0 0-1,0 0 1,0 1 0,0-1-1,1 0 1,-1 0-1,0 0 1,0 1 0,0-1-1,0 0 1,0 0-1,0 0 1,1 1 0,-1-1-1,0 0 1,0 0-1,0 1 1,0-1 0,0 0-1,0 0 1,0 1 0,0-1-1,0 0 1,0 0-1,0 0 1,0 1 0,0-1-1,0 0 1,0 0-1,-1 1 1,1-1 0,0 0-1,0 0 1,0 0 0,0 1-1,0-1 1,0 0-1,-1 0 1,1 0 0,0 1-1,0-1 1,0 0-1,-1 0 1,1 0 0,0 0-1,0 0 1,-5 3-491,0-2 0,0 1-1,0 0 1,-1-1 0,1 0 0,0 0 0,0-1 0,-1 0 0,-9 0 0,0 0-1026,-59 1-7370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0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1444 11861,'0'0'7436,"7"0"-3733,-1 0-3314,0 0 1,0 0-1,0-1 0,0 1 1,0-1-1,0-1 0,0 1 1,0-1-1,0 0 0,-1-1 1,1 1-1,-1-1 0,1 0 1,5-5-1,27-19 126,-2-2 0,57-58 0,20-36-83,62-64 3,-125 139-220,95-71-1,-80 76-112,1 3 0,2 3 0,77-30 0,222-66 427,-124 48-380,-179 61-149,-2-3 0,0-2 0,-2-3 0,108-77 0,-153 95 0,0 0 0,-1-1 0,-1-1 0,0 0 0,11-18 0,-18 26 0,-4 4 14,0 0-1,0 1 1,0-1-1,-1 0 1,3-7-1,-4 10-21,0 1-1,0-1 0,1 0 1,-1 1-1,0-1 0,0 1 1,0-1-1,1 0 0,-1 1 1,0-1-1,0 0 1,0 1-1,0-1 0,0 0 1,0 1-1,-1-1 0,1 1 1,0-1-1,0 0 0,0 1 1,-1-1-1,1 1 0,0-1 1,0 0-1,-1 1 0,1-1 1,-1 1-1,1-1 0,0 1 1,-1-1-1,1 1 0,-1 0 1,1-1-1,-1 1 0,1-1 1,-1 1-1,0 0 0,1 0 1,-1-1-1,1 1 0,-1 0 1,0 0-1,1 0 1,-1 0-1,0-1 0,0 1 1,-113 0-6089,26 0-1007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1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49 454 6515,'0'0'10029,"3"-8"-9189,1-1-309,3-11-159,-5 0 6939,-4 24-6756,-7 15-147,-1 1-11,1 1 0,1 0-1,1 0 1,1 0 0,-5 32-1,9 35 124,2-62-415,0-22-100,0 1 0,0-1 1,0 0-1,0 0 0,1 1 1,0-1-1,0 0 0,0 0 1,0 0-1,1 0 0,0 0 1,0 0-1,0 0 0,0-1 1,0 1-1,1-1 0,-1 1 1,1-1-1,0 0 0,0 0 1,0 0-1,1-1 0,-1 1 1,1-1-1,-1 1 0,1-1 1,0 0-1,0-1 0,0 1 1,0-1-1,0 0 0,0 0 1,0 0-1,7 1 0,-4-1-2,1-1 0,-1 1 0,0-1 0,0 0-1,0-1 1,1 0 0,-1 0 0,0-1 0,0 1 0,7-4-1,-8 2-1,0 0-1,-1 0 0,0-1 1,0 1-1,0-1 0,0 0 1,-1-1-1,1 1 0,-1-1 0,0 0 1,6-10-1,6-13 10,15-35 0,-19 37 7,1 0-1,18-25 0,-23 41-81,-8 19-76,-1 6 177,1-12-34,0 0 1,0 0-1,1 0 1,-1 0-1,1 0 1,0 0-1,0 0 1,0 0-1,0 0 1,0 0-1,0 0 1,1-1-1,-1 1 1,1 0-1,0-1 1,0 0-1,4 4 1,-2-2-3,0-1 1,0 0 0,1 0 0,0-1-1,-1 1 1,1-1 0,0 0-1,0-1 1,8 3 0,7-1 10,0-1 0,0 0 0,1-1-1,22-3 1,-40 2-9,0 0-1,0-1 1,0 0-1,0 1 0,-1-1 1,1 0-1,0 0 1,0-1-1,-1 1 0,1 0 1,-1-1-1,0 0 1,1 1-1,-1-1 0,0 0 1,0 0-1,0 0 1,0-1-1,0 1 0,-1 0 1,1-1-1,-1 1 1,1-1-1,-1 1 0,0-1 1,0 0-1,0 0 1,0 1-1,0-7 0,2-8 5,-1 0 0,0 0 0,-2-34 0,0 30-13,0-20-38,-2 0 0,-1 1 1,-13-63-1,12 87-331,-1 0 0,-1 0 0,0 1 0,-15-26 0,15 31-341,-1 0 0,0 0 1,-1 1-1,0 0 0,-1 0 0,1 1 1,-16-10-1,-45-26-8567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2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10261,'0'0'8099,"0"0"-8034,0-1 0,0 1 0,0 0-1,-1-1 1,1 1 0,0-1-1,0 1 1,0 0 0,0-1 0,0 1-1,0 0 1,0-1 0,1 1-1,-1-1 1,0 1 0,0 0 0,0-1-1,0 1 1,0 0 0,1-1 0,-1 1-1,0 0 1,0-1 0,0 1-1,1 0 1,-1-1 0,1 1-18,0 0 0,-1-1 1,1 1-1,-1 0 0,1 0 0,-1 0 1,1 0-1,-1 0 0,1 0 0,0 0 1,-1 0-1,1 0 0,-1 0 1,1 0-1,-1 0 0,1 1 0,-1-1 1,1 0-1,-1 0 0,1 1 0,-1-1 1,1 0-1,-1 0 0,1 1 0,-1-1 1,1 1-1,0 0 0,34 29 1699,18 15-112,-2-12-869,1-3-1,1-2 1,101 38-1,186 43 367,-81-42-538,409 50 0,279-35 22,-737-68-220,215 43-1,-415-55-383,1 0 0,-1 1-1,0 0 1,12 6 0,-22-9-21,1 0-1,-1 1 1,0-1 0,0 0 0,0 1-1,0-1 1,0 1 0,0-1 0,0 0-1,0 1 1,0-1 0,0 0 0,0 1-1,0-1 1,0 1 0,0-1 0,0 0-1,0 1 1,0-1 0,0 0 0,0 1-1,-1-1 1,1 0 0,0 1 0,0-1-1,0 0 1,-1 1 0,1-1 0,0 0-1,-1 1 1,1-1 0,0 0 0,0 0-1,-1 0 1,1 1 0,0-1 0,-1 0-1,-7 4-224,1 0-1,-1-1 1,0 0-1,0 0 0,0-1 1,-12 2-1,-2 1-388,-147 25-7900,66-13-1176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3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1765 2961,'0'0'11977,"-4"3"-10137,-17 17 6905,32-24-7243,9-3-1480,218-108 2230,-100 53-1572,544-267 859,-400 167-1036,232-120 216,-246 156-690,403-199-31,-651 315 2,110-62 0,-106 57 0,0-1 0,42-37 0,-62 49-32,0 0-1,0 0 1,0-1-1,-1 0 1,0 1-1,0-1 1,0-1-1,0 1 1,-1 0-1,3-10 1,-4 13-16,-1-1 1,1 1 0,-1-1 0,0 1 0,0-1 0,0 1 0,0 0 0,0-1 0,0 1-1,-1-1 1,1 1 0,-1 0 0,0-1 0,0 1 0,0 0 0,0 0 0,0-1 0,0 1 0,0 0-1,-1 0 1,1 0 0,-1 1 0,0-1 0,1 0 0,-1 1 0,0-1 0,0 1 0,-2-2 0,-13-7-1420,-1 1 0,0 1 0,-24-7 0,13 4-1133,-54-21-7746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4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13398,'0'0'6195,"1"20"-5373,5 68 101,-6-80-803,1 0 0,0 0 0,0 1 0,1-1 0,0 0 0,1 0 0,-1 0 1,2-1-1,-1 1 0,1-1 0,0 0 0,1 0 0,-1 0 0,9 9 0,-8-12-108,1 0 1,-1 0-1,1 0 0,0-1 1,0 0-1,0 0 0,0-1 1,0 1-1,1-1 0,-1-1 1,1 1-1,-1-1 0,1 0 0,0 0 1,13-1-1,-10 0 6,4 0 3,0-1 0,24-3 0,-34 4-18,0-1 0,1-1 0,-1 1 0,0-1 0,0 1 0,0-1 0,0 0 0,-1-1 0,1 1 0,0-1 0,-1 0 0,6-5 0,-1-2 25,-1-1 1,0 0-1,-1 0 0,0 0 0,0-1 1,-2 1-1,1-1 0,-2-1 1,5-19-1,-9 45 27,0 0 1,1 0-1,1 0 1,2 18-1,-2-28-49,0 0-1,1-1 0,-1 1 0,0-1 0,1 1 0,-1-1 1,1 1-1,0-1 0,0 0 0,0 0 0,0 0 0,0 0 1,1 0-1,-1-1 0,0 1 0,1-1 0,-1 1 0,1-1 1,0 0-1,-1 0 0,1 0 0,0 0 0,5 0 0,5 2 10,1-1 0,0-1 0,21 0 0,-28 0-9,0-1 0,0-1 0,0 1 0,0-1-1,0-1 1,0 1 0,-1-1 0,11-4 0,-13 4-3,-1 0 0,0 0 0,-1 0 0,1 0 0,0-1 0,0 1 0,-1-1 0,0 0 0,1 0 0,-1 0 0,0 0 0,-1 0 0,1 0 0,0 0 0,-1-1 0,0 1 0,0 0 0,1-6 0,2-4 17,-2-1 0,0 1 1,-1-1-1,0 0 1,-1 1-1,0-1 0,-3-14 1,3 28-30,0-1 1,0 1-1,0 0 1,0-1-1,-1 1 1,1 0-1,0-1 1,0 1-1,0 0 1,0-1-1,-1 1 1,1 0-1,0 0 1,0-1 0,-1 1-1,1 0 1,0 0-1,0-1 1,-1 1-1,1 0 1,0 0-1,-1 0 1,1-1-1,0 1 1,-1 0-1,1 0 1,0 0-1,-1 0 1,1 0 0,-1 0-1,1 0-246,-1 0 1,1 0-1,-1 0 0,1 0 0,0 0 0,-1 0 1,1 0-1,-1 1 0,1-1 0,0 0 0,-1 0 1,1 0-1,0 1 0,-1-1 0,1 0 0,0 0 1,-1 1-1,1-1 0,0 0 0,0 1 0,-1-1 1,1 0-1,0 1 0,0-1 0,-1 1 1,1-1-1,0 0 0,0 1 0,0-1 0,0 1 1,0-1-1,0 0 0,0 1 0,0-1 0,0 1 1,0-1-1,0 1 0,0-1 0,0 0 0,0 1 1,0-1-1,0 1 0,5 14-8261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4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8692,'0'0'10629,"70"160"-10341,-55-121-192,-6-8-64,3-4-64,3-9-688,13-12-3650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5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43 2977,'0'0'7873,"-12"-4"2481,12 2-10271,1 1 0,-1-1-1,0 0 1,1 1 0,-1-1-1,1 1 1,-1-1 0,1 1-1,0-1 1,0 1 0,0 0-1,0-1 1,0 1 0,0 0-1,0 0 1,0 0 0,0 0-1,0 0 1,1 0 0,-1 0-1,0 0 1,1 0 0,-1 0-1,1 1 1,-1-1 0,1 1-1,-1-1 1,1 1 0,-1-1-1,4 1 1,5-2 4,1 1 0,-1 0 0,16 0 0,-21 1 12,-4 0-89,1 0 0,0 0 0,0 0 0,-1 1 0,1-1 0,0 0 0,0 1 0,-1-1-1,1 1 1,0-1 0,-1 1 0,1 0 0,-1 0 0,1 0 0,0 0 0,-1 0 0,0 0 0,1 0 0,-1 0 0,0 0 0,0 1 0,0-1 0,1 1 0,-1-1 0,-1 1 0,1-1 0,0 1 0,0-1 0,-1 1 0,1 0 0,0 2 0,1 5-1,-1-1 1,0 1-1,-1 0 0,0 0 1,-1 11-1,0-4 3,0-8-8,-1 0 1,1 0 0,-2 0 0,1 0 0,-1 0-1,0-1 1,-1 1 0,1-1 0,-10 13 0,9-14 10,0 1 0,0 0 0,0 0 0,1 0 0,0 0 0,0 1 0,0 0 0,1-1 0,1 1 0,-2 13 0,3-19-6,0-1 0,1 1 0,-1-1 0,0 0 0,1 1 0,-1-1 1,1 0-1,0 1 0,-1-1 0,1 0 0,0 0 0,0 1 0,0-1 0,0 0 0,0 0 0,0 0 0,0 0 0,0 0 0,0-1 1,1 1-1,-1 0 0,0-1 0,0 1 0,1 0 0,-1-1 0,1 1 0,1-1 0,6 3 74,0-1-1,19 3 1,-20-4-33,61 5 133,75-3-1,-140-3-181,16-2-166,-18-3-248,-10-5-463,-2 4-188,-1 0 0,1 1 0,-13-5 0,-75-27-9194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6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191 228 5266,'0'0'2225,"-26"7"-1256,-82 24-62,85-25-285,21-6-492,1 0 1,-1 1 0,0-1 0,1 0-1,-1 1 1,1-1 0,-1 1-1,0-1 1,1 1 0,-1 0-1,1 0 1,-1 0 0,1 0-1,0 0 1,-10 9 12134,23-10-10179,146 9 380,10 0-1514,-68-8-613,-8 1 125,-1-4 0,115-17 0,616-159 854,-544 102-1318,-202 47 0,-58 21 0,-32 16-900,1 1-1,1 0 1,0 1-1,0 0 1,-19 23-1,1-3-1897,-23 19-4032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7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 11157,'0'0'8361,"33"-9"-6499,41-13-262,130-18-1,250-27 1522,-208 30-2285,-213 32-738,536-98 1330,-505 84-1222,-41 12-22,35-7-1,-58 14-219,1 0 0,-1 0 0,1 0 0,-1 0-1,1 0 1,-1 0 0,1 0 0,-1 0-1,1 0 1,-1 0 0,1 1 0,-1-1 0,1 0-1,-1 0 1,1 1 0,-1-1 0,0 0-1,1 1 1,-1-1 0,1 0 0,-1 1 0,0-1-1,1 0 1,-1 1 0,0-1 0,0 1 0,1-1-1,-1 1 1,0-1 0,0 1 0,0-1-1,1 1 1,-1-1 0,0 1 0,0-1 0,0 1-1,0-1 1,0 1 0,0 25-1181,0-19 821,-2 86-6845,-5-38 366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7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 12182,'0'0'7747,"39"-6"-6216,-26 3-1374,299-58 2667,-24-4-1002,119-30-72,-395 91-1703,-5 3-28,1 0-1,-1-1 0,-1 0 0,1-1 1,0 0-1,0 0 0,-1 0 0,0-1 0,1 1 1,6-7-1,-13 9-31,1 1 1,-1-1-1,1 1 0,-1 0 0,1-1 1,-1 0-1,1 1 0,-1-1 1,0 1-1,1-1 0,-1 1 1,0-1-1,0 0 0,1 1 0,-1-1 1,0 0-1,0 1 0,0-1 1,0 0-1,0 1 0,0-1 0,0 0 1,0 0-1,0 1 0,0-1 1,0 0-1,0 1 0,0-1 1,-1 1-1,1-1 0,0 0 0,-1 1 1,1-1-1,0 0 0,-1 1 1,1-1-1,-1 0 0,-1-1-192,0 1-1,0 0 1,0-1-1,-1 1 1,1 0 0,0 0-1,0 0 1,-1 0-1,1 1 1,-3-2-1,-50-7-5708,-15 0-6055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0:19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1442 104 8820,'0'0'8068,"26"0"-7273,75 2-35,-76-1 1481,-27-1-1115,-2 0-918,0 0 1,1 0-1,-1 1 0,0 0 1,0-1-1,-3 3 0,-15 2 226,-49 3 623,-88 0 0,99-7-677,-293 17 803,4 32-397,304-40-724,1 2 0,1 2 1,0 2-1,0 1 0,-42 25 0,69-31-65,0 1 0,0 0 1,1 0-1,0 2 0,1 0 0,-15 20 0,6-3-6,1 1 1,-20 40 0,35-60 58,2 1 0,0 1 0,0-1 0,1 1 0,1 0 0,0-1 0,1 2 0,1-1 0,0 0 0,0 0 0,2 0 0,0 0 0,3 16 0,3 5 159,2-1 1,1 0-1,28 65 0,5-8 22,40 103-43,47 289-80,-38 11 76,-92-493-183,59 396 143,-35 4-26,-23-321-121,-3 92 41,0-142-15,-1 0-1,-2 0 0,-14 47 1,-9 43 1,25-114-22,0 1-1,0-1 1,-1 0 0,0-1-1,0 1 1,0-1 0,-1 1-1,-5 4 1,3-4-7,1 1 0,0 0 0,-6 10 0,11-16 4,1-1 0,-1 1 0,1-1 0,-1 1 0,1-1 0,0 1 1,-1-1-1,1 1 0,0-1 0,0 1 0,-1 0 0,1-1 0,0 1 0,0-1 1,0 1-1,0 0 0,0-1 0,0 1 0,0 0 0,0-1 0,0 1 1,0 0-1,0-1 0,0 1 0,0-1 0,1 1 0,-1 0 0,0-1 0,0 1 1,1-1-1,-1 1 0,0-1 0,1 1 0,-1-1 0,0 1 0,1-1 1,-1 1-1,1-1 0,-1 1 0,1-1 0,-1 0 0,1 1 0,-1-1 0,1 0 1,0 1-1,-1-1 0,2 0 0,2 1-5,1 0 0,0 0 0,0 0 0,-1-1 0,7 0 0,-5 1 9,45 0 8,211 6 101,783-7 322,-927-3-324,190-29-1,-279 29-80,20-4-15,-45 6-7,0 0-1,0 0 1,-1-1-1,1 1 1,-1-1-1,1 1 1,-1-1-1,0-1 1,0 1-1,5-4 1,-7 4 15,0-1 0,1 1 0,-1-1 1,0 1-1,0-1 0,-1 1 0,1-1 0,-1 0 0,1 1 0,-1-1 0,0 0 1,0 0-1,0-5 0,1-11 97,4-42 44,-4-99 0,-2 82-115,2-5-48,0-2 0,-17-153 0,-74-214 0,-25 5 0,55 224 0,12 35 0,-157-569 0,182 677-16,-3 1 0,-4 2 0,-64-121 0,6 56-1489,5 8-6968,33 46-6504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1:0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61 13110,'0'0'7494,"0"-9"-6395,-3-42 4261,3 53-4930,0 94 1015,6 209 460,-3-225-1763,-2-80-189,-1 1 0,1-1 0,-1 0 0,1 1 0,-1-1 0,1 1 0,-1-1 0,1 0 0,0 1 0,-1-1 0,1 0 0,-1 0 0,1 1 0,0-1 0,-1 0 0,1 0 0,0 0 0,-1 0 0,1 0 0,0 0 0,-1 0 0,1 0 0,1 0 0,20-1-1732,-20 1 1388,1-1-31,-1 1-1,1 0 0,-1-1 0,1 1 1,-1-1-1,1 0 0,-1 0 1,3-1-1,27-21-6076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1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73 4770,'0'0'13855,"-6"-1"-12343,2 0-1297,0 0-1,-1 0 0,1 0 1,0 1-1,-1 0 0,1 0 1,0 0-1,-1 0 1,1 1-1,0 0 0,-1 0 1,1 0-1,0 0 0,0 1 1,0-1-1,0 1 0,0 0 1,0 0-1,-5 5 1,3-2-134,0 1 1,0 0-1,0 0 1,1 1-1,0-1 1,0 1 0,1 0-1,0 1 1,0-1-1,1 1 1,0 0-1,0-1 1,1 1 0,0 0-1,0 1 1,1-1-1,0 0 1,0 14 0,1-21-85,0 0 0,0 0 0,0-1 0,0 1 0,0 0 0,1 0 0,-1 0 1,0 0-1,0 0 0,1 0 0,-1 0 0,1 0 0,-1 0 0,1-1 0,-1 1 0,1 0 1,-1 0-1,1-1 0,-1 1 0,1 0 0,0-1 0,0 1 0,-1 0 0,1-1 1,0 1-1,0-1 0,0 1 0,0-1 0,-1 0 0,1 1 0,2-1 0,2 1-29,-1 0 0,1-1 0,0 0 0,0 0 0,6-1 0,3 0-44,-5 1 31,-4 1 29,0-1 0,0 0-1,0-1 1,0 1-1,7-3 1,-10 2 17,0 0 0,0 0-1,0 0 1,0 0 0,0 0 0,0 0-1,-1-1 1,1 1 0,0-1-1,-1 1 1,0-1 0,1 1 0,-1-1-1,0 0 1,0 0 0,2-2 0,2-7 10,0 0 0,-1 0 0,0-1 1,0 1-1,-1-1 0,2-22 0,-1-74 562,-4 90-368,-2 12-80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1:06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 8596,'0'0'14340,"-13"3"-13129,6-1-1022,-2 0-1,1 1 0,0-1 0,0 1 0,0 1 0,0 0 0,0 0 0,1 0 0,-12 9 0,-114 112 1143,129-122-1568,1 0 1,-1-1-1,0 1 0,0-1 0,-8 4 1,-12-1-7220,12-5-46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1:06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13542,'0'0'10597,"143"151"-10533,-122-112-64,-9-5 0,-6-1-544,0-12-1121,-6-3-1873,3-9-4817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1:25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200 117 7491,'0'0'4995,"0"-7"-3885,-1-1-712,-1-19 2760,2 26-3103,0 1 1,0-1-1,0 1 0,-1-1 1,1 1-1,0 0 0,0-1 1,0 1-1,-1-1 0,1 1 1,0 0-1,-1-1 0,1 1 1,0 0-1,0-1 0,-1 1 1,1 0-1,-1 0 0,1-1 1,0 1-1,-1 0 0,1 0 1,-1 0-1,1-1 0,-1 1 1,1 0-1,0 0 0,-1 0 1,1 0-1,-2 0 1,2 0 41,-1 0 1,1 0-1,-1 0 1,0 0 0,1-1-1,-1 1 1,1 0 0,-1 0-1,1 0 1,-1-1 0,1 1-1,-1 0 1,1-1 0,-1 1-1,1 0 1,-1-1 0,1 1-1,-1-1 1,1 1 0,0-1-1,-1 1 1,1 0 0,0-1-1,-1 0 1,1 1 0,0-1-1,0 1 1,-1-1-1,1 1 1,0-1 0,0 1-1,0-2 1,0 1-38,0-1 1,0 1-1,0 0 0,1-1 0,-1 1 1,0 0-1,1 0 0,-1-1 0,1 1 1,0 0-1,-1 0 0,1 0 0,0 0 1,-1 0-1,1 0 0,0 0 0,0 0 1,0 0-1,2-1 0,0 0 25,1-1 0,-1 1-1,1 1 1,-1-1 0,1 0 0,6-1-1,6 0 173,1 0 0,21-2 1,-33 5-117,12-1 76,0 0 1,0 1-1,0 1 0,0 0 1,-1 1-1,1 1 1,21 7-1,-36-9-211,-1 0-1,1 0 0,-1 0 1,1 0-1,-1 0 0,1 0 1,-1 1-1,0-1 1,0 0-1,0 1 0,1-1 1,-1 1-1,-1-1 1,1 1-1,0-1 0,0 1 1,-1 0-1,1 0 0,-1-1 1,1 1-1,-1 0 1,0 0-1,1-1 0,-1 1 1,0 0-1,0 0 0,0 0 1,-1 2-1,1 0 1,-1-1 1,1 1-1,-1-1 0,0 0 0,0 0 1,0 1-1,0-1 0,0 0 0,-1 0 1,1 0-1,-1 0 0,0 0 1,0 0-1,0-1 0,-3 4 0,-17 9-29,-2 0-1,0-1 1,0-2-1,-34 13 1,57-24 12,0-1-1,0 0 1,-1 1-1,1-1 1,0 1 0,0-1-1,0 1 1,0-1 0,0 1-1,1 0 1,-1 0 0,0-1-1,0 1 1,0 0 0,0 0-1,1 0 1,-1 0 0,1 0-1,-1 0 1,0 0-1,1 0 1,0 0 0,-1 0-1,0 2 1,2-2 4,-1 0 1,0 0-1,1 0 0,-1 0 1,0 0-1,1 0 0,-1 0 1,1 0-1,0 0 0,-1-1 1,1 1-1,0 0 0,-1 0 1,1-1-1,0 1 0,0-1 0,-1 1 1,1 0-1,0-1 0,0 1 1,0-1-1,0 0 0,0 1 1,0-1-1,0 0 0,1 1 1,31 8 23,-2 1 0,1 2 1,54 29-1,-85-40-14,0 0 1,1 0-1,-1 0 0,0 0 1,1 1-1,-1-1 0,0 1 1,0-1-1,0 1 1,0-1-1,-1 1 0,1-1 1,0 1-1,0 0 0,-1-1 1,1 1-1,-1 0 0,0 0 1,0-1-1,1 1 0,-1 0 1,0 0-1,0 0 0,-1-1 1,1 4-1,-1-1 7,0-1 0,1 0 0,-1 1 0,-1-1 0,1 0 0,0 0 0,-1 0-1,1 0 1,-1 0 0,0 0 0,0 0 0,-4 3 0,-2 1-2,0-1-1,0 0 1,-1-1-1,1 1 0,-1-2 1,0 1-1,-1-2 1,1 1-1,-1-1 1,0 0-1,-18 2 1,-8-1-145,-72-2 0,64-3-199,35 1 18,0 0 1,-1-1 0,1 0-1,0 0 1,-14-5-1,18 4-303,-1 0-1,1-1 0,0 1 1,0-1-1,0-1 0,0 1 1,1-1-1,0 1 0,-8-9 1,-22-29-10211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7:18:35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7:18:39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24575,'0'1'0,"0"0"0,1 0 0,-1 0 0,0 0 0,1 0 0,-1 0 0,1 0 0,-1 0 0,1-1 0,0 1 0,-1 0 0,1 0 0,0-1 0,-1 1 0,1 0 0,0-1 0,0 1 0,0-1 0,-1 1 0,1-1 0,0 1 0,0-1 0,0 0 0,0 1 0,0-1 0,0 0 0,2 0 0,33 6 0,-25-5 0,0 1 0,-1 0 0,0 1 0,0 0 0,-1 1 0,1 0 0,-1 0 0,12 8 0,-18-11 0,-1 1 0,0-1 0,1 1 0,-1 0 0,0 0 0,0-1 0,0 1 0,-1 0 0,1 1 0,0-1 0,-1 0 0,1 0 0,-1 1 0,0-1 0,0 1 0,0-1 0,0 1 0,0 0 0,-1-1 0,1 1 0,-1 0 0,1-1 0,-1 1 0,0 0 0,0 0 0,0-1 0,-1 1 0,1 0 0,-1 0 0,1-1 0,-1 1 0,-1 3 0,-16 23 0,15-24 0,0-1 0,0 0 0,0 1 0,1-1 0,0 1 0,-3 9 0,4-12 0,1 0 0,0-1 0,0 1 0,0-1 0,0 1 0,1-1 0,-1 1 0,0-1 0,1 1 0,-1-1 0,1 0 0,-1 1 0,1-1 0,-1 1 0,1-1 0,0 0 0,0 0 0,0 1 0,0-1 0,0 0 0,0 0 0,0 0 0,0 0 0,0 0 0,1 0 0,-1 0 0,0-1 0,3 2 0,59 29 0,-40-22 0,38 24 0,-55-30 0,-1 1 0,0 0 0,0 0 0,0 0 0,-1 1 0,1 0 0,-1-1 0,0 2 0,0-1 0,-1 0 0,6 11 0,-8-13 0,0 1 0,0 0 0,0 0 0,-1 0 0,1 0 0,-1 0 0,0 0 0,0 0 0,0 0 0,-1 0 0,1 0 0,-1 0 0,0 0 0,0 0 0,-1 0 0,1-1 0,-1 1 0,1 0 0,-1-1 0,0 1 0,-1-1 0,-3 5 0,-5 5 0,0-1 0,0-1 0,-1 0 0,-17 12 0,22-18 0,0-1 0,0 0 0,-1 0 0,1-1 0,-1 0 0,0 0 0,0-1 0,0 0 0,0 0 0,-16 0 0,-8 0 0,-49-5 0,32 0 0,25 2-1365,4 1-5461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1793,'0'0'0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3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3 18937,'0'0'9204,"-5"-2"-8772,4 2-421,1 0 1,-1 0-1,0 0 0,0 0 0,1-1 1,-1 1-1,0 0 0,0 0 0,1 0 0,-1 1 1,0-1-1,0 0 0,1 0 0,-1 0 1,0 0-1,0 1 0,1-1 0,-1 0 1,0 1-1,1-1 0,-1 1 0,1-1 1,-1 0-1,0 1 0,1 0 0,-1-1 1,1 1-1,-1-1 0,1 1 0,-1-1 1,1 1-1,0 0 0,-1-1 0,1 1 1,0 0-1,0 0 0,-1-1 0,1 1 1,0 0-1,0-1 0,0 1 0,0 1 1,-2 7 79,2 0 0,-1 0 0,1 11 0,1-4 43,-1 66 350,-4 161 366,0-204-785,-1 0-1,-1 0 1,-3 0-1,-14 42 1,19-70-51,-1 0 1,0 0-1,0-1 1,-1 0-1,0 1 1,-9 9-1,14-18-9,-1 0 1,0 0-1,0 0 0,0 0 0,0 0 1,0 0-1,0-1 0,0 1 0,0-1 1,-1 1-1,1-1 0,-1 0 0,1 0 1,-1 0-1,1 0 0,-1 0 0,1-1 1,-1 1-1,0-1 0,1 0 1,-1 0-1,0 0 0,0 0 0,1 0 1,-1 0-1,0-1 0,1 0 0,-1 1 1,1-1-1,-1 0 0,0 0 0,1 0 1,-4-3-1,3 2 7,-1-1 0,1 0 0,0 0 0,0 0 0,0 0 0,0-1 0,1 1 0,-1-1 1,1 1-1,-4-8 0,-15-47 39,12 16-46,1 0 1,2 0-1,2 0 0,3-78 1,2 105-8,-1 0 1,2 0 0,0 0 0,0 1 0,2-1 0,0 1 0,0 0-1,2 0 1,-1 0 0,2 1 0,0 0 0,0 0 0,1 0 0,1 1-1,0 1 1,1-1 0,0 1 0,0 1 0,1 0 0,21-14 0,-20 17 0,0 0 1,1 0 0,0 2-1,0-1 1,0 2 0,1 0 0,24-4-1,-16 5-7,1 1 0,0 0 0,0 2 0,23 3 0,-37-2 11,-1 1 1,0-1-1,1 2 1,-1-1-1,0 1 1,0 0-1,0 1 1,-1 0-1,1 0 1,-1 1-1,0-1 1,0 2-1,-1-1 1,1 1-1,-1 0 1,-1 0-1,1 1 1,-1 0 0,0-1-1,0 2 1,-1-1-1,4 10 1,0 1 2,0 1 0,-2 0 1,0 1-1,-2-1 1,0 1-1,-1 0 1,-1 0-1,0 26 1,-2-38-3,0-1 1,0 0-1,-1 0 1,0 0-1,0 1 1,0-1-1,-1 0 1,0-1-1,-1 1 1,1 0-1,-1 0 1,-1-1-1,1 0 1,-1 0-1,0 0 1,-1 0-1,1 0 1,-1-1-1,0 0 1,0 0-1,-1 0 1,0-1-1,1 0 1,-2 0-1,-11 6 1,8-6 2,-1 0 0,0-1 0,0 0 0,0-1 0,0 0 1,-18 1-1,-72-5 33,89 1-39,-5 0-66,1-1 1,0-1 0,0 0 0,0-2 0,1 1 0,-1-2 0,1 0-1,0-1 1,1 0 0,0-1 0,0-1 0,0 0 0,1-1-1,1 0 1,0-1 0,0-1 0,1 0 0,0 0 0,-8-14-1,14 17-242,0 0-1,1 0 0,0-1 1,1 1-1,0-1 0,1 0 1,0 0-1,0 0 0,1 0 0,0 0 1,1-15-1,0 21-48,0-1 0,0 1 0,0 0 0,0-1 0,1 1 0,-1 0 0,1 0-1,0-1 1,0 1 0,1 0 0,-1 0 0,1 0 0,0 1 0,0-1 0,0 0 0,1 1 0,-1-1 0,1 1 0,0 0 0,0-1 0,0 1 0,0 1-1,1-1 1,-1 0 0,1 1 0,0 0 0,4-3 0,64-29-9190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3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0 9716,'0'0'10082,"9"10"-9081,-4-4-829,-2-4-81,-1 0 0,0 0 0,0 1 1,0-1-1,0 1 0,0 0 0,-1-1 0,1 1 0,1 5 0,-3-7-51,0 0 0,0 0 0,0 0 0,0 0 0,0 0 0,0 0 0,0-1 0,0 1 0,0 0 0,0 0 0,-1 0 0,1 0 0,0 0 0,-1 0 0,1 0 0,-1 1 0,-1 0 53,0 0 0,1-1 0,-1 1 0,0 0 0,0-1-1,0 1 1,0-1 0,0 0 0,-3 2 0,-46 23 1053,-11 5 44,2 2 0,-83 60 1,134-86-1115,1 0 1,0 1 0,0 0-1,1 0 1,-9 12 0,14-17-81,0-1 1,1 1 0,-1-1-1,1 1 1,0 0 0,-1 0-1,1-1 1,1 1-1,-1 0 1,0 0 0,1 0-1,-1 0 1,1 0-1,0 0 1,0 0 0,0 0-1,0 0 1,1 0-1,-1 0 1,1 0 0,0 0-1,-1 0 1,4 5-1,-3-7-7,0 1-1,0 0 1,1-1 0,-1 1-1,1-1 1,-1 0-1,1 1 1,0-1-1,0 0 1,-1 0-1,1 0 1,0 0-1,0 0 1,0-1-1,0 1 1,4 0 0,37 4-257,-37-5 221,10 1-36,0-1 0,-1-1 0,1 0 0,0-1 0,-1 0 0,21-7 0,-27 6 44,0-1 0,0 1 0,-1-2 1,1 1-1,-1-1 0,0-1 1,-1 0-1,1 0 0,-1 0 0,0-1 1,10-12-1,-10 10 35,0 0-1,0-1 1,-1 0-1,-1 0 1,0-1-1,0 1 1,-1-1-1,0 0 1,-1 0 0,0-1-1,-1 1 1,0-1-1,-1 1 1,0-15-1,-1 26-227,9 0-2777,12-2-1513,13-5-2866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4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1 9764,'0'0'10677,"-30"3"-10154,-96 14 56,122-17-539,0 1-1,0 0 0,1 0 0,-1 0 1,0 1-1,0-1 0,1 1 1,-1 0-1,1 0 0,-1 0 1,1 0-1,0 1 0,0-1 1,0 1-1,0 0 0,1 0 1,-5 5-1,5-4 14,1 1 0,-1-1 0,0 1 0,1-1 0,0 1 0,0 0 0,0 0 0,1-1 0,-1 7 0,1-4 3,0-1 0,0 1 0,0-1 0,0 1 0,1-1-1,0 1 1,1-1 0,-1 1 0,1-1 0,1 0 0,-1 0 0,1 0 0,0 0 0,0-1-1,1 1 1,-1-1 0,1 0 0,1 0 0,6 7 0,11 10 236,-7-7-58,0 1-1,14 21 1,-25-32-160,-1 1 0,1-1 0,-1 1 0,-1-1 0,1 1 0,-1 0 0,0 0 0,-1 0 0,1 0 0,-1 1 0,0 11 0,0-14-16,-1-1 0,0 1 0,0-1 0,-1 1 0,1-1 0,-1 0 0,0 1 0,1-1 0,-1 0 0,-1 0 1,1 1-1,-3 3 0,3-5-30,-1-1 0,0 1 0,0 0-1,-1-1 1,1 1 0,0-1 0,0 0 0,-1 1 0,1-1 0,-1 0 0,1-1 0,-1 1 0,1 0 0,-1-1 0,1 1 0,-4-1 0,-26 3 66,-1-1 1,-36-3-1,66 1-89,-2 0-58,0-1 0,0 1 0,0-1 0,0 1 0,0-1 0,0-1 0,1 1 1,-1-1-1,0 0 0,1 0 0,-1 0 0,1 0 0,0-1 0,0 0 0,0 0 0,0 0 0,0 0 0,1-1 0,0 1 1,-1-1-1,1 0 0,0 0 0,1 0 0,-1-1 0,1 1 0,0-1 0,0 1 0,0-1 0,-1-7 0,0-3-1571,2 0 0,0 0 0,1-27 0,3-6-6385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 15623,'0'0'9629,"0"-5"-9429,0 11-59,1 37 458,-3 80 397,1-105-908,-1 1 1,-1 0 0,-1-1 0,-10 30-1,5-29-45,7-16-34,0 1 0,0-1-1,0 1 1,1 0 0,-1-1-1,1 1 1,-1 4-1,2-7 27,0-5 29,1-3-51,0 0 1,0 0-1,1 0 1,0 0-1,0 0 0,1 0 1,0 1-1,0-1 0,8-11 1,42-55-23,-51 70 9,8-9-11,0-1-1,1 2 1,0 0-1,19-14 0,-25 21 15,1 0 0,0 1 0,1-1 0,-1 1 0,0 1 0,1-1 1,0 1-1,-1 0 0,1 1 0,0 0 0,0 0 0,11 0 0,-15 0 2,0 1 0,1 0 0,-1 1-1,0-1 1,0 0 0,0 1 0,1 0 0,-1 0 0,0 0 0,0 0 0,0 0 0,0 1 0,4 2 0,-4-1 1,0 0 1,0 0 0,0 1 0,-1 0-1,1-1 1,-1 1 0,0 0-1,0 0 1,2 7 0,2 2-180,-2 0 0,0 1 0,0 0 0,-2 0 0,0 0 0,1 29 0,-3-42-1631,15-19-11309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6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3826,'0'0'18779,"10"11"-17845,0 1-755,-1-2-75,0 0 1,-1 1-1,0 0 1,11 21-1,-18-29-95,0 0-1,1 0 0,0 0 0,0 1 0,0-2 0,0 1 1,0 0-1,1 0 0,-1-1 0,1 1 0,-1-1 1,1 0-1,0 0 0,0 0 0,0 0 0,0 0 0,1-1 1,-1 1-1,0-1 0,1 0 0,-1 0 0,1 0 0,-1-1 1,1 1-1,-1-1 0,1 0 0,0 1 0,-1-2 1,1 1-1,3-1 0,-3 0 2,0 1 1,-1-1-1,1 0 0,0 0 1,-1-1-1,1 1 1,-1-1-1,1 0 1,-1 0-1,0 0 0,0 0 1,0-1-1,0 1 1,0-1-1,0 0 0,-1 0 1,1 0-1,-1 0 1,0 0-1,3-5 0,-2 1 1,1 1-1,-1-1 0,0 0 0,0-1 0,-1 1 0,0 0 1,-1-1-1,1 1 0,-1-15 0,-1 21-2,0 1 0,0-1 0,0 0 0,0 0-1,0 1 1,0-1 0,0 1 0,-1-1 0,1 0 0,0 1 0,0-1 0,-1 0 0,1 1-1,0-1 1,-1 1 0,1-1 0,-1 1 0,1-1 0,-1 1 0,1-1 0,-1 1-1,1-1 1,-1 1 0,1 0 0,-1-1 0,0 1 0,1 0 0,-1 0 0,1-1 0,-1 1-1,0 0 1,0 0 0,-26-1 223,17 1-146,0 1-21,1 0-1,-1 1 0,1 0 0,0 0 1,0 1-1,0 0 0,0 1 1,0 0-1,0 0 0,1 1 1,0 0-1,0 0 0,1 1 1,-1 0-1,1 0 0,0 1 0,1 0 1,-1 0-1,2 1 0,-1-1 1,-6 14-1,10-17-56,0 0 1,0 0-1,0 0 1,1 0-1,0 0 0,-1 0 1,2 1-1,-1-1 1,0 0-1,1 1 0,0-1 1,0 6-1,1-8-9,-1 0 0,1 0-1,-1 0 1,1 0 0,0 0 0,0 0-1,0 0 1,0 0 0,0 0 0,1-1-1,-1 1 1,0 0 0,1-1-1,-1 1 1,1-1 0,0 1 0,-1-1-1,1 0 1,0 0 0,0 1 0,0-1-1,0-1 1,0 1 0,0 0 0,4 1-1,19 2-198,1 0-1,0-1 1,0-2 0,0 0-1,44-6 1,-54 3 50,1-1 1,-1 0 0,1-1-1,-1-1 1,-1-1 0,1 0 0,29-16-1,-22 7 19,0 0-1,-1-1 1,-1-2-1,21-21 1,-40 38 644,-2 7-82,-9 88 848,9-93-1279,0 1 0,0-1 0,0 0 0,0 1 0,0-1 0,1 1 0,-1-1 0,1 0 0,-1 1 0,1-1 0,-1 0 0,1 0 0,0 1 1,0-1-1,0 0 0,-1 0 0,1 0 0,0 0 0,0 0 0,0 0 0,1 0 0,-1 0 0,0 0 0,0-1 0,0 1 0,1 0 1,-1-1-1,0 1 0,1-1 0,-1 1 0,2-1 0,6 2-29,-1-1 0,0 0 0,1-1 0,11-1 0,-5 1-44,-12 0 64,49-3-216,-48 2 215,0 0 0,0 0-1,0 0 1,0-1-1,0 0 1,0 0 0,-1 0-1,1 0 1,6-5 0,5-8 2,-12 11 12,0 1 0,1-1 0,0 1-1,-1 0 1,7-4 0,-9 7 16,1 0 0,0 0 1,-1 0-1,1 0 0,0 1 1,-1-1-1,1 0 1,-1 1-1,1-1 0,-1 1 1,1-1-1,-1 1 0,1 0 1,-1 0-1,1 0 0,-1 0 1,0 0-1,2 1 1,6 4 54,9 1-80,1-1-1,1-1 0,-1-1 0,1 0 1,0-1-1,-1-1 0,1-1 0,0-1 0,0-1 1,33-5-1,-42 4 11,-1-1-1,0 0 1,0-1 0,0 0-1,-1 0 1,1-1 0,-1 0 0,0-1-1,-1 0 1,1 0 0,-1-1 0,0 0-1,-1 0 1,13-17 0,-19 23 61,0 1 1,-1-1-1,1 1 1,0-1-1,0 1 1,0-1-1,0 1 0,0 0 1,0-1-1,0 1 1,0 0-1,0 0 1,0 0-1,0 0 1,-1 0-1,1 0 1,0 0-1,2 0 1,21 3-282,-19-1 322,11 0-90,-1 0 0,1 0 0,0-2-1,0 0 1,21-3 0,-30 2-13,0 0 0,0-1 1,0 0-1,0 0 0,-1-1 0,1 0 0,-1 0 0,1 0 0,-1-1 0,0 0 0,-1 0 0,1-1 0,-1 1 0,6-7 0,2-5 29,0 0 0,-1 0 0,-1-2 0,17-32 0,-23 25-979,-4 7-2423,-1 16 2805,0-16-6513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6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12614,'0'0'13174,"172"-3"-12918,-117 0-176,-1 3-80,-18-6 0,-18 6-80,-11 0-256,-29 0-2065,-20 0-193,-9 18-1119,-7 13-1906,7 11-1536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7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4818,'-25'188'3938,"13"-179"-897,12-3 2082,9-3-3106,34-3-481,11 0-591,10 0-673,11 0-272,4 0 0,-6-6-528,-7-12-1297,-17-6-2017,-10-4-4001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27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 8340,'0'0'13481,"22"2"-12638,-6 0-689,0 0 1,0 1 0,25 8 0,-39-10-140,-1 0 1,1 0 0,-1 0-1,1 0 1,-1 0 0,0 0-1,1 0 1,-1 0 0,0 1-1,0-1 1,0 1 0,0-1 0,0 1-1,0-1 1,0 1 0,-1-1-1,1 1 1,0 0 0,-1-1-1,0 1 1,1 2 0,0 2 27,-1 1 0,1 0 0,-2-1 0,0 8 1,0 2 27,1 2 5,1-8-53,-1 1 0,0 0 0,-1 0 0,0-1 0,-6 21 0,6-28-20,0-1 0,0 1-1,0-1 1,0 0 0,-1 1 0,1-1 0,-1 0 0,0 0-1,0 0 1,1 0 0,-1 0 0,0-1 0,-1 1 0,1-1-1,0 1 1,0-1 0,-1 0 0,1 0 0,-1 0 0,1 0-1,-1 0 1,1 0 0,-1-1 0,0 1 0,1-1 0,-1 0-1,1 1 1,-6-2 0,4 1 12,1 1 1,0-2-1,-1 1 0,1 0 0,0 0 1,-1-1-1,1 0 0,-4-1 0,6 1-9,-1 0-1,1 0 1,0 0 0,0 0-1,-1-1 1,1 1-1,0 0 1,0-1-1,0 1 1,1-1 0,-1 1-1,0-1 1,0 1-1,1-1 1,-1 1-1,1-1 1,-1-3 0,-2-6 12,1-1 0,0 0 1,0 0-1,1 0 0,1 0 1,0 0-1,1 0 1,0 0-1,3-12 0,-3 20-14,0 1 0,0-1 0,0 0 0,0 1 0,1-1 0,0 1 0,-1-1 0,1 1 0,1 0 0,-1 0 0,0 0 0,1 0-1,-1 0 1,1 0 0,0 1 0,0-1 0,0 1 0,0 0 0,1 0 0,-1 0 0,1 0 0,-1 1 0,1-1 0,-1 1 0,1 0-1,0 0 1,0 0 0,-1 1 0,1-1 0,0 1 0,4 0 0,1 0 13,-2 0-3,0 0 0,-1 0 0,1 1 0,-1-1 0,8 3 0,-11-2-12,0 0 0,-1 1 0,1-1 0,-1 0-1,1 1 1,-1 0 0,0-1 0,1 1 0,-1 0 0,0 0 0,0 0-1,-1 1 1,1-1 0,0 0 0,1 3 0,1 4 2,0 0-1,0-1 1,0 1 0,-1 1 0,-1-1 0,1 0 0,-2 1 0,2 14 0,-2 80 17,-3-71-24,2-23 4,-1 1 0,0-1 1,-1 0-1,-1 0 0,1 0 0,-2 0 0,1 0 0,-1 0 1,-1-1-1,-6 11 0,3-7-1,-2 0 0,1-1 0,-2 0 1,0-1-1,0 0 0,-15 12 0,3-7 1,-1 0-1,-1-2 1,0 0-1,0-2 1,-1-1 0,-1-1-1,-31 8 1,33-13-9,0 0 0,-1-2 0,-48 0 0,73-3 6,0-1 1,1 0-1,-1 1 1,1-1-1,-1 0 1,1 1-1,-1-1 1,1 0-1,0 0 1,-1 0-1,1 0 1,0 1-1,0-1 1,-1 0 0,1 0-1,0 0 1,0 0-1,0 0 1,0 0-1,0 1 1,0-1-1,0 0 1,1 0-1,-1-1 1,0-2-8,1-1 8,-1 0 0,1 0 0,0 0 0,0-1 0,0 1-1,1 0 1,-1 1 0,1-1 0,1 0 0,-1 0-1,0 1 1,1 0 0,0-1 0,0 1 0,1 0 0,-1 0-1,1 1 1,0-1 0,0 1 0,0 0 0,0 0-1,0 0 1,1 0 0,-1 1 0,1-1 0,0 1 0,0 1-1,0-1 1,0 1 0,0 0 0,0 0 0,0 0 0,7 0-1,-10 1 12,1 1-1,-1-1 1,0 1-1,1-1 0,-1 1 1,0 0-1,0 0 1,0 0-1,1 0 1,-1 0-1,0 1 0,-1-1 1,1 1-1,0-1 1,0 1-1,-1 0 0,1-1 1,0 1-1,1 3 1,4 6 44,0 1 0,8 16 1,0 1 44,-3-12-62,0-1-1,1 0 0,0-1 1,1 0-1,1-1 1,0-1-1,1 0 0,1-1 1,0-1-1,0 0 0,1-1 1,30 11-1,-23-12-12,1-1 0,0-1 0,0-1 0,0-1 0,1-2 0,0 0 0,-1-2 0,1-1 0,28-3 0,-51 2-24,1 1-1,0-1 1,-1 0 0,1-1 0,-1 1 0,1-1 0,-1 1 0,0-1 0,0 0 0,0-1 0,0 1 0,0-1 0,0 0 0,-1 0-1,1 0 1,-1 0 0,0-1 0,0 1 0,0-1 0,0 0 0,-1 0 0,0 0 0,0 0 0,0 0 0,2-5 0,0-6-793,0 0 1,-1 0-1,0 0 1,-2 0-1,1-1 1,-2-18-1,0-36-8363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30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597 261 976,'0'0'5854,"5"-29"-3306,15-96 714,-8 65-393,-7 33 377,-4 7 2095,-2 38-5180,0-1 1,-1 1-1,-1-1 0,-10 31 0,-29 65 487,29-81-530,-129 279 450,114-260-557,-2-1 0,-3-1-1,-70 81 1,86-111-27,-1-2-1,-1 0 1,-25 17 0,38-29-12,-1-1-1,0 0 0,0 0 1,0 0-1,-1-1 1,1 0-1,-1-1 1,0 0-1,0 0 1,0 0-1,0-1 1,0 0-1,-14-1 0,22 0 25,-1 0-1,1 0 1,-1 0-1,1 0 0,-1 0 1,1-1-1,-1 1 0,1 0 1,-1 0-1,1-1 1,-1 1-1,1 0 0,0 0 1,-1-1-1,1 1 0,-1 0 1,1-1-1,0 1 0,-1-1 1,1 1-1,0 0 1,0-1-1,-1 1 0,1-1 1,0 1-1,0-1 0,0 1 1,-1-1-1,1 0 0,0-17-65,0 11 21,0 2 32,0 1 0,1-1 1,-1 0-1,1 0 0,0 1 1,1-1-1,-1 1 0,1-1 0,-1 1 1,2-1-1,-1 1 0,0 0 1,1 0-1,-1 0 0,5-5 1,-1 4 8,-1 0 1,1 0-1,0 0 1,0 1-1,1 0 1,-1 0-1,1 1 1,14-6-1,0 2 19,0 2 1,1 0-1,0 1 0,0 2 1,42-1-1,-44 3-6,2-1 5,1 1 0,-1 2 0,1 0-1,-1 1 1,24 7 0,-18-2-71,-1-2-1,1 0 1,1-2-1,56 1 1,-77-5-89,1 0 1,-1-1-1,1-1 1,-1 0-1,1 0 0,-1 0 1,0-1-1,0 0 0,0 0 1,7-6-1,-3 2-354,0-1 1,-1-1-1,1 0 0,-2-1 1,14-14-1,4-11-1766,-2-1 1,39-72-1,-64 105 2166,97-157-5223,-28 56 5929,-65 97-102,-5 6-295,1 0-1,-1-1 1,1 1-1,0 0 1,-1 0-1,1 0 1,0 0-1,0 0 1,0 0-1,-1 1 1,1-1-1,0 0 1,0 0-1,1 1 1,-1-1-1,0 0 1,0 1-1,0-1 0,0 1 1,0 0-1,1-1 1,-1 1-1,2-1 1,0 7 1251,-2 27-348,0-1 0,-2 1 0,-2-1 0,-12 61 0,2-39-409,-3-1 1,-25 58 0,34-100-651,6-9-55,-1 0-1,1-1 1,0 1-1,0 0 1,0 0-1,0-1 1,0 1-1,1 0 1,-1 0-1,0 0 1,1 0-1,-1 3 1,21-5-7,1 0 46,1 0 0,-1-1 0,0-1 0,0-2 1,0 0-1,0 0 0,0-2 0,21-10 0,-25 9-244,-1-1 0,0-1 0,-1-1-1,0 0 1,-1-1 0,0-1-1,-1 0 1,0 0 0,13-17-1,-9 8-1649,27-27-1,-17 23-3986,52-37-1,-62 46 6413,-16 13 140,1 1 0,-1 0-1,1 0 1,0 0 0,0 0-1,0 1 1,0-1 0,0 0-1,0 1 1,0-1 0,0 1-1,1 0 1,3-1-1,-5 6 525,-1 252 4233,0-249-5423,0 0-1,-1 0 1,1 0-1,-1 0 1,-1-1 0,1 1-1,-1 0 1,-5 10 0,7-16-38,0-1 0,0 0 0,0 0 0,-1 1-1,1-1 1,0 0 0,0 0 0,0 0 0,0 1 0,-1-1 0,1 0 0,0 0 0,0 0 0,-1 0 0,1 0 0,0 0 0,0 1 0,0-1 0,-1 0 0,1 0 0,0 0 0,0 0 0,-1 0 0,1 0 0,0 0-1,0 0 1,-1 0 0,1 0 0,0 0 0,0 0 0,-1 0 0,1 0 0,0 0 0,0 0 0,-1-1 0,1 1 0,0 0 0,0 0 0,-1 0 0,1 0 0,0 0 0,0-1 0,0 1 0,-1 0 0,1 0 0,0 0 0,0 0-1,0-1 1,0 1 0,0 0 0,-1 0 0,1-1 0,0 1 0,0 0 0,0 0 0,0-1 0,-3-5-38,1 1 0,0-1 1,0 0-1,0 0 0,1 0 0,0 0 0,-1-9 0,2-49-284,0 35 205,0 21 89,0-28-38,1-1 0,9-51 0,-8 77 62,0 0 0,1 1 1,0 0-1,1 0 0,0 0 1,1 0-1,0 0 1,0 1-1,1 0 0,0 0 1,1 0-1,0 1 1,8-8-1,-11 13 21,0 0 1,0 0-1,1 0 1,-1 0-1,1 1 1,0 0-1,0 0 1,0 0-1,0 0 1,0 1-1,0-1 1,0 2-1,0-1 1,0 0-1,1 1 1,-1 0-1,0 0 1,0 1-1,1-1 1,-1 1-1,0 0 1,0 1-1,0-1 1,0 1-1,0 0 1,6 3-1,16 16 115,-20-15-126,0 0 0,0-1 0,1 0-1,-1 0 1,1 0 0,0-1-1,1 0 1,-1-1 0,18 5 0,-12-6-50,-1 0 0,1-2 0,27 0 0,-37-1 31,1 1 0,0-1 0,0 0 0,0 0-1,-1-1 1,1 1 0,-1-1 0,1 0-1,-1 0 1,0-1 0,1 1 0,-1-1-1,-1 0 1,5-3 0,1-5 26,0 1 0,-1-1 0,0-1 0,-1 0 0,0 0 0,-1 0 0,0-1 0,5-20 0,-4 18 262,-5 34 109,-3-1-246,-1 1 0,-1 0-1,-1-1 1,-8 22 0,6-18 64,0 1-1,-4 33 1,9-24-80,2 41-1,-1-69-148,1 0 0,-1 0-1,1 0 1,0 0 0,0 0 0,0 0-1,1-1 1,-1 1 0,1 0 0,0-1-1,0 1 1,0-1 0,0 0 0,1 0-1,-1 1 1,1-2 0,0 1 0,0 0-1,0 0 1,0-1 0,1 0 0,-1 0-1,1 0 1,-1 0 0,1 0 0,0-1-1,-1 1 1,5 0 0,3 1-667,1 0 0,-1-1 1,17 1-1,34-2-5594,-60-1 5886,66 0-13509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30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10725,'0'0'11333,"161"-3"-10869,-89 3-464,7-3-112,0-9-1697,-10-6-3297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30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16023,'0'0'4194,"194"28"-5586,-100-28-2770,3 0-9717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3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458 138 12854,'0'0'8049,"7"27"-7473,19 85-514,-23-99-76,1 12 8,-4-25 0,0 1 0,0-1 0,-1 0-1,1 1 1,0-1 0,0 0 0,0 1 0,0-1-1,-1 0 1,1 1 0,0-1 0,-1 0 0,1 1 0,0-1-1,0 0 1,-1 0 0,1 1 0,0-1 0,-1 0 0,1 0-1,0 0 1,-1 0 0,1 1 0,-1-1 0,1 0 0,0 0-1,-1 0 1,1 0 0,-1 0 0,1 0 0,0 0-1,-1 0 1,0 0 0,-3 0-26,-1 1 0,1-1 1,-1 0-1,1 0 0,-1-1 0,0 1 0,1-1 0,0 0 0,-1 0 1,1 0-1,0-1 0,-1 1 0,1-1 0,0 0 0,0-1 0,0 1 1,1-1-1,-1 1 0,1-1 0,-1 0 0,1 0 0,0-1 0,0 1 0,0-1 1,0 0-1,1 1 0,0-1 0,0 0 0,0 0 0,0-1 0,0 1 1,1 0-1,-2-8 0,0 1 20,1 1 1,1-1-1,-1 0 1,2 0-1,-1 0 0,1 1 1,3-16-1,-3 21 18,1-1-1,1 1 1,-1-1-1,1 1 1,0 0-1,0-1 0,0 1 1,1 0-1,-1 0 1,2 0-1,-1 1 1,0-1-1,1 1 1,0 0-1,5-5 1,0 2 52,0 1 0,1 1-1,-1-1 1,1 1 0,0 1 0,1 0 0,-1 1 0,19-5 0,-24 7-23,0 0-1,0 1 1,-1-1 0,1 1-1,0 0 1,0 0 0,0 0-1,-1 1 1,1 0-1,0 0 1,-1 0 0,1 0-1,0 1 1,-1-1 0,0 1-1,1 1 1,-1-1-1,0 0 1,0 1 0,0 0-1,0 0 1,4 5 0,-2 0-19,0 1 0,-1 0 1,0-1-1,0 2 0,-1-1 1,0 0-1,-1 1 1,0 0-1,0 0 0,1 20 1,0 8-45,-4 61-1,0-73 42,-1-7-18,0-1 1,-1 1-1,-1-1 1,-1 1-1,0-1 1,-2-1-1,0 1 1,-1-1 0,0 0-1,-1 0 1,-1-1-1,-1 0 1,-1 0-1,0-1 1,0-1-1,-2 0 1,-14 13 0,8-11 15,0-1 0,0-1 1,-1-1-1,-1-1 1,0-1-1,-1-1 1,0 0-1,-1-2 1,-29 7-1,6-5-8,-1-2 1,1-2-1,-83-1 1,127-5-2,1 1-1,0-1 1,0 0 0,0 0 0,0 0 0,0 0 0,0-1 0,0 1 0,-1 0 0,1 0 0,0-1-1,0 1 1,0 0 0,0-1 0,0 1 0,0-1 0,0 0 0,0 1 0,-1-2 0,1 0 1,1 1 1,-1-1 0,1 1 0,0-1-1,0 1 1,0-1 0,-1 1 0,1-1 0,1 1-1,-1-1 1,0 0 0,0 1 0,1-3-1,0 1 0,0 1 1,0 0-1,1 0 0,-1 0 0,0 1 0,1-1 0,-1 0 0,1 0 0,0 1 1,-1-1-1,1 1 0,0-1 0,0 1 0,0 0 0,0 0 0,0 0 1,0 0-1,1 0 0,-1 0 0,0 1 0,0-1 0,0 1 0,5-1 0,6-1 133,0 0 0,25 0 0,-34 2-79,0 0-1,0 0 0,0 1 1,1 0-1,-1 0 1,0 0-1,0 0 1,0 1-1,-1-1 0,1 1 1,0 0-1,-1 0 1,1 0-1,-1 1 1,5 3-1,1 3 76,-1 0 0,0 1 0,12 18-1,-3-4-35,-3-6-90,1 0-1,0-1 1,2-1-1,0 0 1,0-1-1,1-1 1,1-1-1,1-1 1,0 0-1,0-2 1,1 0-1,0-1 1,1-1-1,0-1 1,0-1-1,0-1 0,33 2 1,-6-2-964,100-5 0,-147 0 838,1 0 0,-1 0 0,1-1 0,-1 1 0,1 0 0,-1-1-1,1 0 1,-1 1 0,1-1 0,-1 0 0,1 0 0,-1 0 0,0-1-1,0 1 1,0-1 0,0 1 0,0-1 0,0 1 0,0-1-1,0 0 1,0 0 0,-1 0 0,1 0 0,-1 0 0,0-1 0,1 1-1,-1 0 1,1-4 0,7-40-4637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35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12678,'0'0'7619,"191"-46"-7619,-106 46 0,-13 0-32,-17 0-288,-22 0-720,-24 0-977,-42 0-3810,-28 3 849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36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6771,'-15'224'1809,"51"-221"-577,22-3 641,15 0-624,11 0-1041,10 0-208,0-12-1281,12-31-3857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36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0 15191,'0'0'4986,"-19"5"-4914,3-1-64,-1 0 0,1 2-1,0 0 1,0 0 0,0 2-1,1 0 1,-23 16 0,21-11 18,2 1 0,0 0 1,1 1-1,0 0 1,1 1-1,0 0 0,2 2 1,0-1-1,1 1 1,1 0-1,0 1 0,2 0 1,0 1-1,1 0 1,1 0-1,1 0 0,0 0 1,0 42-1,3 100-28,1-160-9,0-6 19,0-17-46,1-1 0,0 1 0,2-1 1,9-39-1,-10 54 64,0 1 0,1-1 1,-1 1-1,1 0 0,1 0 1,-1 0-1,1 1 0,0-1 0,0 1 1,1 0-1,-1 0 0,1 0 0,0 0 1,1 1-1,-1 0 0,1 0 1,0 1-1,0 0 0,0 0 0,9-4 1,-2 4 100,0-1 0,-1 2 0,2 0 0,-1 0 0,0 1 0,17 1 0,-21 1-62,0-1-1,0 1 0,1 1 0,-1 0 0,-1 0 0,1 1 1,0 0-1,0 0 0,14 9 0,-13-5-58,-1 1-1,0 0 1,0 0-1,0 1 1,-1 0-1,0 1 1,-1 0 0,0 0-1,-1 0 1,0 1-1,-1 0 1,0 0-1,0 1 1,-1-1 0,-1 1-1,0 0 1,-1 0-1,0 0 1,-1 0-1,0 0 1,0 1 0,-3 12-1,2-21-5,-1 1 0,1 0 1,-1-1-1,-1 1 0,1-1 0,-1 1 0,1-1 1,-1 0-1,0 0 0,-1 0 0,1 0 0,-1 0 0,0 0 1,0 0-1,0-1 0,0 0 0,-4 4 0,-6 2-56,-1 0-1,1 0 1,-25 11-1,30-17-3,-18 10-1241,-1-2 1,0-1-1,-1-1 0,-38 7 0,-33-2-9379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0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19865,'0'0'4197,"15"30"-3848,52 98-10,-47-86-14,-2 0 0,-2 1 0,12 52-1,-8-25 111,-18-63-384,1 0 0,-1 0 0,1 0 0,0-1 0,1 1 0,4 5 0,-7-10-42,-1-1-1,2 0 1,-1 0 0,0 0-1,0 0 1,0 1 0,1-2-1,-1 1 1,0 0 0,1 0 0,-1 0-1,1-1 1,-1 1 0,1 0-1,-1-1 1,1 1 0,-1-1-1,1 0 1,-1 0 0,1 0-1,0 0 1,-1 0 0,1 0-1,-1 0 1,1 0 0,0 0 0,-1-1-1,1 1 1,-1-1 0,1 1-1,-1-1 1,1 1 0,-1-1-1,1 0 1,1-1 0,4-4 61,0 0 0,-1-1 0,1 0 0,-1 0 0,-1 0 0,1-1 0,-1 0 0,-1 0-1,7-15 1,-4 11-6,36-82 479,58-180 0,-53 134-370,-46 133-151,-2 6-22,0 0 1,0 1 0,1-1 0,-1 0 0,0 1 0,0-1-1,1 0 1,-1 1 0,0-1 0,1 0 0,-1 1 0,1-1-1,-1 1 1,0-1 0,1 1 0,0-1 0,-1 1 0,1-2-1,1 2-232,-2 4-3904,0-2 3346,0 1-1,1-1 0,-1 0 1,1 1-1,-1-1 1,1 0-1,0 1 1,0-1-1,3 4 0,-3-4 89,13 19-8460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0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11317,'0'0'10645,"0"172"-10277,6-133 0,0-8-272,0-10-96,0-12-48,0-9-912,7 0-1185,-1-18-1617,6-34-3185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0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16488,'0'0'832,"-3"160"593,0-81-753,3-3-448,0-7-80,-9-8-144,0-16-192,-10-12-1185,-2-18-1504,-6-15-3010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0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11957,'0'0'6868,"221"-36"-5940,-133 36-928,-3 0-432,-10 0-2674,-17-10-5634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0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58 12150,'0'0'8756,"6"24"-8284,-1-5-460,1-1 0,1 1 0,10 20 0,-16-37-23,1 0 1,0 0 0,-1 0-1,1 0 1,0 0 0,0-1-1,0 1 1,1 0 0,-1-1-1,0 0 1,1 1 0,-1-1-1,1 0 1,-1 0 0,1 0-1,-1-1 1,1 1-1,-1-1 1,1 1 0,0-1-1,-1 0 1,1 0 0,0 0-1,4-1 1,-3 0-20,0 1 0,0-1-1,0 0 1,0 0 0,0 0 0,0-1-1,-1 0 1,1 1 0,-1-1 0,1 0-1,-1-1 1,0 1 0,1-1 0,2-2-1,-2-1 15,0 0 0,-1 0-1,0 0 1,0-1-1,0 1 1,-1-1 0,1 1-1,-2-1 1,2-9-1,0-3 9,-1 0-1,0-22 1,-2 40 9,0 0-1,0 0 1,0 0-1,0 0 1,0 0-1,0 0 0,0 0 1,-1 0-1,1 1 1,0-1-1,0 0 1,-1 0-1,1 0 1,-1 0-1,1 0 1,0 1-1,-1-1 1,1 0-1,-1 0 1,0 1-1,1-1 1,-2-1-1,-18 0 14,14 2-4,0 0 5,1 0 0,0 1-1,-1 0 1,1 0 0,0 0 0,0 1 0,0 0 0,0 0 0,0 0 0,0 1-1,-4 2 1,-6 5 76,1 1 0,-12 13 1,18-17-8,4-4-5,1 0 0,0 0-1,0 0 1,0 0 0,0 1 0,0 0-1,1-1 1,-1 1 0,1 0 0,0 0-1,1 0 1,-1 0 0,1 1 0,-1-1 0,1 0-1,1 1 1,-1-1 0,0 6 0,1-9-67,0 1 0,0-1 0,0 0 0,0 1 0,0-1 0,1 0 0,-1 0 0,0 1 0,1-1 0,-1 0 0,0 0 1,1 1-1,0-1 0,-1 0 0,1 0 0,0 0 0,-1 0 0,1 0 0,0 0 0,0 0 0,0 0 0,0 0 0,0 0 0,0-1 0,0 1 1,0 0-1,1-1 0,-1 1 0,0 0 0,3 0 0,2 0 23,1 1 1,0-1-1,-1 0 0,13 0 1,-12-1-32,144 3-1024,-129-4 541,-1-1 0,1-1 0,-1-1 0,41-13 0,69-37-7888,-73 24 1964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1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5314,'0'0'15439,"1"15"-14347,-1 8-849,3 47 141,-3-70-386,-1 1 0,1 0 1,0-1-1,0 1 0,0 0 1,0-1-1,0 1 0,0 0 1,1-1-1,-1 1 0,0 0 1,0-1-1,0 1 0,1 0 1,-1-1-1,0 1 0,0-1 1,1 1-1,-1-1 0,1 1 1,-1-1-1,0 1 0,1-1 1,-1 1-1,1-1 0,0 1 1,-1-1-1,1 0 0,-1 1 1,1-1-1,-1 0 0,1 1 1,0-1-1,-1 0 0,1 0 1,0 0-1,-1 1 0,2-1 1,-1-1 5,0 1 0,1-1 1,-1 1-1,0-1 1,0 0-1,0 1 0,0-1 1,0 0-1,0 0 0,0 0 1,-1 0-1,1 0 0,0 0 1,0 0-1,-1 0 0,1 0 1,0 0-1,-1 0 1,1 0-1,-1-2 0,12-43-16,-11 38-1,1-1-1,0 0 0,0 1 0,1-1 1,0 1-1,0 0 0,1 0 1,0 0-1,0 0 0,8-9 1,-9 15-18,0 1 1,0-1 0,0 1 0,0 0 0,0 0 0,0 0 0,0 0 0,1 0-1,-1 1 1,0 0 0,0-1 0,1 1 0,-1 0 0,0 1 0,6 0 0,9 0-233,50-1-3653,-32 0-681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1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16039,'0'0'4787,"169"-30"-4659,-102 30-128,-16 0-209,-14 0-1807,-22 0-1938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1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18040,'0'0'3026,"224"-9"-4051,-142-15-3553,-9-15-8196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1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0 18296,'0'0'3202,"-29"11"-2834,-95 38-299,118-46-68,0 0 0,0 0 0,0 1 0,0 0 0,1 0 0,-1 0 0,1 0 0,0 1 0,1 0 0,-1 0 0,1 1 0,0-1 0,0 1 0,0 0 0,1 0 0,-4 9 0,2-4 12,-3 5 28,2 1 0,0 1 0,0-1 0,2 1 0,0 0 0,-2 23 0,2 111 157,5-107-168,-1-30-20,1 1 0,5 20 1,-2-10-13,-5-48-362,0-1 1,1 1-1,5-30 1,-3 46 397,0-1 1,0 0-1,0 1 0,1 0 0,0-1 1,0 1-1,1 0 0,0 1 1,0-1-1,8-9 0,-8 11 62,-1 1-1,1-1 0,0 1 1,0 0-1,1 0 0,-1 0 0,1 0 1,-1 1-1,1-1 0,0 1 1,0 1-1,0-1 0,0 1 1,0 0-1,6-1 0,-5 1 15,0 1 0,0 0 0,0 0 0,0 1 0,9 1 1,-12-1-88,0 0 0,0 1 0,-1-1 1,1 1-1,0-1 0,-1 1 1,1 0-1,-1 0 0,0 0 0,1 0 1,-1 0-1,3 5 0,5 6-17,-2 0 1,0 0-1,0 0 0,-2 1 0,1 1 0,-2-1 0,0 1 1,-1 0-1,0 0 0,-1 0 0,-1 0 0,0 1 0,-1-1 1,-1 1-1,-1 18 0,-1-28-33,1 0-1,-1 0 1,1-1 0,-2 1 0,1 0-1,-1-1 1,0 0 0,0 1-1,0-1 1,0 0 0,-1-1 0,0 1-1,0 0 1,-1-1 0,1 0-1,-1 0 1,0-1 0,0 1-1,0-1 1,-8 4 0,-7 3-488,-1-1 0,0-1 0,0 0 0,-31 6 0,24-9-1914,-51 5 0,-43-8-7421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3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24 155 13190,'0'0'7361,"7"19"-6411,17 60 163,17 95 1,-29-96-1096,4 121-1,-16-199-33,0 0-1,0 0 1,0 0 0,0 0-1,0 0 1,0 0 0,0 0-1,0 0 1,0 1 0,0-1 0,0 0-1,0 0 1,0 0 0,0 0-1,0 0 1,0 0 0,-1 0-1,1 0 1,0 0 0,0 1-1,0-1 1,0 0 0,0 0 0,0 0-1,0 0 1,0 0 0,0 0-1,0 0 1,-1 0 0,1 0-1,0 0 1,0 0 0,0 0 0,0 0-1,0 0 1,0 0 0,0 0-1,0 0 1,-1 0 0,1 0-1,0 0 1,0 0 0,0 0-1,0 0 1,0 0 0,0 0 0,0 0-1,0 0 1,-1 0 0,1 0-1,0 0 1,0 0 0,0 0-1,-2-1-151,-1 1 0,1 0 0,0-1 0,0 1 0,0-1 0,-1 1-1,1-1 1,0 0 0,0 0 0,0 0 0,0 0 0,0 0 0,1-1-1,-1 1 1,-2-3 0,0 0-197,0 0-1,0-1 1,0 0-1,1 0 0,-5-9 1,-1-5-812,1 0 0,-8-31 0,8 21 643,2-1 0,1 0 0,2 0 0,1-1 0,1-32 0,2 54 753,-1-1 0,1 1 0,1 0-1,0-1 1,0 1 0,1 0 0,0 0 0,1 0 0,0 0 0,0 1 0,0 0 0,1-1 0,1 2 0,-1-1-1,1 1 1,1-1 0,-1 2 0,12-10 0,1 1 259,0 0 1,1 1-1,0 1 1,2 2-1,-1 0 1,25-9-1,137-39 650,-167 55-1092,1-2-20,0 2 1,0 0-1,0 1 0,22-1 0,-38 4-28,-1 0 0,0 0 0,0 1 0,0-1 0,1 0 0,-1 0 0,0 0 0,0 0 0,0 0 0,1 0 0,-1 0 0,0 0 0,0 0 0,0 1 0,0-1 0,0 0 0,1 0 0,-1 0 0,0 0 0,0 1 1,0-1-1,0 0 0,0 0 0,0 0 0,1 1 0,-1-1 0,0 0 0,0 0 0,0 0 0,0 1 0,0-1 0,0 0 0,0 0 0,0 0 0,0 1 0,0-1 0,0 0 0,0 0 0,0 1 0,0-1 0,0 0 0,-1 0 0,1 0 0,0 1 0,0 2-118,-1 6 69,0-1 1,0 0-1,-1 0 1,0 0-1,0 0 1,-1 0-1,0 0 1,-8 13-1,-43 64-245,20-35-92,26-37 286,0 1 0,-10 27 0,17-37 87,-1 1 0,1-1 1,0 1-1,0-1 0,0 1 0,0 0 0,1-1 1,0 1-1,0 0 0,0-1 0,1 1 1,-1 0-1,3 8 0,-2-12 5,0 1 1,0 0-1,0-1 0,0 1 1,0-1-1,0 1 0,0-1 1,1 1-1,-1-1 0,0 0 1,1 0-1,-1 0 0,1 0 1,0 0-1,-1 0 0,1 0 1,0 0-1,-1 0 0,4 0 1,37 5-413,-42-6 430,59 4-1810,94-8 1,-132 2 798,0-1 0,24-7 0,-38 8 776,1 0 1,-1-1-1,0 0 0,0 0 0,0 0 0,0-1 0,-1 0 0,1-1 0,6-6 0,-12 11 291,-1 0-1,1 0 0,-1-1 1,1 1-1,-1 0 1,0-1-1,1 1 1,-1-1-1,0 1 0,1 0 1,-1-1-1,0 1 1,0-1-1,1 1 1,-1-1-1,0 1 0,0-1 1,0 1-1,0-1 1,0 1-1,0-1 1,1 1-1,-1-1 0,0 1 1,0-1-1,-1 1 1,1-2-1,-12-2 2075,-18 9-253,26-3-1777,1 1 1,-1 0 0,1 0 0,0 0 0,0 0 0,1 0 0,-1 1-1,0-1 1,1 1 0,0 0 0,0 0 0,0 0 0,1 0-1,-1 0 1,1 0 0,0 0 0,0 0 0,0 0 0,1 1-1,-1 7 1,1-11-97,0 1 0,1-1-1,-1 0 1,0 0-1,0 0 1,1 1 0,-1-1-1,1 0 1,-1 0 0,1 0-1,0 0 1,-1 0-1,1 0 1,0 0 0,0 0-1,0 0 1,-1 0 0,1 0-1,0 0 1,0-1-1,0 1 1,0 0 0,2 0-1,30 8 5,-30-9-5,33 4-213,-1-1 1,50-4 0,-29 0-311,-41 1 567,0-1 0,1 0 0,-1-1-1,0-1 1,-1-1 0,1 0 0,0-1-1,-1 0 1,0-1 0,-1-1 0,1 0-1,21-16 1,-32 22 95,0 1-1,0-1 1,-1 1-1,1 0 1,0-1 0,0 1-1,0 1 1,-1-1 0,1 0-1,0 1 1,0-1-1,-1 1 1,1 0 0,5 2-1,25 14 69,-20-10-188,0 0 0,0-2-1,0 0 1,18 5 0,4-4-398,0-2 1,0-1-1,48-2 1,-46-2-717,-32 2 590,1-1-1,-1 0 1,0-1 0,0 1-1,0-1 1,0 0-1,0-1 1,0 1-1,0-1 1,0 0 0,-1 0-1,1 0 1,6-5-1,6 1-2421,-2 5-190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8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1569,'0'0'4090,"11"-5"-3263,37-18-104,-45 22-605,-1-1 0,1 1 1,-1-1-1,0 1 0,1-1 1,-1 0-1,0 0 1,0 0-1,0 0 0,0 0 1,-1 0-1,1-1 0,-1 1 1,1 0-1,-1-1 0,0 1 1,0-1-1,0 0 1,0 1-1,0-1 0,-1 0 1,1 0-1,-1 1 0,1-1 1,-1 0-1,0 0 0,-1-5 1,4-22 336,0 21-5,1 1 0,-1-1 0,2 1-1,-1 0 1,6-8 0,-4 8 1276,-1 0-1,0-1 1,7-16 0,-14 37 2848,3 16-4087,0-2-260,-20 196 869,5-94-1045,13-118-100,-1 0 1,0 0-1,-5 17 0,7-25-612,0-13-870,1 0 0,0 0 1,1 0-1,0 0 0,7-20 1,-2 10-1268,19-69-11379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 11221,'0'0'9460,"-121"196"-9011,118-150-417,0-19-32,3 0-817,0-18-1472,-9-9-2369,-12 0-3298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48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8452,'0'0'4738,"26"-16"-4557,2-1-217,4-3-205,1 1-1,0 2 0,46-17 0,5 5-2624,69-27-3338,-135 51 9200,-18 6-2820,1-1 0,-1 0 0,0 0 0,1 0-1,-1 0 1,1 0 0,-1 0 0,1 0 0,-1 1 0,0-1-1,1 0 1,-1 0 0,0 0 0,1 1 0,-1-1 0,1 0-1,-1 1 1,0-1 0,0 0 0,1 1 0,-1-1 0,0 1-1,1 1 446,0 1-1,-1-1 0,1 0 0,-1 1 0,1-1 1,-1 1-1,0-1 0,0 1 0,-1 2 0,1 13-1374,0-17 766,0 1 1,0-1-1,1 0 0,-1 0 1,0 1-1,1-1 0,-1 0 1,1 0-1,-1 0 0,1 1 1,0-1-1,-1 0 0,1 0 1,0 0-1,0 0 0,0 0 1,0-1-1,0 1 0,0 0 1,0 0-1,1 0 0,1 1-29,-1-1 1,1 0-1,0 0 0,0-1 0,-1 1 0,1 0 0,0-1 0,0 0 0,4 0 0,-1 0-102,0 0-1,0-1 0,0 1 0,1-2 0,-1 1 0,-1-1 0,1 0 0,10-4 0,-9 1 55,-1 1 0,1-1 0,-1-1 0,0 1 0,-1-1 0,1 0 0,-1 0 0,0-1 0,-1 1 0,9-16 2235,-13 26-1048,-1-1-1117,1-1-1,0 0 1,-1 1-1,1-1 1,0 0 0,1 1-1,-1-1 1,0 0-1,1 1 1,-1-1-1,1 0 1,0 0-1,0 0 1,0 1 0,0-1-1,0 0 1,2 2-1,2-1-56,0-1-1,0 0 1,1 0 0,-1 0-1,1-1 1,0 0-1,-1 0 1,1 0-1,0-1 1,9 0 0,64-5-2413,-79 5 2433,72-13-4471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56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337 104 13654,'0'0'6371,"0"-4"-5685,0-3-571,2 10-8,3 22 126,2 9 144,-4-17-181,-1-1 1,0 1-1,-1 0 0,-2 20 0,1-9-102,0-27-88,0 0-1,-1 0 1,1-1-1,0 1 1,-1 0-1,1 0 0,0-1 1,-1 1-1,1 0 1,-1-1-1,1 1 1,-1-1-1,0 1 0,1 0 1,-1-1-1,1 1 1,-1-1-1,0 0 1,1 1-1,-1-1 1,0 1-1,0-1 0,1 0 1,-1 0-1,0 1 1,0-1-1,0 0 1,1 0-1,-1 0 0,0 0 1,0 0-1,0 0 1,0 0-1,1 0 1,-1 0-1,0-1 0,0 1 1,-1 0-1,-2-1 29,1 1-27,-1 0 0,1-1 0,0 1 1,0-1-1,0 0 0,0 0 0,0 0 0,0 0 1,0-1-1,0 1 0,0-1 0,1 1 0,-1-1 0,1 0 1,-1 0-1,1-1 0,0 1 0,-1 0 0,1-1 1,0 1-1,1-1 0,-1 0 0,0 1 0,1-1 1,0 0-1,-1 0 0,1 0 0,0 0 0,0-5 0,-3-7 5,1 0-1,1 0 0,0-1 1,1-25-1,0 18 1,0 13 13,1 0 0,0-1 0,2-10 0,-1 19-14,-1-1-1,1 1 1,-1-1 0,1 1-1,0-1 1,0 1 0,0-1-1,0 1 1,1 0 0,-1 0-1,1-1 1,-1 1 0,1 0-1,0 0 1,0 1 0,3-4-1,0 2 18,0 0-1,0 1 0,1-1 0,-1 1 1,0 1-1,1-1 0,0 1 0,-1 0 1,12-1-1,55 2 137,-62 1-128,0 0-6,0 1 0,1 0 0,-1 0 0,0 1 0,-1 1 0,1 0 0,-1 0 0,1 0 0,-1 2 0,-1-1 0,1 1 0,-1 0 0,0 1 0,0-1 0,-1 2 0,0-1 0,0 1 0,6 9 0,-4-4-3,0 1 0,0 0 0,-1 1 0,-1-1 0,-1 2 0,0-1 0,0 1 0,-2 0 0,0 0 0,3 32 0,-5-18 14,-3 44 0,1-63-20,-2 0 0,0 0 0,0 0 0,-1 0 0,0 0 0,-1-1 0,-7 15 0,0-7-5,-1 0 0,-1-1 0,0-1-1,-1 0 1,-1 0 0,0-2 0,-1 0-1,-1 0 1,-33 19 0,19-15-24,0-1 0,-2-2 0,0-1 0,0-1 0,-37 8 0,44-15-64,0-1 1,0-1-1,0-1 0,0-1 1,-48-3-1,73 1 64,-1 0-1,1 0 1,0 0-1,0 0 1,0-1-1,0 1 1,0 0-1,0 0 1,0-1-1,0 1 1,0 0-1,0-1 1,0 1-1,0-1 1,0 1-1,1-1 1,-1 0-1,0 1 1,0-1-1,0 0 1,1 0-1,-1 0 1,0 1-1,1-1 1,-1 0-1,1 0 1,-1 0-1,1 0 1,-1 0-1,1 0 1,0 0-1,-1 0 1,1 0-1,0 0 1,0 0-1,0 0 1,0-2-1,0 2 0,0 1 0,1-1 0,-1 1-1,1-1 1,-1 1 0,0 0 0,1-1-1,-1 1 1,1-1 0,-1 1 0,1 0-1,-1-1 1,1 1 0,-1 0 0,1 0-1,0-1 1,-1 1 0,1 0 0,-1 0-1,1 0 1,0 0 0,-1 0 0,1 0-1,-1 0 1,1 0 0,0 0 0,0 0-1,26 0-3,-20 0 21,3 1 12,-1 0-1,1 0 1,-1 1 0,0 0-1,0 0 1,14 6-1,53 28 135,-4-1-39,-45-26-101,1-1 1,1-1-1,-1-2 1,1-1 0,0 0-1,0-3 1,1 0-1,36-5 1,-53 3-13,-1-1 1,1 0-1,-1-1 0,0-1 1,0 0-1,0 0 1,-1-1-1,1-1 1,-1 0-1,0 0 0,19-16 1,-14 8-617,0-1 0,0-1 0,-2 0 0,0-1 0,-1 0 0,13-24 0,11-26-4415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49:59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1 864,'0'0'1057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50:11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 18184,'0'0'3426,"-10"26"-2989,3-8-306,-2 1 29,1 2 1,1-1-1,1 1 1,1 0-1,1 0 1,1 0-1,-1 33 0,5 6 87,0-13-73,-7 81 0,4-115-138,0-1 0,0 0 0,-2 0 0,1 0 0,-1 0 0,-1 0 0,0-1 0,-1 0 0,0 0 0,0 0 0,-13 14 1,15-21-31,0 0 0,-1 0 0,0 0 0,1-1 1,-1 0-1,0 0 0,-1 0 0,1-1 1,0 1-1,-1-1 0,0-1 0,1 1 0,-1-1 1,0 0-1,0 0 0,1-1 0,-1 1 1,0-1-1,0-1 0,-8 0 0,10 0-14,0 0 0,1 0 0,-1 0 0,1-1 0,-1 1 0,1-1 0,-1 0 0,1 0 0,0 0 0,0 0-1,0 0 1,0-1 0,0 1 0,0-1 0,1 0 0,-1 0 0,1 0 0,0 0 0,0 0 0,-3-6 0,1 0-20,0 0 1,1 1-1,0-1 1,0-1-1,1 1 1,0 0-1,-1-14 1,2 22 25,1-1-1,0 1 1,0 0 0,0 0 0,0-1 0,0 1-1,1 0 1,-1 0 0,0 0 0,0-1 0,1 1-1,-1 0 1,1 0 0,-1 0 0,1 0 0,0 0-1,-1 0 1,1-1 0,0 2 0,0-1 0,-1 0-1,1 0 1,0 0 0,0 0 0,0 0 0,0 1-1,0-1 1,0 0 0,0 1 0,1-1 0,-1 1-1,2-1 1,3 0 29,1 0-1,-1 0 0,0 1 0,0 0 1,10 0-1,0 1 17,-9-1 5,1 1 0,-1-1-1,0 1 1,1 1 0,-1-1 0,0 1 0,0 1 0,0-1 0,0 1 0,7 5-1,0 0 37,-1 1-1,-1 1 0,19 18 0,-28-26-75,9 11 28,1-1 0,1-1 0,24 17 0,-33-26-36,0 1 0,1-1 1,-1 0-1,0 0 0,1 0 1,-1-1-1,1 0 1,-1 0-1,1 0 0,0-1 1,-1 1-1,1-1 0,0-1 1,-1 1-1,10-3 0,-10 1-3,1 0 0,-1 0 0,0 0 1,0-1-1,0 0 0,0 0 0,0 0 0,-1-1 0,0 0 0,1 1 0,-1-2 0,0 1 0,5-9 0,5-6-31,-2 0 0,10-22 0,-19 34 23,11-18-2,-2 0 0,-1 0 1,9-33-1,-20 58 13,0 0 1,0-1-1,0 1 1,0 0 0,1 0-1,-1-1 1,0 1-1,0 0 1,0 0-1,0 0 1,1-1-1,-1 1 1,0 0-1,0 0 1,1 0-1,-1 0 1,0 0 0,0-1-1,1 1 1,-1 0-1,0 0 1,0 0-1,1 0 1,-1 0-1,0 0 1,0 0-1,1 0 1,-1 0-1,0 0 1,0 0 0,1 0-1,-1 0 1,0 0-1,0 0 1,1 0-1,-1 0 1,0 0-1,0 1 1,1-1-1,-1 0 1,0 0-1,0 0 1,1 0-1,10 8 6,-4-3 24,-2 0-13,1 0 0,0 0 0,0-1-1,0 0 1,0-1 0,1 1-1,-1-1 1,1 0 0,14 4 0,-1-4-15,1 0 0,0-2 0,0 0 0,39-4 0,-54 2-23,1 0 0,-1-1-1,0 0 1,1 0 0,-1 0 0,0-1-1,-1 1 1,1-2 0,0 1 0,-1-1-1,0 1 1,8-9 0,-2 2-14,-2 0 1,1-1 0,-1 0-1,12-21 1,-20 30 34,0 0 1,0 1-1,0 0 1,-1-1 0,1 1-1,0 0 1,-1-1 0,1 1-1,-1-1 1,0 1 0,1-1-1,-1-2 1,6 9-28,-4 0 50,-1-2-16,0 0-1,1 0 1,-1 0 0,1 1-1,0-1 1,0-1 0,0 1-1,0 0 1,0 0 0,0-1-1,1 1 1,0-1 0,-1 0-1,1 0 1,0 0 0,0 0-1,0 0 1,0-1 0,0 1-1,0-1 1,1 0 0,5 1-1,1 0-2,1-1-1,1 0 0,-1-1 0,0 0 0,0-1 0,0 0 0,17-4 0,-21 2-7,1 1 1,0-1-1,-1-1 1,0 1 0,0-1-1,0 0 1,0-1-1,-1 0 1,0 0 0,12-12-1,-6 2-53,-11 12 87,1 1 0,-1 0-1,1 0 1,0 1 0,-1-1 0,1 0 0,0 0 0,3-1 0,-3 2-20,-1 1 1,0-1-1,1 1 1,-1 0-1,1-1 1,-1 1-1,0 0 1,1 0-1,-1 0 1,1 0-1,-1 0 1,1 1-1,-1-1 1,0 0-1,1 1 1,-1-1-1,1 1 1,-1-1-1,2 2 1,11 4 24,-1-1 1,1-1 0,1 0 0,-1-1 0,26 3 0,-10-5 2,54-3-1,-76 1-28,0 0 0,0-1 0,0 0 0,0 0-1,-1-1 1,1 0 0,-1 0 0,0-1 0,0 0-1,7-5 1,22-11 113,-33 19-174,0 0 0,0 1 1,0-1-1,1 1 0,-1 0 0,0-1 0,0 2 0,6-1 0,3 1-2960,2-1-2478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50:1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0 17784,'0'0'4706,"-29"14"-4319,-88 51-189,113-62-184,-1 0 1,0 1 0,1-1 0,0 1 0,0 0-1,0 1 1,0-1 0,1 1 0,-1-1 0,1 1 0,0 0-1,1 0 1,-1 1 0,1-1 0,0 0 0,0 1-1,-1 7 1,-1 3 65,0-5 27,1 1-1,1 0 0,0 0 0,1 0 1,0 13-1,1-23-98,0 0 1,0 1-1,1-1 0,-1 1 0,1-1 1,0 0-1,0 1 0,-1-1 1,1 0-1,1 0 0,-1 0 0,0 0 1,1 0-1,-1 0 0,1 0 1,-1 0-1,1 0 0,0-1 0,0 1 1,0-1-1,0 1 0,0-1 1,0 0-1,0 0 0,0 0 0,0 0 1,1 0-1,-1 0 0,0 0 1,1-1-1,3 1 0,10 2-22,0-2-1,0 1 1,29-3 0,-25 1-10,-1 1-105,-1-2 0,1 0-1,-1 0 1,0-2 0,1-1-1,-1 0 1,0-1 0,-1-1 0,0 0-1,29-16 1,-23 7-58,0-2 0,-2 0 0,22-22-1,-5 3 62,-31 31 118,-5 29-16,-7 32 177,3-38-52,0-1 0,2 35 0,0-51-101,0 0 0,0-1-1,1 1 1,-1 0 0,0-1 0,0 1-1,1-1 1,-1 1 0,0 0 0,1-1-1,-1 1 1,0-1 0,1 1-1,-1-1 1,1 1 0,-1-1 0,1 1-1,-1-1 1,1 0 0,-1 1 0,1-1-1,0 0 1,-1 1 0,1-1-1,-1 0 1,2 0 0,17 3-21,-13-3 15,7 1-65,0 0 0,-1-1 1,1 0-1,0-1 1,0 0-1,0-2 0,0 1 1,-1-1-1,0-1 0,1 0 1,-1-1-1,0 0 1,-1-1-1,18-11 0,-28 15 57,6-2 5,-1 0 0,1 0 0,-1 0 0,11-3 1,-14 6 31,0 1 1,-1-1 0,1 1-1,0-1 1,0 1 0,0 0-1,0 0 1,0 0 0,0 1 0,-1-1-1,1 1 1,0-1 0,0 1-1,0 0 1,2 1 0,11 5 20,-6-2-34,0-1 1,0 0-1,0 0 1,0-1-1,1 0 1,0-1-1,-1 0 1,19 0-1,-14-1-40,0-1 0,0-1 0,0 0 1,0-1-1,0 0 0,-1-1 0,1-1 0,22-8 0,-9-4 14,-22 11 60,1 1 0,-1 1 0,1-1-1,0 1 1,0 0 0,0 0 0,0 1 0,0 0 0,1 1 0,9-2 0,-8 3 38,197-4 770,-160 0-975,-1-1 0,67-18 0,-108 22 105,28-7-287,-1-1 0,51-23 0,-78 30 17,0 1 1,1 0-1,-1 0 1,1 1 0,-1-1-1,0 1 1,1 0-1,-1 0 1,7 1 0,4-1-3928,3 0-3442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50:15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3705 814 1617,'0'0'17202,"-13"-10"-16359,-41-31-405,51 39-408,0 1-1,0-1 1,1 0 0,-1 1 0,0 0-1,0 0 1,-1 0 0,1 0 0,0 0-1,0 1 1,0-1 0,-1 1 0,1 0 0,0 0-1,0 0 1,-5 1 0,-6 0 80,-286-5 2373,-439-62-1,612 47-2220,-419-52 703,-401 11 28,673 58-707,159 3-127,94-1-128,0 2-1,0 0 1,0 1-1,0 1 0,1 1 1,-1 1-1,1 1 1,1 1-1,-1 0 1,1 2-1,1 0 1,0 1-1,0 1 0,1 0 1,1 1-1,0 1 1,0 1-1,2 0 1,0 1-1,1 1 1,-21 33-1,21-28 32,1 0-1,1 1 1,1 0 0,1 1-1,1 0 1,1 0 0,-5 36 0,0 59 406,6 202 1,6-310-451,25 284 395,25 0-135,-22-145-204,90 486 376,32-5-158,74 187-15,-191-700-269,-2 1-30,85 208-1,-104-296 3,-8-21 20,0-1 1,0 1-1,8 12 1,-10-19-5,0 0 0,0-1 1,0 1-1,0-1 0,1 1 0,-1-1 1,1 0-1,-1 0 0,1 0 0,0 0 0,0-1 1,0 1-1,0-1 0,6 2 0,9 1 3,0-1-1,0-1 0,0-1 1,0 0-1,26-3 0,10 0 2,503-45-20,-437 32 42,30-2-5,408-54 68,-6-21 53,-208 5-128,-286 68-30,0-4 0,-2-1 1,93-56-1,-122 62 33,-1-2 1,-1 0-1,0-2 0,-2 0 1,-1-2-1,24-31 0,-20 18-4,-2 0 0,-1-1 1,33-82-1,-25 35 38,-5-1 1,-3-2 0,21-171-1,-29 91 27,-14-337-1,-12 371-73,-35-170 0,-54-128 0,85 371 0,-91-344-25,-78-362-806,167 651-1477,-4-139 0,17 7-6829,4 95-1177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50:43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7652,'0'0'-542,"22"12"102,-10-4 444,1-1 0,1 0 0,-1-1 0,1-1 0,20 6 0,-29-11-2,0 1 1,1-1 0,-1-1-1,0 1 1,1-1 0,-1 1-1,0-2 1,0 1 0,1 0-1,-1-1 1,0 0-1,5-3 1,7-4 12,-1-1 0,15-13 0,-13 11 2,4-4-3,29-25-1,-46 36-3,0 0 0,-1 1-1,1-2 1,-1 1 0,0-1 0,0 1-1,0-1 1,-1 0 0,0-1-1,0 1 1,2-8 0,-4 10 823,-1 6-545,1-1-305,-1 0 0,0 0 0,1 0 1,-1 0-1,0 0 0,1 0 0,-1 0 0,1 0 0,0 0 0,-1 0 1,1 0-1,0 0 0,0 0 0,-1 0 0,1-1 0,0 1 1,0 0-1,0-1 0,0 1 0,0 0 0,0-1 0,2 1 1,9 2-212,-1-2 1,1 1 0,0-2 0,0 1 0,13-3 0,2 2-390,13-2-1002,-4-5-897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28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971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4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38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1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48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81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09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72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85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E8FF2-A9F8-41D1-B2A6-93E3A7A9DF30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61260-55CF-4C26-B8F8-F39A773C7F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3.xml"/><Relationship Id="rId21" Type="http://schemas.openxmlformats.org/officeDocument/2006/relationships/customXml" Target="../ink/ink15.xml"/><Relationship Id="rId42" Type="http://schemas.openxmlformats.org/officeDocument/2006/relationships/image" Target="../media/image25.png"/><Relationship Id="rId63" Type="http://schemas.openxmlformats.org/officeDocument/2006/relationships/customXml" Target="../ink/ink36.xml"/><Relationship Id="rId84" Type="http://schemas.openxmlformats.org/officeDocument/2006/relationships/image" Target="../media/image45.png"/><Relationship Id="rId138" Type="http://schemas.openxmlformats.org/officeDocument/2006/relationships/image" Target="../media/image72.png"/><Relationship Id="rId159" Type="http://schemas.openxmlformats.org/officeDocument/2006/relationships/customXml" Target="../ink/ink84.xml"/><Relationship Id="rId170" Type="http://schemas.openxmlformats.org/officeDocument/2006/relationships/image" Target="../media/image88.png"/><Relationship Id="rId191" Type="http://schemas.openxmlformats.org/officeDocument/2006/relationships/image" Target="../media/image98.png"/><Relationship Id="rId107" Type="http://schemas.openxmlformats.org/officeDocument/2006/relationships/customXml" Target="../ink/ink58.xml"/><Relationship Id="rId11" Type="http://schemas.openxmlformats.org/officeDocument/2006/relationships/customXml" Target="../ink/ink10.xml"/><Relationship Id="rId32" Type="http://schemas.openxmlformats.org/officeDocument/2006/relationships/image" Target="../media/image20.png"/><Relationship Id="rId53" Type="http://schemas.openxmlformats.org/officeDocument/2006/relationships/customXml" Target="../ink/ink31.xml"/><Relationship Id="rId74" Type="http://schemas.openxmlformats.org/officeDocument/2006/relationships/image" Target="../media/image40.png"/><Relationship Id="rId128" Type="http://schemas.openxmlformats.org/officeDocument/2006/relationships/image" Target="../media/image67.png"/><Relationship Id="rId149" Type="http://schemas.openxmlformats.org/officeDocument/2006/relationships/customXml" Target="../ink/ink79.xml"/><Relationship Id="rId5" Type="http://schemas.openxmlformats.org/officeDocument/2006/relationships/customXml" Target="../ink/ink7.xml"/><Relationship Id="rId95" Type="http://schemas.openxmlformats.org/officeDocument/2006/relationships/customXml" Target="../ink/ink52.xml"/><Relationship Id="rId160" Type="http://schemas.openxmlformats.org/officeDocument/2006/relationships/image" Target="../media/image83.png"/><Relationship Id="rId181" Type="http://schemas.openxmlformats.org/officeDocument/2006/relationships/image" Target="../media/image93.png"/><Relationship Id="rId22" Type="http://schemas.openxmlformats.org/officeDocument/2006/relationships/image" Target="../media/image15.png"/><Relationship Id="rId43" Type="http://schemas.openxmlformats.org/officeDocument/2006/relationships/customXml" Target="../ink/ink26.xml"/><Relationship Id="rId64" Type="http://schemas.openxmlformats.org/officeDocument/2006/relationships/image" Target="../media/image35.png"/><Relationship Id="rId118" Type="http://schemas.openxmlformats.org/officeDocument/2006/relationships/image" Target="../media/image62.png"/><Relationship Id="rId139" Type="http://schemas.openxmlformats.org/officeDocument/2006/relationships/customXml" Target="../ink/ink74.xml"/><Relationship Id="rId85" Type="http://schemas.openxmlformats.org/officeDocument/2006/relationships/customXml" Target="../ink/ink47.xml"/><Relationship Id="rId150" Type="http://schemas.openxmlformats.org/officeDocument/2006/relationships/image" Target="../media/image78.png"/><Relationship Id="rId171" Type="http://schemas.openxmlformats.org/officeDocument/2006/relationships/customXml" Target="../ink/ink90.xml"/><Relationship Id="rId12" Type="http://schemas.openxmlformats.org/officeDocument/2006/relationships/image" Target="../media/image10.png"/><Relationship Id="rId33" Type="http://schemas.openxmlformats.org/officeDocument/2006/relationships/customXml" Target="../ink/ink21.xml"/><Relationship Id="rId108" Type="http://schemas.openxmlformats.org/officeDocument/2006/relationships/image" Target="../media/image57.png"/><Relationship Id="rId129" Type="http://schemas.openxmlformats.org/officeDocument/2006/relationships/customXml" Target="../ink/ink69.xml"/><Relationship Id="rId54" Type="http://schemas.openxmlformats.org/officeDocument/2006/relationships/image" Target="../media/image30.png"/><Relationship Id="rId75" Type="http://schemas.openxmlformats.org/officeDocument/2006/relationships/customXml" Target="../ink/ink42.xml"/><Relationship Id="rId96" Type="http://schemas.openxmlformats.org/officeDocument/2006/relationships/image" Target="../media/image51.png"/><Relationship Id="rId140" Type="http://schemas.openxmlformats.org/officeDocument/2006/relationships/image" Target="../media/image73.png"/><Relationship Id="rId161" Type="http://schemas.openxmlformats.org/officeDocument/2006/relationships/customXml" Target="../ink/ink85.xml"/><Relationship Id="rId182" Type="http://schemas.openxmlformats.org/officeDocument/2006/relationships/customXml" Target="../ink/ink96.xml"/><Relationship Id="rId6" Type="http://schemas.openxmlformats.org/officeDocument/2006/relationships/image" Target="../media/image7.png"/><Relationship Id="rId23" Type="http://schemas.openxmlformats.org/officeDocument/2006/relationships/customXml" Target="../ink/ink16.xml"/><Relationship Id="rId119" Type="http://schemas.openxmlformats.org/officeDocument/2006/relationships/customXml" Target="../ink/ink64.xml"/><Relationship Id="rId44" Type="http://schemas.openxmlformats.org/officeDocument/2006/relationships/image" Target="../media/image26.png"/><Relationship Id="rId65" Type="http://schemas.openxmlformats.org/officeDocument/2006/relationships/customXml" Target="../ink/ink37.xml"/><Relationship Id="rId86" Type="http://schemas.openxmlformats.org/officeDocument/2006/relationships/image" Target="../media/image46.png"/><Relationship Id="rId130" Type="http://schemas.openxmlformats.org/officeDocument/2006/relationships/image" Target="../media/image68.png"/><Relationship Id="rId151" Type="http://schemas.openxmlformats.org/officeDocument/2006/relationships/customXml" Target="../ink/ink80.xml"/><Relationship Id="rId172" Type="http://schemas.openxmlformats.org/officeDocument/2006/relationships/image" Target="../media/image89.png"/><Relationship Id="rId13" Type="http://schemas.openxmlformats.org/officeDocument/2006/relationships/customXml" Target="../ink/ink11.xml"/><Relationship Id="rId18" Type="http://schemas.openxmlformats.org/officeDocument/2006/relationships/image" Target="../media/image13.png"/><Relationship Id="rId39" Type="http://schemas.openxmlformats.org/officeDocument/2006/relationships/customXml" Target="../ink/ink24.xml"/><Relationship Id="rId109" Type="http://schemas.openxmlformats.org/officeDocument/2006/relationships/customXml" Target="../ink/ink59.xml"/><Relationship Id="rId34" Type="http://schemas.openxmlformats.org/officeDocument/2006/relationships/image" Target="../media/image21.png"/><Relationship Id="rId50" Type="http://schemas.openxmlformats.org/officeDocument/2006/relationships/image" Target="../media/image28.png"/><Relationship Id="rId55" Type="http://schemas.openxmlformats.org/officeDocument/2006/relationships/customXml" Target="../ink/ink32.xml"/><Relationship Id="rId76" Type="http://schemas.openxmlformats.org/officeDocument/2006/relationships/image" Target="../media/image41.png"/><Relationship Id="rId97" Type="http://schemas.openxmlformats.org/officeDocument/2006/relationships/customXml" Target="../ink/ink53.xml"/><Relationship Id="rId104" Type="http://schemas.openxmlformats.org/officeDocument/2006/relationships/image" Target="../media/image55.png"/><Relationship Id="rId120" Type="http://schemas.openxmlformats.org/officeDocument/2006/relationships/image" Target="../media/image63.png"/><Relationship Id="rId125" Type="http://schemas.openxmlformats.org/officeDocument/2006/relationships/customXml" Target="../ink/ink67.xml"/><Relationship Id="rId141" Type="http://schemas.openxmlformats.org/officeDocument/2006/relationships/customXml" Target="../ink/ink75.xml"/><Relationship Id="rId146" Type="http://schemas.openxmlformats.org/officeDocument/2006/relationships/image" Target="../media/image76.png"/><Relationship Id="rId167" Type="http://schemas.openxmlformats.org/officeDocument/2006/relationships/customXml" Target="../ink/ink88.xml"/><Relationship Id="rId188" Type="http://schemas.openxmlformats.org/officeDocument/2006/relationships/customXml" Target="../ink/ink99.xml"/><Relationship Id="rId7" Type="http://schemas.openxmlformats.org/officeDocument/2006/relationships/customXml" Target="../ink/ink8.xml"/><Relationship Id="rId71" Type="http://schemas.openxmlformats.org/officeDocument/2006/relationships/customXml" Target="../ink/ink40.xml"/><Relationship Id="rId92" Type="http://schemas.openxmlformats.org/officeDocument/2006/relationships/image" Target="../media/image49.png"/><Relationship Id="rId162" Type="http://schemas.openxmlformats.org/officeDocument/2006/relationships/image" Target="../media/image84.png"/><Relationship Id="rId183" Type="http://schemas.openxmlformats.org/officeDocument/2006/relationships/image" Target="../media/image94.png"/><Relationship Id="rId2" Type="http://schemas.openxmlformats.org/officeDocument/2006/relationships/image" Target="../media/image5.png"/><Relationship Id="rId29" Type="http://schemas.openxmlformats.org/officeDocument/2006/relationships/customXml" Target="../ink/ink19.xml"/><Relationship Id="rId24" Type="http://schemas.openxmlformats.org/officeDocument/2006/relationships/image" Target="../media/image16.png"/><Relationship Id="rId40" Type="http://schemas.openxmlformats.org/officeDocument/2006/relationships/image" Target="../media/image24.png"/><Relationship Id="rId45" Type="http://schemas.openxmlformats.org/officeDocument/2006/relationships/customXml" Target="../ink/ink27.xml"/><Relationship Id="rId66" Type="http://schemas.openxmlformats.org/officeDocument/2006/relationships/image" Target="../media/image36.png"/><Relationship Id="rId87" Type="http://schemas.openxmlformats.org/officeDocument/2006/relationships/customXml" Target="../ink/ink48.xml"/><Relationship Id="rId110" Type="http://schemas.openxmlformats.org/officeDocument/2006/relationships/image" Target="../media/image58.png"/><Relationship Id="rId115" Type="http://schemas.openxmlformats.org/officeDocument/2006/relationships/customXml" Target="../ink/ink62.xml"/><Relationship Id="rId131" Type="http://schemas.openxmlformats.org/officeDocument/2006/relationships/customXml" Target="../ink/ink70.xml"/><Relationship Id="rId136" Type="http://schemas.openxmlformats.org/officeDocument/2006/relationships/image" Target="../media/image71.png"/><Relationship Id="rId157" Type="http://schemas.openxmlformats.org/officeDocument/2006/relationships/customXml" Target="../ink/ink83.xml"/><Relationship Id="rId178" Type="http://schemas.openxmlformats.org/officeDocument/2006/relationships/customXml" Target="../ink/ink94.xml"/><Relationship Id="rId61" Type="http://schemas.openxmlformats.org/officeDocument/2006/relationships/customXml" Target="../ink/ink35.xml"/><Relationship Id="rId82" Type="http://schemas.openxmlformats.org/officeDocument/2006/relationships/image" Target="../media/image44.png"/><Relationship Id="rId152" Type="http://schemas.openxmlformats.org/officeDocument/2006/relationships/image" Target="../media/image79.png"/><Relationship Id="rId173" Type="http://schemas.openxmlformats.org/officeDocument/2006/relationships/customXml" Target="../ink/ink91.xml"/><Relationship Id="rId19" Type="http://schemas.openxmlformats.org/officeDocument/2006/relationships/customXml" Target="../ink/ink14.xml"/><Relationship Id="rId14" Type="http://schemas.openxmlformats.org/officeDocument/2006/relationships/image" Target="../media/image11.png"/><Relationship Id="rId30" Type="http://schemas.openxmlformats.org/officeDocument/2006/relationships/image" Target="../media/image19.png"/><Relationship Id="rId35" Type="http://schemas.openxmlformats.org/officeDocument/2006/relationships/customXml" Target="../ink/ink22.xml"/><Relationship Id="rId56" Type="http://schemas.openxmlformats.org/officeDocument/2006/relationships/image" Target="../media/image31.png"/><Relationship Id="rId77" Type="http://schemas.openxmlformats.org/officeDocument/2006/relationships/customXml" Target="../ink/ink43.xml"/><Relationship Id="rId100" Type="http://schemas.openxmlformats.org/officeDocument/2006/relationships/image" Target="../media/image53.png"/><Relationship Id="rId105" Type="http://schemas.openxmlformats.org/officeDocument/2006/relationships/customXml" Target="../ink/ink57.xml"/><Relationship Id="rId126" Type="http://schemas.openxmlformats.org/officeDocument/2006/relationships/image" Target="../media/image66.png"/><Relationship Id="rId147" Type="http://schemas.openxmlformats.org/officeDocument/2006/relationships/customXml" Target="../ink/ink78.xml"/><Relationship Id="rId168" Type="http://schemas.openxmlformats.org/officeDocument/2006/relationships/image" Target="../media/image87.png"/><Relationship Id="rId8" Type="http://schemas.openxmlformats.org/officeDocument/2006/relationships/image" Target="../media/image8.png"/><Relationship Id="rId51" Type="http://schemas.openxmlformats.org/officeDocument/2006/relationships/customXml" Target="../ink/ink30.xml"/><Relationship Id="rId72" Type="http://schemas.openxmlformats.org/officeDocument/2006/relationships/image" Target="../media/image39.png"/><Relationship Id="rId93" Type="http://schemas.openxmlformats.org/officeDocument/2006/relationships/customXml" Target="../ink/ink51.xml"/><Relationship Id="rId98" Type="http://schemas.openxmlformats.org/officeDocument/2006/relationships/image" Target="../media/image52.png"/><Relationship Id="rId121" Type="http://schemas.openxmlformats.org/officeDocument/2006/relationships/customXml" Target="../ink/ink65.xml"/><Relationship Id="rId142" Type="http://schemas.openxmlformats.org/officeDocument/2006/relationships/image" Target="../media/image74.png"/><Relationship Id="rId163" Type="http://schemas.openxmlformats.org/officeDocument/2006/relationships/customXml" Target="../ink/ink86.xml"/><Relationship Id="rId184" Type="http://schemas.openxmlformats.org/officeDocument/2006/relationships/customXml" Target="../ink/ink97.xml"/><Relationship Id="rId189" Type="http://schemas.openxmlformats.org/officeDocument/2006/relationships/image" Target="../media/image97.png"/><Relationship Id="rId3" Type="http://schemas.openxmlformats.org/officeDocument/2006/relationships/customXml" Target="../ink/ink6.xml"/><Relationship Id="rId25" Type="http://schemas.openxmlformats.org/officeDocument/2006/relationships/customXml" Target="../ink/ink17.xml"/><Relationship Id="rId46" Type="http://schemas.openxmlformats.org/officeDocument/2006/relationships/image" Target="../media/image3.png"/><Relationship Id="rId67" Type="http://schemas.openxmlformats.org/officeDocument/2006/relationships/customXml" Target="../ink/ink38.xml"/><Relationship Id="rId116" Type="http://schemas.openxmlformats.org/officeDocument/2006/relationships/image" Target="../media/image61.png"/><Relationship Id="rId137" Type="http://schemas.openxmlformats.org/officeDocument/2006/relationships/customXml" Target="../ink/ink73.xml"/><Relationship Id="rId158" Type="http://schemas.openxmlformats.org/officeDocument/2006/relationships/image" Target="../media/image82.png"/><Relationship Id="rId20" Type="http://schemas.openxmlformats.org/officeDocument/2006/relationships/image" Target="../media/image14.png"/><Relationship Id="rId41" Type="http://schemas.openxmlformats.org/officeDocument/2006/relationships/customXml" Target="../ink/ink25.xml"/><Relationship Id="rId62" Type="http://schemas.openxmlformats.org/officeDocument/2006/relationships/image" Target="../media/image34.png"/><Relationship Id="rId83" Type="http://schemas.openxmlformats.org/officeDocument/2006/relationships/customXml" Target="../ink/ink46.xml"/><Relationship Id="rId88" Type="http://schemas.openxmlformats.org/officeDocument/2006/relationships/image" Target="../media/image47.png"/><Relationship Id="rId111" Type="http://schemas.openxmlformats.org/officeDocument/2006/relationships/customXml" Target="../ink/ink60.xml"/><Relationship Id="rId132" Type="http://schemas.openxmlformats.org/officeDocument/2006/relationships/image" Target="../media/image69.png"/><Relationship Id="rId153" Type="http://schemas.openxmlformats.org/officeDocument/2006/relationships/customXml" Target="../ink/ink81.xml"/><Relationship Id="rId174" Type="http://schemas.openxmlformats.org/officeDocument/2006/relationships/image" Target="../media/image90.png"/><Relationship Id="rId179" Type="http://schemas.openxmlformats.org/officeDocument/2006/relationships/image" Target="../media/image92.png"/><Relationship Id="rId190" Type="http://schemas.openxmlformats.org/officeDocument/2006/relationships/customXml" Target="../ink/ink100.xml"/><Relationship Id="rId15" Type="http://schemas.openxmlformats.org/officeDocument/2006/relationships/customXml" Target="../ink/ink12.xml"/><Relationship Id="rId36" Type="http://schemas.openxmlformats.org/officeDocument/2006/relationships/image" Target="../media/image22.png"/><Relationship Id="rId57" Type="http://schemas.openxmlformats.org/officeDocument/2006/relationships/customXml" Target="../ink/ink33.xml"/><Relationship Id="rId106" Type="http://schemas.openxmlformats.org/officeDocument/2006/relationships/image" Target="../media/image56.png"/><Relationship Id="rId127" Type="http://schemas.openxmlformats.org/officeDocument/2006/relationships/customXml" Target="../ink/ink68.xml"/><Relationship Id="rId10" Type="http://schemas.openxmlformats.org/officeDocument/2006/relationships/image" Target="../media/image9.png"/><Relationship Id="rId31" Type="http://schemas.openxmlformats.org/officeDocument/2006/relationships/customXml" Target="../ink/ink20.xml"/><Relationship Id="rId52" Type="http://schemas.openxmlformats.org/officeDocument/2006/relationships/image" Target="../media/image29.png"/><Relationship Id="rId73" Type="http://schemas.openxmlformats.org/officeDocument/2006/relationships/customXml" Target="../ink/ink41.xml"/><Relationship Id="rId78" Type="http://schemas.openxmlformats.org/officeDocument/2006/relationships/image" Target="../media/image42.png"/><Relationship Id="rId94" Type="http://schemas.openxmlformats.org/officeDocument/2006/relationships/image" Target="../media/image50.png"/><Relationship Id="rId99" Type="http://schemas.openxmlformats.org/officeDocument/2006/relationships/customXml" Target="../ink/ink54.xml"/><Relationship Id="rId101" Type="http://schemas.openxmlformats.org/officeDocument/2006/relationships/customXml" Target="../ink/ink55.xml"/><Relationship Id="rId122" Type="http://schemas.openxmlformats.org/officeDocument/2006/relationships/image" Target="../media/image64.png"/><Relationship Id="rId143" Type="http://schemas.openxmlformats.org/officeDocument/2006/relationships/customXml" Target="../ink/ink76.xml"/><Relationship Id="rId148" Type="http://schemas.openxmlformats.org/officeDocument/2006/relationships/image" Target="../media/image77.png"/><Relationship Id="rId164" Type="http://schemas.openxmlformats.org/officeDocument/2006/relationships/image" Target="../media/image85.png"/><Relationship Id="rId169" Type="http://schemas.openxmlformats.org/officeDocument/2006/relationships/customXml" Target="../ink/ink89.xml"/><Relationship Id="rId185" Type="http://schemas.openxmlformats.org/officeDocument/2006/relationships/image" Target="../media/image95.png"/><Relationship Id="rId4" Type="http://schemas.openxmlformats.org/officeDocument/2006/relationships/image" Target="../media/image6.png"/><Relationship Id="rId9" Type="http://schemas.openxmlformats.org/officeDocument/2006/relationships/customXml" Target="../ink/ink9.xml"/><Relationship Id="rId180" Type="http://schemas.openxmlformats.org/officeDocument/2006/relationships/customXml" Target="../ink/ink95.xml"/><Relationship Id="rId26" Type="http://schemas.openxmlformats.org/officeDocument/2006/relationships/image" Target="../media/image17.png"/><Relationship Id="rId47" Type="http://schemas.openxmlformats.org/officeDocument/2006/relationships/customXml" Target="../ink/ink28.xml"/><Relationship Id="rId68" Type="http://schemas.openxmlformats.org/officeDocument/2006/relationships/image" Target="../media/image37.png"/><Relationship Id="rId89" Type="http://schemas.openxmlformats.org/officeDocument/2006/relationships/customXml" Target="../ink/ink49.xml"/><Relationship Id="rId112" Type="http://schemas.openxmlformats.org/officeDocument/2006/relationships/image" Target="../media/image59.png"/><Relationship Id="rId133" Type="http://schemas.openxmlformats.org/officeDocument/2006/relationships/customXml" Target="../ink/ink71.xml"/><Relationship Id="rId154" Type="http://schemas.openxmlformats.org/officeDocument/2006/relationships/image" Target="../media/image80.png"/><Relationship Id="rId175" Type="http://schemas.openxmlformats.org/officeDocument/2006/relationships/customXml" Target="../ink/ink92.xml"/><Relationship Id="rId16" Type="http://schemas.openxmlformats.org/officeDocument/2006/relationships/image" Target="../media/image12.png"/><Relationship Id="rId37" Type="http://schemas.openxmlformats.org/officeDocument/2006/relationships/customXml" Target="../ink/ink23.xml"/><Relationship Id="rId58" Type="http://schemas.openxmlformats.org/officeDocument/2006/relationships/image" Target="../media/image32.png"/><Relationship Id="rId79" Type="http://schemas.openxmlformats.org/officeDocument/2006/relationships/customXml" Target="../ink/ink44.xml"/><Relationship Id="rId102" Type="http://schemas.openxmlformats.org/officeDocument/2006/relationships/image" Target="../media/image54.png"/><Relationship Id="rId123" Type="http://schemas.openxmlformats.org/officeDocument/2006/relationships/customXml" Target="../ink/ink66.xml"/><Relationship Id="rId144" Type="http://schemas.openxmlformats.org/officeDocument/2006/relationships/image" Target="../media/image75.png"/><Relationship Id="rId90" Type="http://schemas.openxmlformats.org/officeDocument/2006/relationships/image" Target="../media/image48.png"/><Relationship Id="rId165" Type="http://schemas.openxmlformats.org/officeDocument/2006/relationships/customXml" Target="../ink/ink87.xml"/><Relationship Id="rId186" Type="http://schemas.openxmlformats.org/officeDocument/2006/relationships/customXml" Target="../ink/ink98.xml"/><Relationship Id="rId27" Type="http://schemas.openxmlformats.org/officeDocument/2006/relationships/customXml" Target="../ink/ink18.xml"/><Relationship Id="rId48" Type="http://schemas.openxmlformats.org/officeDocument/2006/relationships/image" Target="../media/image27.png"/><Relationship Id="rId69" Type="http://schemas.openxmlformats.org/officeDocument/2006/relationships/customXml" Target="../ink/ink39.xml"/><Relationship Id="rId113" Type="http://schemas.openxmlformats.org/officeDocument/2006/relationships/customXml" Target="../ink/ink61.xml"/><Relationship Id="rId134" Type="http://schemas.openxmlformats.org/officeDocument/2006/relationships/image" Target="../media/image70.png"/><Relationship Id="rId80" Type="http://schemas.openxmlformats.org/officeDocument/2006/relationships/image" Target="../media/image43.png"/><Relationship Id="rId155" Type="http://schemas.openxmlformats.org/officeDocument/2006/relationships/customXml" Target="../ink/ink82.xml"/><Relationship Id="rId176" Type="http://schemas.openxmlformats.org/officeDocument/2006/relationships/image" Target="../media/image91.png"/><Relationship Id="rId17" Type="http://schemas.openxmlformats.org/officeDocument/2006/relationships/customXml" Target="../ink/ink13.xml"/><Relationship Id="rId38" Type="http://schemas.openxmlformats.org/officeDocument/2006/relationships/image" Target="../media/image23.png"/><Relationship Id="rId59" Type="http://schemas.openxmlformats.org/officeDocument/2006/relationships/customXml" Target="../ink/ink34.xml"/><Relationship Id="rId103" Type="http://schemas.openxmlformats.org/officeDocument/2006/relationships/customXml" Target="../ink/ink56.xml"/><Relationship Id="rId124" Type="http://schemas.openxmlformats.org/officeDocument/2006/relationships/image" Target="../media/image65.png"/><Relationship Id="rId70" Type="http://schemas.openxmlformats.org/officeDocument/2006/relationships/image" Target="../media/image38.png"/><Relationship Id="rId91" Type="http://schemas.openxmlformats.org/officeDocument/2006/relationships/customXml" Target="../ink/ink50.xml"/><Relationship Id="rId145" Type="http://schemas.openxmlformats.org/officeDocument/2006/relationships/customXml" Target="../ink/ink77.xml"/><Relationship Id="rId166" Type="http://schemas.openxmlformats.org/officeDocument/2006/relationships/image" Target="../media/image86.png"/><Relationship Id="rId187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8.png"/><Relationship Id="rId49" Type="http://schemas.openxmlformats.org/officeDocument/2006/relationships/customXml" Target="../ink/ink29.xml"/><Relationship Id="rId114" Type="http://schemas.openxmlformats.org/officeDocument/2006/relationships/image" Target="../media/image60.png"/><Relationship Id="rId60" Type="http://schemas.openxmlformats.org/officeDocument/2006/relationships/image" Target="../media/image33.png"/><Relationship Id="rId81" Type="http://schemas.openxmlformats.org/officeDocument/2006/relationships/customXml" Target="../ink/ink45.xml"/><Relationship Id="rId135" Type="http://schemas.openxmlformats.org/officeDocument/2006/relationships/customXml" Target="../ink/ink72.xml"/><Relationship Id="rId156" Type="http://schemas.openxmlformats.org/officeDocument/2006/relationships/image" Target="../media/image81.png"/><Relationship Id="rId177" Type="http://schemas.openxmlformats.org/officeDocument/2006/relationships/customXml" Target="../ink/ink9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customXml" Target="../ink/ink109.xml"/><Relationship Id="rId26" Type="http://schemas.openxmlformats.org/officeDocument/2006/relationships/customXml" Target="../ink/ink113.xml"/><Relationship Id="rId39" Type="http://schemas.openxmlformats.org/officeDocument/2006/relationships/image" Target="../media/image117.png"/><Relationship Id="rId21" Type="http://schemas.openxmlformats.org/officeDocument/2006/relationships/image" Target="../media/image108.png"/><Relationship Id="rId34" Type="http://schemas.openxmlformats.org/officeDocument/2006/relationships/customXml" Target="../ink/ink117.xml"/><Relationship Id="rId42" Type="http://schemas.openxmlformats.org/officeDocument/2006/relationships/customXml" Target="../ink/ink121.xml"/><Relationship Id="rId47" Type="http://schemas.openxmlformats.org/officeDocument/2006/relationships/image" Target="../media/image121.png"/><Relationship Id="rId50" Type="http://schemas.openxmlformats.org/officeDocument/2006/relationships/customXml" Target="../ink/ink125.xml"/><Relationship Id="rId7" Type="http://schemas.openxmlformats.org/officeDocument/2006/relationships/image" Target="../media/image101.png"/><Relationship Id="rId2" Type="http://schemas.openxmlformats.org/officeDocument/2006/relationships/customXml" Target="../ink/ink101.xml"/><Relationship Id="rId16" Type="http://schemas.openxmlformats.org/officeDocument/2006/relationships/customXml" Target="../ink/ink108.xml"/><Relationship Id="rId29" Type="http://schemas.openxmlformats.org/officeDocument/2006/relationships/image" Target="../media/image112.png"/><Relationship Id="rId11" Type="http://schemas.openxmlformats.org/officeDocument/2006/relationships/image" Target="../media/image103.png"/><Relationship Id="rId24" Type="http://schemas.openxmlformats.org/officeDocument/2006/relationships/customXml" Target="../ink/ink112.xml"/><Relationship Id="rId32" Type="http://schemas.openxmlformats.org/officeDocument/2006/relationships/customXml" Target="../ink/ink116.xml"/><Relationship Id="rId37" Type="http://schemas.openxmlformats.org/officeDocument/2006/relationships/image" Target="../media/image116.png"/><Relationship Id="rId40" Type="http://schemas.openxmlformats.org/officeDocument/2006/relationships/customXml" Target="../ink/ink120.xml"/><Relationship Id="rId45" Type="http://schemas.openxmlformats.org/officeDocument/2006/relationships/image" Target="../media/image120.png"/><Relationship Id="rId5" Type="http://schemas.openxmlformats.org/officeDocument/2006/relationships/image" Target="../media/image100.png"/><Relationship Id="rId15" Type="http://schemas.openxmlformats.org/officeDocument/2006/relationships/image" Target="../media/image105.png"/><Relationship Id="rId23" Type="http://schemas.openxmlformats.org/officeDocument/2006/relationships/image" Target="../media/image109.png"/><Relationship Id="rId28" Type="http://schemas.openxmlformats.org/officeDocument/2006/relationships/customXml" Target="../ink/ink114.xml"/><Relationship Id="rId36" Type="http://schemas.openxmlformats.org/officeDocument/2006/relationships/customXml" Target="../ink/ink118.xml"/><Relationship Id="rId49" Type="http://schemas.openxmlformats.org/officeDocument/2006/relationships/image" Target="../media/image122.png"/><Relationship Id="rId10" Type="http://schemas.openxmlformats.org/officeDocument/2006/relationships/customXml" Target="../ink/ink105.xml"/><Relationship Id="rId19" Type="http://schemas.openxmlformats.org/officeDocument/2006/relationships/image" Target="../media/image107.png"/><Relationship Id="rId31" Type="http://schemas.openxmlformats.org/officeDocument/2006/relationships/image" Target="../media/image113.png"/><Relationship Id="rId44" Type="http://schemas.openxmlformats.org/officeDocument/2006/relationships/customXml" Target="../ink/ink122.xml"/><Relationship Id="rId4" Type="http://schemas.openxmlformats.org/officeDocument/2006/relationships/customXml" Target="../ink/ink102.xml"/><Relationship Id="rId9" Type="http://schemas.openxmlformats.org/officeDocument/2006/relationships/image" Target="../media/image102.png"/><Relationship Id="rId14" Type="http://schemas.openxmlformats.org/officeDocument/2006/relationships/customXml" Target="../ink/ink107.xml"/><Relationship Id="rId22" Type="http://schemas.openxmlformats.org/officeDocument/2006/relationships/customXml" Target="../ink/ink111.xml"/><Relationship Id="rId27" Type="http://schemas.openxmlformats.org/officeDocument/2006/relationships/image" Target="../media/image111.png"/><Relationship Id="rId30" Type="http://schemas.openxmlformats.org/officeDocument/2006/relationships/customXml" Target="../ink/ink115.xml"/><Relationship Id="rId35" Type="http://schemas.openxmlformats.org/officeDocument/2006/relationships/image" Target="../media/image115.png"/><Relationship Id="rId43" Type="http://schemas.openxmlformats.org/officeDocument/2006/relationships/image" Target="../media/image119.png"/><Relationship Id="rId48" Type="http://schemas.openxmlformats.org/officeDocument/2006/relationships/customXml" Target="../ink/ink124.xml"/><Relationship Id="rId8" Type="http://schemas.openxmlformats.org/officeDocument/2006/relationships/customXml" Target="../ink/ink104.xml"/><Relationship Id="rId51" Type="http://schemas.openxmlformats.org/officeDocument/2006/relationships/image" Target="../media/image123.png"/><Relationship Id="rId3" Type="http://schemas.openxmlformats.org/officeDocument/2006/relationships/image" Target="../media/image99.png"/><Relationship Id="rId12" Type="http://schemas.openxmlformats.org/officeDocument/2006/relationships/customXml" Target="../ink/ink106.xml"/><Relationship Id="rId17" Type="http://schemas.openxmlformats.org/officeDocument/2006/relationships/image" Target="../media/image106.png"/><Relationship Id="rId25" Type="http://schemas.openxmlformats.org/officeDocument/2006/relationships/image" Target="../media/image110.png"/><Relationship Id="rId33" Type="http://schemas.openxmlformats.org/officeDocument/2006/relationships/image" Target="../media/image114.png"/><Relationship Id="rId38" Type="http://schemas.openxmlformats.org/officeDocument/2006/relationships/customXml" Target="../ink/ink119.xml"/><Relationship Id="rId46" Type="http://schemas.openxmlformats.org/officeDocument/2006/relationships/customXml" Target="../ink/ink123.xml"/><Relationship Id="rId20" Type="http://schemas.openxmlformats.org/officeDocument/2006/relationships/customXml" Target="../ink/ink110.xml"/><Relationship Id="rId41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8.xml"/><Relationship Id="rId21" Type="http://schemas.openxmlformats.org/officeDocument/2006/relationships/image" Target="../media/image134.png"/><Relationship Id="rId42" Type="http://schemas.openxmlformats.org/officeDocument/2006/relationships/customXml" Target="../ink/ink146.xml"/><Relationship Id="rId47" Type="http://schemas.openxmlformats.org/officeDocument/2006/relationships/image" Target="../media/image147.png"/><Relationship Id="rId63" Type="http://schemas.openxmlformats.org/officeDocument/2006/relationships/image" Target="../media/image155.png"/><Relationship Id="rId68" Type="http://schemas.openxmlformats.org/officeDocument/2006/relationships/customXml" Target="../ink/ink159.xml"/><Relationship Id="rId84" Type="http://schemas.openxmlformats.org/officeDocument/2006/relationships/customXml" Target="../ink/ink167.xml"/><Relationship Id="rId16" Type="http://schemas.openxmlformats.org/officeDocument/2006/relationships/customXml" Target="../ink/ink133.xml"/><Relationship Id="rId11" Type="http://schemas.openxmlformats.org/officeDocument/2006/relationships/image" Target="../media/image129.png"/><Relationship Id="rId32" Type="http://schemas.openxmlformats.org/officeDocument/2006/relationships/customXml" Target="../ink/ink141.xml"/><Relationship Id="rId37" Type="http://schemas.openxmlformats.org/officeDocument/2006/relationships/image" Target="../media/image142.png"/><Relationship Id="rId53" Type="http://schemas.openxmlformats.org/officeDocument/2006/relationships/image" Target="../media/image150.png"/><Relationship Id="rId58" Type="http://schemas.openxmlformats.org/officeDocument/2006/relationships/customXml" Target="../ink/ink154.xml"/><Relationship Id="rId74" Type="http://schemas.openxmlformats.org/officeDocument/2006/relationships/customXml" Target="../ink/ink162.xml"/><Relationship Id="rId79" Type="http://schemas.openxmlformats.org/officeDocument/2006/relationships/image" Target="../media/image163.png"/><Relationship Id="rId5" Type="http://schemas.openxmlformats.org/officeDocument/2006/relationships/image" Target="../media/image126.png"/><Relationship Id="rId19" Type="http://schemas.openxmlformats.org/officeDocument/2006/relationships/image" Target="../media/image133.png"/><Relationship Id="rId14" Type="http://schemas.openxmlformats.org/officeDocument/2006/relationships/customXml" Target="../ink/ink132.xml"/><Relationship Id="rId22" Type="http://schemas.openxmlformats.org/officeDocument/2006/relationships/customXml" Target="../ink/ink136.xml"/><Relationship Id="rId27" Type="http://schemas.openxmlformats.org/officeDocument/2006/relationships/image" Target="../media/image137.png"/><Relationship Id="rId30" Type="http://schemas.openxmlformats.org/officeDocument/2006/relationships/customXml" Target="../ink/ink140.xml"/><Relationship Id="rId35" Type="http://schemas.openxmlformats.org/officeDocument/2006/relationships/image" Target="../media/image141.png"/><Relationship Id="rId43" Type="http://schemas.openxmlformats.org/officeDocument/2006/relationships/image" Target="../media/image145.png"/><Relationship Id="rId48" Type="http://schemas.openxmlformats.org/officeDocument/2006/relationships/customXml" Target="../ink/ink149.xml"/><Relationship Id="rId56" Type="http://schemas.openxmlformats.org/officeDocument/2006/relationships/customXml" Target="../ink/ink153.xml"/><Relationship Id="rId64" Type="http://schemas.openxmlformats.org/officeDocument/2006/relationships/customXml" Target="../ink/ink157.xml"/><Relationship Id="rId69" Type="http://schemas.openxmlformats.org/officeDocument/2006/relationships/image" Target="../media/image158.png"/><Relationship Id="rId77" Type="http://schemas.openxmlformats.org/officeDocument/2006/relationships/image" Target="../media/image162.png"/><Relationship Id="rId8" Type="http://schemas.openxmlformats.org/officeDocument/2006/relationships/customXml" Target="../ink/ink129.xml"/><Relationship Id="rId51" Type="http://schemas.openxmlformats.org/officeDocument/2006/relationships/image" Target="../media/image149.png"/><Relationship Id="rId72" Type="http://schemas.openxmlformats.org/officeDocument/2006/relationships/customXml" Target="../ink/ink161.xml"/><Relationship Id="rId80" Type="http://schemas.openxmlformats.org/officeDocument/2006/relationships/customXml" Target="../ink/ink165.xml"/><Relationship Id="rId85" Type="http://schemas.openxmlformats.org/officeDocument/2006/relationships/image" Target="../media/image166.png"/><Relationship Id="rId3" Type="http://schemas.openxmlformats.org/officeDocument/2006/relationships/image" Target="../media/image125.png"/><Relationship Id="rId12" Type="http://schemas.openxmlformats.org/officeDocument/2006/relationships/customXml" Target="../ink/ink131.xml"/><Relationship Id="rId17" Type="http://schemas.openxmlformats.org/officeDocument/2006/relationships/image" Target="../media/image132.png"/><Relationship Id="rId25" Type="http://schemas.openxmlformats.org/officeDocument/2006/relationships/image" Target="../media/image136.png"/><Relationship Id="rId33" Type="http://schemas.openxmlformats.org/officeDocument/2006/relationships/image" Target="../media/image140.png"/><Relationship Id="rId38" Type="http://schemas.openxmlformats.org/officeDocument/2006/relationships/customXml" Target="../ink/ink144.xml"/><Relationship Id="rId46" Type="http://schemas.openxmlformats.org/officeDocument/2006/relationships/customXml" Target="../ink/ink148.xml"/><Relationship Id="rId59" Type="http://schemas.openxmlformats.org/officeDocument/2006/relationships/image" Target="../media/image153.png"/><Relationship Id="rId67" Type="http://schemas.openxmlformats.org/officeDocument/2006/relationships/image" Target="../media/image157.png"/><Relationship Id="rId20" Type="http://schemas.openxmlformats.org/officeDocument/2006/relationships/customXml" Target="../ink/ink135.xml"/><Relationship Id="rId41" Type="http://schemas.openxmlformats.org/officeDocument/2006/relationships/image" Target="../media/image144.png"/><Relationship Id="rId54" Type="http://schemas.openxmlformats.org/officeDocument/2006/relationships/customXml" Target="../ink/ink152.xml"/><Relationship Id="rId62" Type="http://schemas.openxmlformats.org/officeDocument/2006/relationships/customXml" Target="../ink/ink156.xml"/><Relationship Id="rId70" Type="http://schemas.openxmlformats.org/officeDocument/2006/relationships/customXml" Target="../ink/ink160.xml"/><Relationship Id="rId75" Type="http://schemas.openxmlformats.org/officeDocument/2006/relationships/image" Target="../media/image161.png"/><Relationship Id="rId83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8.xml"/><Relationship Id="rId15" Type="http://schemas.openxmlformats.org/officeDocument/2006/relationships/image" Target="../media/image131.png"/><Relationship Id="rId23" Type="http://schemas.openxmlformats.org/officeDocument/2006/relationships/image" Target="../media/image135.png"/><Relationship Id="rId28" Type="http://schemas.openxmlformats.org/officeDocument/2006/relationships/customXml" Target="../ink/ink139.xml"/><Relationship Id="rId36" Type="http://schemas.openxmlformats.org/officeDocument/2006/relationships/customXml" Target="../ink/ink143.xml"/><Relationship Id="rId49" Type="http://schemas.openxmlformats.org/officeDocument/2006/relationships/image" Target="../media/image148.png"/><Relationship Id="rId57" Type="http://schemas.openxmlformats.org/officeDocument/2006/relationships/image" Target="../media/image152.png"/><Relationship Id="rId10" Type="http://schemas.openxmlformats.org/officeDocument/2006/relationships/customXml" Target="../ink/ink130.xml"/><Relationship Id="rId31" Type="http://schemas.openxmlformats.org/officeDocument/2006/relationships/image" Target="../media/image139.png"/><Relationship Id="rId44" Type="http://schemas.openxmlformats.org/officeDocument/2006/relationships/customXml" Target="../ink/ink147.xml"/><Relationship Id="rId52" Type="http://schemas.openxmlformats.org/officeDocument/2006/relationships/customXml" Target="../ink/ink151.xml"/><Relationship Id="rId60" Type="http://schemas.openxmlformats.org/officeDocument/2006/relationships/customXml" Target="../ink/ink155.xml"/><Relationship Id="rId65" Type="http://schemas.openxmlformats.org/officeDocument/2006/relationships/image" Target="../media/image156.png"/><Relationship Id="rId73" Type="http://schemas.openxmlformats.org/officeDocument/2006/relationships/image" Target="../media/image160.png"/><Relationship Id="rId78" Type="http://schemas.openxmlformats.org/officeDocument/2006/relationships/customXml" Target="../ink/ink164.xml"/><Relationship Id="rId81" Type="http://schemas.openxmlformats.org/officeDocument/2006/relationships/image" Target="../media/image164.png"/><Relationship Id="rId4" Type="http://schemas.openxmlformats.org/officeDocument/2006/relationships/customXml" Target="../ink/ink127.xml"/><Relationship Id="rId9" Type="http://schemas.openxmlformats.org/officeDocument/2006/relationships/image" Target="../media/image128.png"/><Relationship Id="rId13" Type="http://schemas.openxmlformats.org/officeDocument/2006/relationships/image" Target="../media/image130.png"/><Relationship Id="rId18" Type="http://schemas.openxmlformats.org/officeDocument/2006/relationships/customXml" Target="../ink/ink134.xml"/><Relationship Id="rId39" Type="http://schemas.openxmlformats.org/officeDocument/2006/relationships/image" Target="../media/image143.png"/><Relationship Id="rId34" Type="http://schemas.openxmlformats.org/officeDocument/2006/relationships/customXml" Target="../ink/ink142.xml"/><Relationship Id="rId50" Type="http://schemas.openxmlformats.org/officeDocument/2006/relationships/customXml" Target="../ink/ink150.xml"/><Relationship Id="rId55" Type="http://schemas.openxmlformats.org/officeDocument/2006/relationships/image" Target="../media/image151.png"/><Relationship Id="rId76" Type="http://schemas.openxmlformats.org/officeDocument/2006/relationships/customXml" Target="../ink/ink163.xml"/><Relationship Id="rId7" Type="http://schemas.openxmlformats.org/officeDocument/2006/relationships/image" Target="../media/image127.png"/><Relationship Id="rId71" Type="http://schemas.openxmlformats.org/officeDocument/2006/relationships/image" Target="../media/image159.png"/><Relationship Id="rId2" Type="http://schemas.openxmlformats.org/officeDocument/2006/relationships/customXml" Target="../ink/ink126.xml"/><Relationship Id="rId29" Type="http://schemas.openxmlformats.org/officeDocument/2006/relationships/image" Target="../media/image138.png"/><Relationship Id="rId24" Type="http://schemas.openxmlformats.org/officeDocument/2006/relationships/customXml" Target="../ink/ink137.xml"/><Relationship Id="rId40" Type="http://schemas.openxmlformats.org/officeDocument/2006/relationships/customXml" Target="../ink/ink145.xml"/><Relationship Id="rId45" Type="http://schemas.openxmlformats.org/officeDocument/2006/relationships/image" Target="../media/image146.png"/><Relationship Id="rId66" Type="http://schemas.openxmlformats.org/officeDocument/2006/relationships/customXml" Target="../ink/ink158.xml"/><Relationship Id="rId61" Type="http://schemas.openxmlformats.org/officeDocument/2006/relationships/image" Target="../media/image154.png"/><Relationship Id="rId82" Type="http://schemas.openxmlformats.org/officeDocument/2006/relationships/customXml" Target="../ink/ink16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8.xml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5" Type="http://schemas.openxmlformats.org/officeDocument/2006/relationships/customXml" Target="../ink/ink16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4.png"/><Relationship Id="rId21" Type="http://schemas.openxmlformats.org/officeDocument/2006/relationships/customXml" Target="../ink/ink179.xml"/><Relationship Id="rId42" Type="http://schemas.openxmlformats.org/officeDocument/2006/relationships/image" Target="../media/image192.png"/><Relationship Id="rId47" Type="http://schemas.openxmlformats.org/officeDocument/2006/relationships/customXml" Target="../ink/ink192.xml"/><Relationship Id="rId63" Type="http://schemas.openxmlformats.org/officeDocument/2006/relationships/customXml" Target="../ink/ink200.xml"/><Relationship Id="rId68" Type="http://schemas.openxmlformats.org/officeDocument/2006/relationships/customXml" Target="../ink/ink203.xml"/><Relationship Id="rId7" Type="http://schemas.openxmlformats.org/officeDocument/2006/relationships/customXml" Target="../ink/ink172.xml"/><Relationship Id="rId71" Type="http://schemas.openxmlformats.org/officeDocument/2006/relationships/image" Target="../media/image206.png"/><Relationship Id="rId2" Type="http://schemas.openxmlformats.org/officeDocument/2006/relationships/image" Target="../media/image173.png"/><Relationship Id="rId16" Type="http://schemas.openxmlformats.org/officeDocument/2006/relationships/image" Target="../media/image179.png"/><Relationship Id="rId29" Type="http://schemas.openxmlformats.org/officeDocument/2006/relationships/customXml" Target="../ink/ink183.xml"/><Relationship Id="rId11" Type="http://schemas.openxmlformats.org/officeDocument/2006/relationships/customXml" Target="../ink/ink174.xml"/><Relationship Id="rId24" Type="http://schemas.openxmlformats.org/officeDocument/2006/relationships/image" Target="../media/image183.png"/><Relationship Id="rId32" Type="http://schemas.openxmlformats.org/officeDocument/2006/relationships/image" Target="../media/image187.png"/><Relationship Id="rId37" Type="http://schemas.openxmlformats.org/officeDocument/2006/relationships/customXml" Target="../ink/ink187.xml"/><Relationship Id="rId40" Type="http://schemas.openxmlformats.org/officeDocument/2006/relationships/image" Target="../media/image191.png"/><Relationship Id="rId45" Type="http://schemas.openxmlformats.org/officeDocument/2006/relationships/customXml" Target="../ink/ink191.xml"/><Relationship Id="rId53" Type="http://schemas.openxmlformats.org/officeDocument/2006/relationships/customXml" Target="../ink/ink195.xml"/><Relationship Id="rId58" Type="http://schemas.openxmlformats.org/officeDocument/2006/relationships/image" Target="../media/image200.png"/><Relationship Id="rId66" Type="http://schemas.openxmlformats.org/officeDocument/2006/relationships/customXml" Target="../ink/ink202.xml"/><Relationship Id="rId5" Type="http://schemas.openxmlformats.org/officeDocument/2006/relationships/customXml" Target="../ink/ink171.xml"/><Relationship Id="rId61" Type="http://schemas.openxmlformats.org/officeDocument/2006/relationships/customXml" Target="../ink/ink199.xml"/><Relationship Id="rId19" Type="http://schemas.openxmlformats.org/officeDocument/2006/relationships/customXml" Target="../ink/ink178.xml"/><Relationship Id="rId14" Type="http://schemas.openxmlformats.org/officeDocument/2006/relationships/image" Target="../media/image178.png"/><Relationship Id="rId22" Type="http://schemas.openxmlformats.org/officeDocument/2006/relationships/image" Target="../media/image182.png"/><Relationship Id="rId27" Type="http://schemas.openxmlformats.org/officeDocument/2006/relationships/customXml" Target="../ink/ink182.xml"/><Relationship Id="rId30" Type="http://schemas.openxmlformats.org/officeDocument/2006/relationships/image" Target="../media/image186.png"/><Relationship Id="rId35" Type="http://schemas.openxmlformats.org/officeDocument/2006/relationships/customXml" Target="../ink/ink186.xml"/><Relationship Id="rId43" Type="http://schemas.openxmlformats.org/officeDocument/2006/relationships/customXml" Target="../ink/ink190.xml"/><Relationship Id="rId48" Type="http://schemas.openxmlformats.org/officeDocument/2006/relationships/image" Target="../media/image195.png"/><Relationship Id="rId56" Type="http://schemas.openxmlformats.org/officeDocument/2006/relationships/image" Target="../media/image199.png"/><Relationship Id="rId64" Type="http://schemas.openxmlformats.org/officeDocument/2006/relationships/customXml" Target="../ink/ink201.xml"/><Relationship Id="rId69" Type="http://schemas.openxmlformats.org/officeDocument/2006/relationships/image" Target="../media/image205.png"/><Relationship Id="rId8" Type="http://schemas.openxmlformats.org/officeDocument/2006/relationships/image" Target="../media/image175.png"/><Relationship Id="rId51" Type="http://schemas.openxmlformats.org/officeDocument/2006/relationships/customXml" Target="../ink/ink194.xml"/><Relationship Id="rId3" Type="http://schemas.openxmlformats.org/officeDocument/2006/relationships/customXml" Target="../ink/ink170.xml"/><Relationship Id="rId12" Type="http://schemas.openxmlformats.org/officeDocument/2006/relationships/image" Target="../media/image177.png"/><Relationship Id="rId17" Type="http://schemas.openxmlformats.org/officeDocument/2006/relationships/customXml" Target="../ink/ink177.xml"/><Relationship Id="rId25" Type="http://schemas.openxmlformats.org/officeDocument/2006/relationships/customXml" Target="../ink/ink181.xml"/><Relationship Id="rId33" Type="http://schemas.openxmlformats.org/officeDocument/2006/relationships/customXml" Target="../ink/ink185.xml"/><Relationship Id="rId38" Type="http://schemas.openxmlformats.org/officeDocument/2006/relationships/image" Target="../media/image190.png"/><Relationship Id="rId46" Type="http://schemas.openxmlformats.org/officeDocument/2006/relationships/image" Target="../media/image194.png"/><Relationship Id="rId59" Type="http://schemas.openxmlformats.org/officeDocument/2006/relationships/customXml" Target="../ink/ink198.xml"/><Relationship Id="rId67" Type="http://schemas.openxmlformats.org/officeDocument/2006/relationships/image" Target="../media/image204.png"/><Relationship Id="rId20" Type="http://schemas.openxmlformats.org/officeDocument/2006/relationships/image" Target="../media/image181.png"/><Relationship Id="rId41" Type="http://schemas.openxmlformats.org/officeDocument/2006/relationships/customXml" Target="../ink/ink189.xml"/><Relationship Id="rId54" Type="http://schemas.openxmlformats.org/officeDocument/2006/relationships/image" Target="../media/image198.png"/><Relationship Id="rId62" Type="http://schemas.openxmlformats.org/officeDocument/2006/relationships/image" Target="../media/image202.png"/><Relationship Id="rId70" Type="http://schemas.openxmlformats.org/officeDocument/2006/relationships/customXml" Target="../ink/ink2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5" Type="http://schemas.openxmlformats.org/officeDocument/2006/relationships/customXml" Target="../ink/ink176.xml"/><Relationship Id="rId23" Type="http://schemas.openxmlformats.org/officeDocument/2006/relationships/customXml" Target="../ink/ink180.xml"/><Relationship Id="rId28" Type="http://schemas.openxmlformats.org/officeDocument/2006/relationships/image" Target="../media/image185.png"/><Relationship Id="rId36" Type="http://schemas.openxmlformats.org/officeDocument/2006/relationships/image" Target="../media/image189.png"/><Relationship Id="rId49" Type="http://schemas.openxmlformats.org/officeDocument/2006/relationships/customXml" Target="../ink/ink193.xml"/><Relationship Id="rId57" Type="http://schemas.openxmlformats.org/officeDocument/2006/relationships/customXml" Target="../ink/ink197.xml"/><Relationship Id="rId10" Type="http://schemas.openxmlformats.org/officeDocument/2006/relationships/image" Target="../media/image176.png"/><Relationship Id="rId31" Type="http://schemas.openxmlformats.org/officeDocument/2006/relationships/customXml" Target="../ink/ink184.xml"/><Relationship Id="rId44" Type="http://schemas.openxmlformats.org/officeDocument/2006/relationships/image" Target="../media/image193.png"/><Relationship Id="rId52" Type="http://schemas.openxmlformats.org/officeDocument/2006/relationships/image" Target="../media/image197.png"/><Relationship Id="rId60" Type="http://schemas.openxmlformats.org/officeDocument/2006/relationships/image" Target="../media/image201.png"/><Relationship Id="rId65" Type="http://schemas.openxmlformats.org/officeDocument/2006/relationships/image" Target="../media/image203.png"/><Relationship Id="rId4" Type="http://schemas.openxmlformats.org/officeDocument/2006/relationships/image" Target="../media/image3.png"/><Relationship Id="rId9" Type="http://schemas.openxmlformats.org/officeDocument/2006/relationships/customXml" Target="../ink/ink173.xml"/><Relationship Id="rId13" Type="http://schemas.openxmlformats.org/officeDocument/2006/relationships/customXml" Target="../ink/ink175.xml"/><Relationship Id="rId18" Type="http://schemas.openxmlformats.org/officeDocument/2006/relationships/image" Target="../media/image180.png"/><Relationship Id="rId39" Type="http://schemas.openxmlformats.org/officeDocument/2006/relationships/customXml" Target="../ink/ink188.xml"/><Relationship Id="rId34" Type="http://schemas.openxmlformats.org/officeDocument/2006/relationships/image" Target="../media/image188.png"/><Relationship Id="rId50" Type="http://schemas.openxmlformats.org/officeDocument/2006/relationships/image" Target="../media/image196.png"/><Relationship Id="rId55" Type="http://schemas.openxmlformats.org/officeDocument/2006/relationships/customXml" Target="../ink/ink1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questions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282840" y="4405680"/>
              <a:ext cx="75600" cy="321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0320" y="4403160"/>
                <a:ext cx="80640" cy="32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CC8D64A-F41B-D982-A7E9-271F69ED1B2C}"/>
              </a:ext>
            </a:extLst>
          </p:cNvPr>
          <p:cNvGrpSpPr/>
          <p:nvPr/>
        </p:nvGrpSpPr>
        <p:grpSpPr>
          <a:xfrm>
            <a:off x="3718352" y="1606150"/>
            <a:ext cx="1311840" cy="908640"/>
            <a:chOff x="3718352" y="1606150"/>
            <a:chExt cx="1311840" cy="90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161B8C-05CD-E217-C546-074837EE3949}"/>
                    </a:ext>
                  </a:extLst>
                </p14:cNvPr>
                <p14:cNvContentPartPr/>
                <p14:nvPr/>
              </p14:nvContentPartPr>
              <p14:xfrm>
                <a:off x="4650032" y="1606150"/>
                <a:ext cx="380160" cy="329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161B8C-05CD-E217-C546-074837EE39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45712" y="1601830"/>
                  <a:ext cx="388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6AF69F-7902-AAE8-4822-1654CC34A225}"/>
                    </a:ext>
                  </a:extLst>
                </p14:cNvPr>
                <p14:cNvContentPartPr/>
                <p14:nvPr/>
              </p14:nvContentPartPr>
              <p14:xfrm>
                <a:off x="3718352" y="2001790"/>
                <a:ext cx="503640" cy="513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6AF69F-7902-AAE8-4822-1654CC34A2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12232" y="1995670"/>
                  <a:ext cx="515880" cy="52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3227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language models [3 Marks]</a:t>
            </a:r>
          </a:p>
          <a:p>
            <a:r>
              <a:rPr lang="en-US" dirty="0"/>
              <a:t>Study the below neural network designed for learning word embedding along with other NLP applications and answer the following questions.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0FB80A-6B33-CCD3-4127-78259DA310B0}"/>
                  </a:ext>
                </a:extLst>
              </p14:cNvPr>
              <p14:cNvContentPartPr/>
              <p14:nvPr/>
            </p14:nvContentPartPr>
            <p14:xfrm>
              <a:off x="258392" y="434755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0FB80A-6B33-CCD3-4127-78259DA310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272" y="434143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EF46D8-3E91-07AC-CD9E-13E719CE2139}"/>
                  </a:ext>
                </a:extLst>
              </p14:cNvPr>
              <p14:cNvContentPartPr/>
              <p14:nvPr/>
            </p14:nvContentPartPr>
            <p14:xfrm>
              <a:off x="1127072" y="1568350"/>
              <a:ext cx="3631680" cy="96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EF46D8-3E91-07AC-CD9E-13E719CE21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0952" y="1562230"/>
                <a:ext cx="3643920" cy="9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710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0686" y="2110581"/>
            <a:ext cx="6194651" cy="378142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C850AF8-7C43-4D58-BC77-445D7AC86706}"/>
              </a:ext>
            </a:extLst>
          </p:cNvPr>
          <p:cNvGrpSpPr/>
          <p:nvPr/>
        </p:nvGrpSpPr>
        <p:grpSpPr>
          <a:xfrm>
            <a:off x="8136992" y="588845"/>
            <a:ext cx="614880" cy="187560"/>
            <a:chOff x="8136992" y="588845"/>
            <a:chExt cx="61488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D3F062B-A486-C6D4-07BA-A9F1732B4186}"/>
                    </a:ext>
                  </a:extLst>
                </p14:cNvPr>
                <p14:cNvContentPartPr/>
                <p14:nvPr/>
              </p14:nvContentPartPr>
              <p14:xfrm>
                <a:off x="8136992" y="597125"/>
                <a:ext cx="385560" cy="179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D3F062B-A486-C6D4-07BA-A9F1732B418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30872" y="591005"/>
                  <a:ext cx="397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88EFE9A-FFC0-D29B-17E4-119DDA584D3D}"/>
                    </a:ext>
                  </a:extLst>
                </p14:cNvPr>
                <p14:cNvContentPartPr/>
                <p14:nvPr/>
              </p14:nvContentPartPr>
              <p14:xfrm>
                <a:off x="8561432" y="588845"/>
                <a:ext cx="57960" cy="163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88EFE9A-FFC0-D29B-17E4-119DDA584D3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55312" y="582725"/>
                  <a:ext cx="70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F924E4-8E00-8AC1-1F41-680274FC67CD}"/>
                    </a:ext>
                  </a:extLst>
                </p14:cNvPr>
                <p14:cNvContentPartPr/>
                <p14:nvPr/>
              </p14:nvContentPartPr>
              <p14:xfrm>
                <a:off x="8522552" y="642125"/>
                <a:ext cx="229320" cy="30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F924E4-8E00-8AC1-1F41-680274FC67C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16432" y="636005"/>
                  <a:ext cx="2415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AC0057-833B-4FAA-071D-83C0E8958C52}"/>
              </a:ext>
            </a:extLst>
          </p:cNvPr>
          <p:cNvGrpSpPr/>
          <p:nvPr/>
        </p:nvGrpSpPr>
        <p:grpSpPr>
          <a:xfrm>
            <a:off x="8347952" y="924725"/>
            <a:ext cx="601560" cy="227160"/>
            <a:chOff x="8347952" y="924725"/>
            <a:chExt cx="60156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72478D8-D5BD-4856-9E2A-6C547E8FA36C}"/>
                    </a:ext>
                  </a:extLst>
                </p14:cNvPr>
                <p14:cNvContentPartPr/>
                <p14:nvPr/>
              </p14:nvContentPartPr>
              <p14:xfrm>
                <a:off x="8347952" y="924725"/>
                <a:ext cx="171720" cy="227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72478D8-D5BD-4856-9E2A-6C547E8FA3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41832" y="918605"/>
                  <a:ext cx="1839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CBACEDD-09F6-1E3F-FF58-895F4D9A3133}"/>
                    </a:ext>
                  </a:extLst>
                </p14:cNvPr>
                <p14:cNvContentPartPr/>
                <p14:nvPr/>
              </p14:nvContentPartPr>
              <p14:xfrm>
                <a:off x="8540912" y="1042085"/>
                <a:ext cx="149400" cy="87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CBACEDD-09F6-1E3F-FF58-895F4D9A313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34792" y="1035965"/>
                  <a:ext cx="161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2B8D074-EA1C-F789-1FB7-07DB20D47CD0}"/>
                    </a:ext>
                  </a:extLst>
                </p14:cNvPr>
                <p14:cNvContentPartPr/>
                <p14:nvPr/>
              </p14:nvContentPartPr>
              <p14:xfrm>
                <a:off x="8763032" y="1033085"/>
                <a:ext cx="16560" cy="111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2B8D074-EA1C-F789-1FB7-07DB20D47C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56912" y="1026965"/>
                  <a:ext cx="28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3135DD-8A5F-4FBA-D5AF-A6DF9856317B}"/>
                    </a:ext>
                  </a:extLst>
                </p14:cNvPr>
                <p14:cNvContentPartPr/>
                <p14:nvPr/>
              </p14:nvContentPartPr>
              <p14:xfrm>
                <a:off x="8765192" y="1046405"/>
                <a:ext cx="184320" cy="4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3135DD-8A5F-4FBA-D5AF-A6DF9856317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59072" y="1040285"/>
                  <a:ext cx="19656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F09549-996F-D1AE-674B-1B1B33A56041}"/>
              </a:ext>
            </a:extLst>
          </p:cNvPr>
          <p:cNvGrpSpPr/>
          <p:nvPr/>
        </p:nvGrpSpPr>
        <p:grpSpPr>
          <a:xfrm>
            <a:off x="8928632" y="608285"/>
            <a:ext cx="393840" cy="180000"/>
            <a:chOff x="8928632" y="608285"/>
            <a:chExt cx="39384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AC0405-8976-3365-53DE-614B6730C455}"/>
                    </a:ext>
                  </a:extLst>
                </p14:cNvPr>
                <p14:cNvContentPartPr/>
                <p14:nvPr/>
              </p14:nvContentPartPr>
              <p14:xfrm>
                <a:off x="8928632" y="673805"/>
                <a:ext cx="209520" cy="36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AC0405-8976-3365-53DE-614B6730C4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22512" y="667685"/>
                  <a:ext cx="221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035407-BD3B-E24D-045A-A6001836914C}"/>
                    </a:ext>
                  </a:extLst>
                </p14:cNvPr>
                <p14:cNvContentPartPr/>
                <p14:nvPr/>
              </p14:nvContentPartPr>
              <p14:xfrm>
                <a:off x="9061832" y="608285"/>
                <a:ext cx="260640" cy="18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035407-BD3B-E24D-045A-A600183691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55712" y="602165"/>
                  <a:ext cx="27288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D6D1D3-4069-DC86-75E0-DDB97D29A105}"/>
              </a:ext>
            </a:extLst>
          </p:cNvPr>
          <p:cNvGrpSpPr/>
          <p:nvPr/>
        </p:nvGrpSpPr>
        <p:grpSpPr>
          <a:xfrm>
            <a:off x="6544352" y="550685"/>
            <a:ext cx="805680" cy="789120"/>
            <a:chOff x="6544352" y="550685"/>
            <a:chExt cx="805680" cy="78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F6C8063-C14D-52BF-4A7F-D30DFF81609F}"/>
                    </a:ext>
                  </a:extLst>
                </p14:cNvPr>
                <p14:cNvContentPartPr/>
                <p14:nvPr/>
              </p14:nvContentPartPr>
              <p14:xfrm>
                <a:off x="6661352" y="708725"/>
                <a:ext cx="304560" cy="318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F6C8063-C14D-52BF-4A7F-D30DFF81609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55232" y="702605"/>
                  <a:ext cx="3168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69B340-009F-C1F7-55B2-23723DC16EA9}"/>
                    </a:ext>
                  </a:extLst>
                </p14:cNvPr>
                <p14:cNvContentPartPr/>
                <p14:nvPr/>
              </p14:nvContentPartPr>
              <p14:xfrm>
                <a:off x="6544352" y="550685"/>
                <a:ext cx="805680" cy="789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69B340-009F-C1F7-55B2-23723DC16E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38232" y="544565"/>
                  <a:ext cx="817920" cy="80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B546750-D26D-E655-594D-57E69971C260}"/>
                  </a:ext>
                </a:extLst>
              </p14:cNvPr>
              <p14:cNvContentPartPr/>
              <p14:nvPr/>
            </p14:nvContentPartPr>
            <p14:xfrm>
              <a:off x="9655472" y="570125"/>
              <a:ext cx="55800" cy="199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B546750-D26D-E655-594D-57E69971C26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9352" y="564005"/>
                <a:ext cx="680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0E2FFF7-7729-55BE-30FF-535C1BFC5490}"/>
                  </a:ext>
                </a:extLst>
              </p14:cNvPr>
              <p14:cNvContentPartPr/>
              <p14:nvPr/>
            </p14:nvContentPartPr>
            <p14:xfrm>
              <a:off x="10153352" y="600005"/>
              <a:ext cx="131400" cy="101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0E2FFF7-7729-55BE-30FF-535C1BFC549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47232" y="593885"/>
                <a:ext cx="1436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60CFCB4-7F27-A2D5-A8D0-3BF4563A2898}"/>
                  </a:ext>
                </a:extLst>
              </p14:cNvPr>
              <p14:cNvContentPartPr/>
              <p14:nvPr/>
            </p14:nvContentPartPr>
            <p14:xfrm>
              <a:off x="10542512" y="565805"/>
              <a:ext cx="122760" cy="141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60CFCB4-7F27-A2D5-A8D0-3BF4563A289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536392" y="559685"/>
                <a:ext cx="1350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EF45CB5-E833-23CD-53A8-88F01B3C98BA}"/>
                  </a:ext>
                </a:extLst>
              </p14:cNvPr>
              <p14:cNvContentPartPr/>
              <p14:nvPr/>
            </p14:nvContentPartPr>
            <p14:xfrm>
              <a:off x="9624152" y="956765"/>
              <a:ext cx="160200" cy="1170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EF45CB5-E833-23CD-53A8-88F01B3C98B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618032" y="950645"/>
                <a:ext cx="1724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7B06B6B-EDAA-7A90-4F24-0EA68AA0C37B}"/>
                  </a:ext>
                </a:extLst>
              </p14:cNvPr>
              <p14:cNvContentPartPr/>
              <p14:nvPr/>
            </p14:nvContentPartPr>
            <p14:xfrm>
              <a:off x="10206632" y="962885"/>
              <a:ext cx="186840" cy="123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7B06B6B-EDAA-7A90-4F24-0EA68AA0C37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200512" y="956765"/>
                <a:ext cx="199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2DB7BF9-33BE-91EA-1D46-FEE06F24115F}"/>
                  </a:ext>
                </a:extLst>
              </p14:cNvPr>
              <p14:cNvContentPartPr/>
              <p14:nvPr/>
            </p14:nvContentPartPr>
            <p14:xfrm>
              <a:off x="10735472" y="972245"/>
              <a:ext cx="34200" cy="1386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2DB7BF9-33BE-91EA-1D46-FEE06F24115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729352" y="966125"/>
                <a:ext cx="4644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8C22434D-C44C-B007-E4C4-0F5069C83577}"/>
              </a:ext>
            </a:extLst>
          </p:cNvPr>
          <p:cNvGrpSpPr/>
          <p:nvPr/>
        </p:nvGrpSpPr>
        <p:grpSpPr>
          <a:xfrm>
            <a:off x="9801992" y="1332965"/>
            <a:ext cx="246240" cy="235800"/>
            <a:chOff x="9801992" y="1332965"/>
            <a:chExt cx="24624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0EA3E4-D748-8FD8-AA56-A96FFD57B882}"/>
                    </a:ext>
                  </a:extLst>
                </p14:cNvPr>
                <p14:cNvContentPartPr/>
                <p14:nvPr/>
              </p14:nvContentPartPr>
              <p14:xfrm>
                <a:off x="9824312" y="1332965"/>
                <a:ext cx="101520" cy="235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0EA3E4-D748-8FD8-AA56-A96FFD57B88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18192" y="1326845"/>
                  <a:ext cx="1137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467BA0-4660-BCBB-37A4-697F1DC86848}"/>
                    </a:ext>
                  </a:extLst>
                </p14:cNvPr>
                <p14:cNvContentPartPr/>
                <p14:nvPr/>
              </p14:nvContentPartPr>
              <p14:xfrm>
                <a:off x="9801992" y="1382285"/>
                <a:ext cx="246240" cy="172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467BA0-4660-BCBB-37A4-697F1DC868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95872" y="1376165"/>
                  <a:ext cx="2584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91D06E7-9F2A-A414-6C8E-81F9B015C482}"/>
              </a:ext>
            </a:extLst>
          </p:cNvPr>
          <p:cNvGrpSpPr/>
          <p:nvPr/>
        </p:nvGrpSpPr>
        <p:grpSpPr>
          <a:xfrm>
            <a:off x="10275392" y="1330805"/>
            <a:ext cx="226080" cy="182880"/>
            <a:chOff x="10275392" y="1330805"/>
            <a:chExt cx="22608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574A6A2-25E7-E523-1688-E5EC9841130D}"/>
                    </a:ext>
                  </a:extLst>
                </p14:cNvPr>
                <p14:cNvContentPartPr/>
                <p14:nvPr/>
              </p14:nvContentPartPr>
              <p14:xfrm>
                <a:off x="10344872" y="1377245"/>
                <a:ext cx="95040" cy="123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574A6A2-25E7-E523-1688-E5EC9841130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38752" y="1371125"/>
                  <a:ext cx="107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5B59C4-6C8F-17DE-9EDA-08177F007407}"/>
                    </a:ext>
                  </a:extLst>
                </p14:cNvPr>
                <p14:cNvContentPartPr/>
                <p14:nvPr/>
              </p14:nvContentPartPr>
              <p14:xfrm>
                <a:off x="10275392" y="1385885"/>
                <a:ext cx="150120" cy="109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5B59C4-6C8F-17DE-9EDA-08177F0074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69272" y="1379765"/>
                  <a:ext cx="162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5FAF92-7D73-C1A3-37BC-87E0E2DFB804}"/>
                    </a:ext>
                  </a:extLst>
                </p14:cNvPr>
                <p14:cNvContentPartPr/>
                <p14:nvPr/>
              </p14:nvContentPartPr>
              <p14:xfrm>
                <a:off x="10392032" y="1401365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5FAF92-7D73-C1A3-37BC-87E0E2DFB80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85912" y="139524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5A31B2-9F92-1B70-B589-2CAB4E8B991E}"/>
                    </a:ext>
                  </a:extLst>
                </p14:cNvPr>
                <p14:cNvContentPartPr/>
                <p14:nvPr/>
              </p14:nvContentPartPr>
              <p14:xfrm>
                <a:off x="10373672" y="1330805"/>
                <a:ext cx="127800" cy="182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5A31B2-9F92-1B70-B589-2CAB4E8B991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67552" y="1324685"/>
                  <a:ext cx="140040" cy="19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497D0D-18DB-73E1-5024-3680DDC15A01}"/>
                  </a:ext>
                </a:extLst>
              </p14:cNvPr>
              <p14:cNvContentPartPr/>
              <p14:nvPr/>
            </p14:nvContentPartPr>
            <p14:xfrm>
              <a:off x="10667792" y="1306685"/>
              <a:ext cx="153360" cy="180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497D0D-18DB-73E1-5024-3680DDC15A0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661672" y="1300565"/>
                <a:ext cx="1656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AF17F46-3F84-5A79-1DCE-9805579CBE1C}"/>
                  </a:ext>
                </a:extLst>
              </p14:cNvPr>
              <p14:cNvContentPartPr/>
              <p14:nvPr/>
            </p14:nvContentPartPr>
            <p14:xfrm>
              <a:off x="7748912" y="3360070"/>
              <a:ext cx="241560" cy="8622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AF17F46-3F84-5A79-1DCE-9805579CBE1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742792" y="3353950"/>
                <a:ext cx="253800" cy="8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772BBD7-405D-60C4-7480-243236829B94}"/>
                  </a:ext>
                </a:extLst>
              </p14:cNvPr>
              <p14:cNvContentPartPr/>
              <p14:nvPr/>
            </p14:nvContentPartPr>
            <p14:xfrm>
              <a:off x="3308672" y="2317510"/>
              <a:ext cx="1254240" cy="1816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772BBD7-405D-60C4-7480-243236829B9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02552" y="2311390"/>
                <a:ext cx="1266480" cy="18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67509DA-AC52-844B-69D0-D1AB4197166F}"/>
                  </a:ext>
                </a:extLst>
              </p14:cNvPr>
              <p14:cNvContentPartPr/>
              <p14:nvPr/>
            </p14:nvContentPartPr>
            <p14:xfrm>
              <a:off x="3226232" y="2465470"/>
              <a:ext cx="1664280" cy="3495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67509DA-AC52-844B-69D0-D1AB4197166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220112" y="2459350"/>
                <a:ext cx="1676520" cy="350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BF56E735-DA17-F95A-C6F0-90D2761EB073}"/>
              </a:ext>
            </a:extLst>
          </p:cNvPr>
          <p:cNvGrpSpPr/>
          <p:nvPr/>
        </p:nvGrpSpPr>
        <p:grpSpPr>
          <a:xfrm>
            <a:off x="5452112" y="5168350"/>
            <a:ext cx="465480" cy="761400"/>
            <a:chOff x="5452112" y="5168350"/>
            <a:chExt cx="465480" cy="76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E10A16-13F0-6D4E-AE38-16145EFA9227}"/>
                    </a:ext>
                  </a:extLst>
                </p14:cNvPr>
                <p14:cNvContentPartPr/>
                <p14:nvPr/>
              </p14:nvContentPartPr>
              <p14:xfrm>
                <a:off x="5484512" y="5198230"/>
                <a:ext cx="19080" cy="658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E10A16-13F0-6D4E-AE38-16145EFA922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78392" y="5192110"/>
                  <a:ext cx="3132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40CE795-7A9E-93A1-4473-422C1CE780AD}"/>
                    </a:ext>
                  </a:extLst>
                </p14:cNvPr>
                <p14:cNvContentPartPr/>
                <p14:nvPr/>
              </p14:nvContentPartPr>
              <p14:xfrm>
                <a:off x="5452112" y="5168350"/>
                <a:ext cx="465480" cy="761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40CE795-7A9E-93A1-4473-422C1CE780A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445992" y="5162230"/>
                  <a:ext cx="47772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C2DC3AC-B610-FAFB-D027-8D0E14015326}"/>
                    </a:ext>
                  </a:extLst>
                </p14:cNvPr>
                <p14:cNvContentPartPr/>
                <p14:nvPr/>
              </p14:nvContentPartPr>
              <p14:xfrm>
                <a:off x="5628512" y="5281750"/>
                <a:ext cx="83880" cy="59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C2DC3AC-B610-FAFB-D027-8D0E140153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622392" y="5275630"/>
                  <a:ext cx="96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0140D1B-F0CE-03D4-7B80-E44B22D05B4C}"/>
                    </a:ext>
                  </a:extLst>
                </p14:cNvPr>
                <p14:cNvContentPartPr/>
                <p14:nvPr/>
              </p14:nvContentPartPr>
              <p14:xfrm>
                <a:off x="5626352" y="5443390"/>
                <a:ext cx="37080" cy="51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0140D1B-F0CE-03D4-7B80-E44B22D05B4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620232" y="5437270"/>
                  <a:ext cx="49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7C9D94-D85B-3EC2-DCCD-E82DDF8E8B8A}"/>
                    </a:ext>
                  </a:extLst>
                </p14:cNvPr>
                <p14:cNvContentPartPr/>
                <p14:nvPr/>
              </p14:nvContentPartPr>
              <p14:xfrm>
                <a:off x="5665592" y="5582710"/>
                <a:ext cx="34920" cy="5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7C9D94-D85B-3EC2-DCCD-E82DDF8E8B8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59472" y="5576590"/>
                  <a:ext cx="47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C152CB-AF75-29EB-F2E9-66A042F22781}"/>
                    </a:ext>
                  </a:extLst>
                </p14:cNvPr>
                <p14:cNvContentPartPr/>
                <p14:nvPr/>
              </p14:nvContentPartPr>
              <p14:xfrm>
                <a:off x="5684672" y="5743990"/>
                <a:ext cx="48600" cy="56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C152CB-AF75-29EB-F2E9-66A042F227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678552" y="5737870"/>
                  <a:ext cx="608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52F01FD-016D-F4B8-FB57-DFF3D1E9AA8B}"/>
              </a:ext>
            </a:extLst>
          </p:cNvPr>
          <p:cNvGrpSpPr/>
          <p:nvPr/>
        </p:nvGrpSpPr>
        <p:grpSpPr>
          <a:xfrm>
            <a:off x="7240592" y="5116510"/>
            <a:ext cx="259200" cy="405720"/>
            <a:chOff x="7240592" y="5116510"/>
            <a:chExt cx="25920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F00D0F2-8A14-D5A9-3127-0247DCAA2768}"/>
                    </a:ext>
                  </a:extLst>
                </p14:cNvPr>
                <p14:cNvContentPartPr/>
                <p14:nvPr/>
              </p14:nvContentPartPr>
              <p14:xfrm>
                <a:off x="7240592" y="5116510"/>
                <a:ext cx="259200" cy="206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F00D0F2-8A14-D5A9-3127-0247DCAA276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34472" y="5110390"/>
                  <a:ext cx="2714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D30DDC-D570-0C8B-C078-8CDED5A25DF6}"/>
                    </a:ext>
                  </a:extLst>
                </p14:cNvPr>
                <p14:cNvContentPartPr/>
                <p14:nvPr/>
              </p14:nvContentPartPr>
              <p14:xfrm>
                <a:off x="7420592" y="5133790"/>
                <a:ext cx="31680" cy="388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D30DDC-D570-0C8B-C078-8CDED5A25DF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414472" y="5127670"/>
                  <a:ext cx="43920" cy="40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B227532-111B-29C1-700B-5C209484A22A}"/>
                  </a:ext>
                </a:extLst>
              </p14:cNvPr>
              <p14:cNvContentPartPr/>
              <p14:nvPr/>
            </p14:nvContentPartPr>
            <p14:xfrm>
              <a:off x="3352232" y="1938430"/>
              <a:ext cx="366840" cy="418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B227532-111B-29C1-700B-5C209484A22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346112" y="1932310"/>
                <a:ext cx="379080" cy="43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85CC015C-2657-0E8C-AD74-14B82AD173FD}"/>
              </a:ext>
            </a:extLst>
          </p:cNvPr>
          <p:cNvGrpSpPr/>
          <p:nvPr/>
        </p:nvGrpSpPr>
        <p:grpSpPr>
          <a:xfrm>
            <a:off x="8747912" y="4692790"/>
            <a:ext cx="480960" cy="275400"/>
            <a:chOff x="8747912" y="4692790"/>
            <a:chExt cx="48096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6517214-B4B7-A5CD-C51C-810A4BA69EB3}"/>
                    </a:ext>
                  </a:extLst>
                </p14:cNvPr>
                <p14:cNvContentPartPr/>
                <p14:nvPr/>
              </p14:nvContentPartPr>
              <p14:xfrm>
                <a:off x="8747912" y="4694230"/>
                <a:ext cx="223560" cy="273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6517214-B4B7-A5CD-C51C-810A4BA69E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41792" y="4688110"/>
                  <a:ext cx="2358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041CE27-5A5C-D8B5-FA50-5BA799D0DF45}"/>
                    </a:ext>
                  </a:extLst>
                </p14:cNvPr>
                <p14:cNvContentPartPr/>
                <p14:nvPr/>
              </p14:nvContentPartPr>
              <p14:xfrm>
                <a:off x="8991632" y="4692790"/>
                <a:ext cx="160560" cy="203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041CE27-5A5C-D8B5-FA50-5BA799D0DF4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85512" y="4686670"/>
                  <a:ext cx="172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C88EB98-CC4A-2D93-C1FE-00A9DE31C95E}"/>
                    </a:ext>
                  </a:extLst>
                </p14:cNvPr>
                <p14:cNvContentPartPr/>
                <p14:nvPr/>
              </p14:nvContentPartPr>
              <p14:xfrm>
                <a:off x="9083432" y="4775950"/>
                <a:ext cx="145440" cy="88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C88EB98-CC4A-2D93-C1FE-00A9DE31C95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77312" y="4769830"/>
                  <a:ext cx="15768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C2A6EE8-040F-083E-7BC6-97732E67AF8D}"/>
                  </a:ext>
                </a:extLst>
              </p14:cNvPr>
              <p14:cNvContentPartPr/>
              <p14:nvPr/>
            </p14:nvContentPartPr>
            <p14:xfrm>
              <a:off x="9467192" y="4328830"/>
              <a:ext cx="19800" cy="34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C2A6EE8-040F-083E-7BC6-97732E67AF8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461072" y="4322710"/>
                <a:ext cx="320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59EFCF8-4CE6-C544-4E3B-E565C415D3C4}"/>
                  </a:ext>
                </a:extLst>
              </p14:cNvPr>
              <p14:cNvContentPartPr/>
              <p14:nvPr/>
            </p14:nvContentPartPr>
            <p14:xfrm>
              <a:off x="9406352" y="4634830"/>
              <a:ext cx="187920" cy="1990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59EFCF8-4CE6-C544-4E3B-E565C415D3C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400232" y="4628710"/>
                <a:ext cx="2001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0ADAFBF-70CC-4F3D-B3FB-E1B51FE36605}"/>
                  </a:ext>
                </a:extLst>
              </p14:cNvPr>
              <p14:cNvContentPartPr/>
              <p14:nvPr/>
            </p14:nvContentPartPr>
            <p14:xfrm>
              <a:off x="3328112" y="1897030"/>
              <a:ext cx="489960" cy="4438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0ADAFBF-70CC-4F3D-B3FB-E1B51FE3660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321992" y="1890910"/>
                <a:ext cx="50220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F529DF6-33D0-4851-59F7-C965EEA4192D}"/>
                  </a:ext>
                </a:extLst>
              </p14:cNvPr>
              <p14:cNvContentPartPr/>
              <p14:nvPr/>
            </p14:nvContentPartPr>
            <p14:xfrm>
              <a:off x="2988272" y="2793430"/>
              <a:ext cx="11160" cy="46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F529DF6-33D0-4851-59F7-C965EEA4192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982152" y="2787310"/>
                <a:ext cx="2340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0E8921A8-09FE-D82E-FBDE-54FE057032CB}"/>
              </a:ext>
            </a:extLst>
          </p:cNvPr>
          <p:cNvGrpSpPr/>
          <p:nvPr/>
        </p:nvGrpSpPr>
        <p:grpSpPr>
          <a:xfrm>
            <a:off x="1275752" y="2547190"/>
            <a:ext cx="1589760" cy="1068840"/>
            <a:chOff x="1275752" y="2547190"/>
            <a:chExt cx="1589760" cy="10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7549CF-C688-75C2-C83C-5DD9313B3BB2}"/>
                    </a:ext>
                  </a:extLst>
                </p14:cNvPr>
                <p14:cNvContentPartPr/>
                <p14:nvPr/>
              </p14:nvContentPartPr>
              <p14:xfrm>
                <a:off x="2023832" y="3424510"/>
                <a:ext cx="259200" cy="57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7549CF-C688-75C2-C83C-5DD9313B3B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17712" y="3418390"/>
                  <a:ext cx="2714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815E3E-9603-5465-636F-8935068D50BE}"/>
                    </a:ext>
                  </a:extLst>
                </p14:cNvPr>
                <p14:cNvContentPartPr/>
                <p14:nvPr/>
              </p14:nvContentPartPr>
              <p14:xfrm>
                <a:off x="2476352" y="3197710"/>
                <a:ext cx="389160" cy="418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815E3E-9603-5465-636F-8935068D50B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470232" y="3191590"/>
                  <a:ext cx="40140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5E142D-C696-FAB3-32C8-C997A34D9729}"/>
                    </a:ext>
                  </a:extLst>
                </p14:cNvPr>
                <p14:cNvContentPartPr/>
                <p14:nvPr/>
              </p14:nvContentPartPr>
              <p14:xfrm>
                <a:off x="1275752" y="3261430"/>
                <a:ext cx="412560" cy="107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5E142D-C696-FAB3-32C8-C997A34D972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269632" y="3255310"/>
                  <a:ext cx="424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B8D48F8-8144-3BB7-AE88-31625970EBDC}"/>
                    </a:ext>
                  </a:extLst>
                </p14:cNvPr>
                <p14:cNvContentPartPr/>
                <p14:nvPr/>
              </p14:nvContentPartPr>
              <p14:xfrm>
                <a:off x="1391312" y="3442870"/>
                <a:ext cx="334080" cy="122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B8D48F8-8144-3BB7-AE88-31625970EBD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85192" y="3436750"/>
                  <a:ext cx="346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EF6A10-5349-3DB1-1FBD-40D7CA4930F0}"/>
                    </a:ext>
                  </a:extLst>
                </p14:cNvPr>
                <p14:cNvContentPartPr/>
                <p14:nvPr/>
              </p14:nvContentPartPr>
              <p14:xfrm>
                <a:off x="1848872" y="2604070"/>
                <a:ext cx="65520" cy="288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EF6A10-5349-3DB1-1FBD-40D7CA4930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42752" y="2597950"/>
                  <a:ext cx="777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623ABF-F0F7-9E2F-C4D5-98E33350BFEE}"/>
                    </a:ext>
                  </a:extLst>
                </p14:cNvPr>
                <p14:cNvContentPartPr/>
                <p14:nvPr/>
              </p14:nvContentPartPr>
              <p14:xfrm>
                <a:off x="2006552" y="2547190"/>
                <a:ext cx="34200" cy="455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623ABF-F0F7-9E2F-C4D5-98E33350BFE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000432" y="2541070"/>
                  <a:ext cx="46440" cy="46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F882C01-9C56-BBDF-9FDA-730318550CA9}"/>
                  </a:ext>
                </a:extLst>
              </p14:cNvPr>
              <p14:cNvContentPartPr/>
              <p14:nvPr/>
            </p14:nvContentPartPr>
            <p14:xfrm>
              <a:off x="2593352" y="2936350"/>
              <a:ext cx="311760" cy="187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F882C01-9C56-BBDF-9FDA-730318550CA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587232" y="2930230"/>
                <a:ext cx="3240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3E29004-444F-3773-EE42-B55D2E79547E}"/>
                  </a:ext>
                </a:extLst>
              </p14:cNvPr>
              <p14:cNvContentPartPr/>
              <p14:nvPr/>
            </p14:nvContentPartPr>
            <p14:xfrm>
              <a:off x="2540432" y="4109590"/>
              <a:ext cx="205200" cy="1170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3E29004-444F-3773-EE42-B55D2E79547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534312" y="4103470"/>
                <a:ext cx="2174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8046676-FB9D-F717-D7A3-94802EF5C0AC}"/>
                  </a:ext>
                </a:extLst>
              </p14:cNvPr>
              <p14:cNvContentPartPr/>
              <p14:nvPr/>
            </p14:nvContentPartPr>
            <p14:xfrm>
              <a:off x="2438192" y="4983670"/>
              <a:ext cx="200880" cy="342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8046676-FB9D-F717-D7A3-94802EF5C0A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432072" y="4977550"/>
                <a:ext cx="2131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C9B686B-CD06-A2A4-29A1-AAFFF3192293}"/>
                  </a:ext>
                </a:extLst>
              </p14:cNvPr>
              <p14:cNvContentPartPr/>
              <p14:nvPr/>
            </p14:nvContentPartPr>
            <p14:xfrm>
              <a:off x="3316232" y="1876510"/>
              <a:ext cx="365400" cy="459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C9B686B-CD06-A2A4-29A1-AAFFF3192293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310112" y="1870390"/>
                <a:ext cx="377640" cy="47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A87BFB0D-8967-90D7-58DE-76BA40237EAF}"/>
              </a:ext>
            </a:extLst>
          </p:cNvPr>
          <p:cNvGrpSpPr/>
          <p:nvPr/>
        </p:nvGrpSpPr>
        <p:grpSpPr>
          <a:xfrm>
            <a:off x="8319872" y="1989550"/>
            <a:ext cx="1048680" cy="865800"/>
            <a:chOff x="8319872" y="1989550"/>
            <a:chExt cx="1048680" cy="86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12056E7-4616-98FD-4D4D-1C0437520428}"/>
                    </a:ext>
                  </a:extLst>
                </p14:cNvPr>
                <p14:cNvContentPartPr/>
                <p14:nvPr/>
              </p14:nvContentPartPr>
              <p14:xfrm>
                <a:off x="8750072" y="2056870"/>
                <a:ext cx="73080" cy="621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12056E7-4616-98FD-4D4D-1C043752042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743952" y="2050750"/>
                  <a:ext cx="8532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F016A58-99AB-48F3-1F48-B4F47B49B930}"/>
                    </a:ext>
                  </a:extLst>
                </p14:cNvPr>
                <p14:cNvContentPartPr/>
                <p14:nvPr/>
              </p14:nvContentPartPr>
              <p14:xfrm>
                <a:off x="8747192" y="1989550"/>
                <a:ext cx="621360" cy="865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F016A58-99AB-48F3-1F48-B4F47B49B93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741072" y="1983430"/>
                  <a:ext cx="63360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3D4442-DFB0-5AC0-DE6A-AB3027E29F23}"/>
                    </a:ext>
                  </a:extLst>
                </p14:cNvPr>
                <p14:cNvContentPartPr/>
                <p14:nvPr/>
              </p14:nvContentPartPr>
              <p14:xfrm>
                <a:off x="8319872" y="2215990"/>
                <a:ext cx="394920" cy="56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3D4442-DFB0-5AC0-DE6A-AB3027E29F2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313752" y="2209870"/>
                  <a:ext cx="407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C49C4F9-6330-DC12-7339-49DCC8B09437}"/>
                    </a:ext>
                  </a:extLst>
                </p14:cNvPr>
                <p14:cNvContentPartPr/>
                <p14:nvPr/>
              </p14:nvContentPartPr>
              <p14:xfrm>
                <a:off x="8379632" y="2443870"/>
                <a:ext cx="447120" cy="65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C49C4F9-6330-DC12-7339-49DCC8B094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373512" y="2437750"/>
                  <a:ext cx="459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50BA4F7-4FD1-ADED-FC75-761E0D24F1F9}"/>
                    </a:ext>
                  </a:extLst>
                </p14:cNvPr>
                <p14:cNvContentPartPr/>
                <p14:nvPr/>
              </p14:nvContentPartPr>
              <p14:xfrm>
                <a:off x="8478632" y="2649790"/>
                <a:ext cx="309960" cy="17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50BA4F7-4FD1-ADED-FC75-761E0D24F1F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72512" y="2643670"/>
                  <a:ext cx="322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A2F300-4617-A4D8-5C6E-3643563B0EC3}"/>
                    </a:ext>
                  </a:extLst>
                </p14:cNvPr>
                <p14:cNvContentPartPr/>
                <p14:nvPr/>
              </p14:nvContentPartPr>
              <p14:xfrm>
                <a:off x="8525792" y="2777230"/>
                <a:ext cx="23472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A2F300-4617-A4D8-5C6E-3643563B0EC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519672" y="2771110"/>
                  <a:ext cx="24696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CF57921-DCE1-BA07-B4AA-320C0CD97D0D}"/>
              </a:ext>
            </a:extLst>
          </p:cNvPr>
          <p:cNvGrpSpPr/>
          <p:nvPr/>
        </p:nvGrpSpPr>
        <p:grpSpPr>
          <a:xfrm>
            <a:off x="9443072" y="2763190"/>
            <a:ext cx="1468080" cy="1562760"/>
            <a:chOff x="9443072" y="2763190"/>
            <a:chExt cx="1468080" cy="156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C9D7D45-DB17-B654-393D-E2388E44A9C9}"/>
                    </a:ext>
                  </a:extLst>
                </p14:cNvPr>
                <p14:cNvContentPartPr/>
                <p14:nvPr/>
              </p14:nvContentPartPr>
              <p14:xfrm>
                <a:off x="9443072" y="2916550"/>
                <a:ext cx="345600" cy="478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C9D7D45-DB17-B654-393D-E2388E44A9C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436952" y="2910430"/>
                  <a:ext cx="35784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873A7F-1D97-6822-BF1E-1DD530233E4A}"/>
                    </a:ext>
                  </a:extLst>
                </p14:cNvPr>
                <p14:cNvContentPartPr/>
                <p14:nvPr/>
              </p14:nvContentPartPr>
              <p14:xfrm>
                <a:off x="10055432" y="3261070"/>
                <a:ext cx="149760" cy="1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873A7F-1D97-6822-BF1E-1DD530233E4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49312" y="3254950"/>
                  <a:ext cx="162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E45D1D3-E280-5E6E-1689-EF794D4E01E4}"/>
                    </a:ext>
                  </a:extLst>
                </p14:cNvPr>
                <p14:cNvContentPartPr/>
                <p14:nvPr/>
              </p14:nvContentPartPr>
              <p14:xfrm>
                <a:off x="10115192" y="3278350"/>
                <a:ext cx="189000" cy="46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E45D1D3-E280-5E6E-1689-EF794D4E01E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109072" y="3272230"/>
                  <a:ext cx="201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2ED509-5DA6-E50F-4E1D-786BD7539CAF}"/>
                    </a:ext>
                  </a:extLst>
                </p14:cNvPr>
                <p14:cNvContentPartPr/>
                <p14:nvPr/>
              </p14:nvContentPartPr>
              <p14:xfrm>
                <a:off x="10649432" y="3156310"/>
                <a:ext cx="124560" cy="139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2ED509-5DA6-E50F-4E1D-786BD7539CA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643312" y="3150190"/>
                  <a:ext cx="136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87546C-B560-74C6-15B3-0C68243808DD}"/>
                    </a:ext>
                  </a:extLst>
                </p14:cNvPr>
                <p14:cNvContentPartPr/>
                <p14:nvPr/>
              </p14:nvContentPartPr>
              <p14:xfrm>
                <a:off x="9653312" y="3754630"/>
                <a:ext cx="149760" cy="11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87546C-B560-74C6-15B3-0C68243808D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647192" y="3748510"/>
                  <a:ext cx="162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398FDA-FBEF-6810-729C-D10CF9824839}"/>
                    </a:ext>
                  </a:extLst>
                </p14:cNvPr>
                <p14:cNvContentPartPr/>
                <p14:nvPr/>
              </p14:nvContentPartPr>
              <p14:xfrm>
                <a:off x="9733952" y="3846070"/>
                <a:ext cx="140760" cy="259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398FDA-FBEF-6810-729C-D10CF982483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727832" y="3839950"/>
                  <a:ext cx="153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E37CE01-4660-F29D-0DF2-71E523B4A18E}"/>
                    </a:ext>
                  </a:extLst>
                </p14:cNvPr>
                <p14:cNvContentPartPr/>
                <p14:nvPr/>
              </p14:nvContentPartPr>
              <p14:xfrm>
                <a:off x="10263512" y="3999790"/>
                <a:ext cx="181080" cy="18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E37CE01-4660-F29D-0DF2-71E523B4A18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57392" y="3993670"/>
                  <a:ext cx="193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F25D3F1-EA2F-CB9B-5A5D-CA17D318A40B}"/>
                    </a:ext>
                  </a:extLst>
                </p14:cNvPr>
                <p14:cNvContentPartPr/>
                <p14:nvPr/>
              </p14:nvContentPartPr>
              <p14:xfrm>
                <a:off x="10460792" y="3998710"/>
                <a:ext cx="148680" cy="15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F25D3F1-EA2F-CB9B-5A5D-CA17D318A40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454672" y="3992590"/>
                  <a:ext cx="160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8C60D97-4E60-6144-9624-9E5C6FB37C39}"/>
                    </a:ext>
                  </a:extLst>
                </p14:cNvPr>
                <p14:cNvContentPartPr/>
                <p14:nvPr/>
              </p14:nvContentPartPr>
              <p14:xfrm>
                <a:off x="10712432" y="3756790"/>
                <a:ext cx="198720" cy="569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8C60D97-4E60-6144-9624-9E5C6FB37C3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706312" y="3750670"/>
                  <a:ext cx="21096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386E1B-1954-FB1A-395B-797B60934415}"/>
                    </a:ext>
                  </a:extLst>
                </p14:cNvPr>
                <p14:cNvContentPartPr/>
                <p14:nvPr/>
              </p14:nvContentPartPr>
              <p14:xfrm>
                <a:off x="10014392" y="2763190"/>
                <a:ext cx="448200" cy="555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386E1B-1954-FB1A-395B-797B6093441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008272" y="2757070"/>
                  <a:ext cx="46044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3EC7B3B-FED7-E188-8E1B-BC0F9188A2C3}"/>
                    </a:ext>
                  </a:extLst>
                </p14:cNvPr>
                <p14:cNvContentPartPr/>
                <p14:nvPr/>
              </p14:nvContentPartPr>
              <p14:xfrm>
                <a:off x="9802712" y="2993950"/>
                <a:ext cx="327240" cy="105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3EC7B3B-FED7-E188-8E1B-BC0F9188A2C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796592" y="2987830"/>
                  <a:ext cx="339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558BA00-AC8F-617A-BE9A-BD1D2575F168}"/>
                    </a:ext>
                  </a:extLst>
                </p14:cNvPr>
                <p14:cNvContentPartPr/>
                <p14:nvPr/>
              </p14:nvContentPartPr>
              <p14:xfrm>
                <a:off x="9903872" y="3210670"/>
                <a:ext cx="251640" cy="68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558BA00-AC8F-617A-BE9A-BD1D2575F16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897752" y="3204550"/>
                  <a:ext cx="263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0C0EEC-FDC9-440E-41D5-465BAF4C1BD5}"/>
                    </a:ext>
                  </a:extLst>
                </p14:cNvPr>
                <p14:cNvContentPartPr/>
                <p14:nvPr/>
              </p14:nvContentPartPr>
              <p14:xfrm>
                <a:off x="10079552" y="3421990"/>
                <a:ext cx="99360" cy="277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0C0EEC-FDC9-440E-41D5-465BAF4C1BD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73432" y="3415870"/>
                  <a:ext cx="11160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AE90361-7CEA-44FF-6ADB-6AA88D8A4141}"/>
              </a:ext>
            </a:extLst>
          </p:cNvPr>
          <p:cNvGrpSpPr/>
          <p:nvPr/>
        </p:nvGrpSpPr>
        <p:grpSpPr>
          <a:xfrm>
            <a:off x="3568592" y="2292310"/>
            <a:ext cx="1237320" cy="3807360"/>
            <a:chOff x="3568592" y="2292310"/>
            <a:chExt cx="1237320" cy="38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D22B97-362B-01A6-AB5F-706B9F3E6B45}"/>
                    </a:ext>
                  </a:extLst>
                </p14:cNvPr>
                <p14:cNvContentPartPr/>
                <p14:nvPr/>
              </p14:nvContentPartPr>
              <p14:xfrm>
                <a:off x="3957032" y="5519710"/>
                <a:ext cx="231840" cy="230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D22B97-362B-01A6-AB5F-706B9F3E6B4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950912" y="5513590"/>
                  <a:ext cx="244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C57B2F-FF5E-08B1-FC2A-2089DDF2A31F}"/>
                    </a:ext>
                  </a:extLst>
                </p14:cNvPr>
                <p14:cNvContentPartPr/>
                <p14:nvPr/>
              </p14:nvContentPartPr>
              <p14:xfrm>
                <a:off x="4125872" y="5625190"/>
                <a:ext cx="17640" cy="241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C57B2F-FF5E-08B1-FC2A-2089DDF2A31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119752" y="5619070"/>
                  <a:ext cx="29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4570810-0B40-1AF2-49A8-7D47099B58EF}"/>
                    </a:ext>
                  </a:extLst>
                </p14:cNvPr>
                <p14:cNvContentPartPr/>
                <p14:nvPr/>
              </p14:nvContentPartPr>
              <p14:xfrm>
                <a:off x="3568592" y="5413510"/>
                <a:ext cx="782280" cy="686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4570810-0B40-1AF2-49A8-7D47099B58E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562472" y="5407390"/>
                  <a:ext cx="79452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31C90B1-176B-6542-CBDE-03E182E11A3E}"/>
                    </a:ext>
                  </a:extLst>
                </p14:cNvPr>
                <p14:cNvContentPartPr/>
                <p14:nvPr/>
              </p14:nvContentPartPr>
              <p14:xfrm>
                <a:off x="3757592" y="2292310"/>
                <a:ext cx="1048320" cy="3459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31C90B1-176B-6542-CBDE-03E182E11A3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751472" y="2286190"/>
                  <a:ext cx="1060560" cy="347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7CC6CBD-D7C0-5860-95BF-DF451E910B0E}"/>
              </a:ext>
            </a:extLst>
          </p:cNvPr>
          <p:cNvGrpSpPr/>
          <p:nvPr/>
        </p:nvGrpSpPr>
        <p:grpSpPr>
          <a:xfrm>
            <a:off x="6091112" y="5598910"/>
            <a:ext cx="2763000" cy="910440"/>
            <a:chOff x="6091112" y="5598910"/>
            <a:chExt cx="2763000" cy="91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E1688AB-D5D2-3A4E-9C1A-43245D92962B}"/>
                    </a:ext>
                  </a:extLst>
                </p14:cNvPr>
                <p14:cNvContentPartPr/>
                <p14:nvPr/>
              </p14:nvContentPartPr>
              <p14:xfrm>
                <a:off x="6091112" y="6229990"/>
                <a:ext cx="579240" cy="183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E1688AB-D5D2-3A4E-9C1A-43245D92962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084992" y="6223870"/>
                  <a:ext cx="591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E0A43F-F818-C141-27D2-8B27D87F21CE}"/>
                    </a:ext>
                  </a:extLst>
                </p14:cNvPr>
                <p14:cNvContentPartPr/>
                <p14:nvPr/>
              </p14:nvContentPartPr>
              <p14:xfrm>
                <a:off x="6717872" y="6140710"/>
                <a:ext cx="165960" cy="207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E0A43F-F818-C141-27D2-8B27D87F21C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711752" y="6134590"/>
                  <a:ext cx="178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3E1F06B-CFCB-3488-BF0A-81879E2B5CB8}"/>
                    </a:ext>
                  </a:extLst>
                </p14:cNvPr>
                <p14:cNvContentPartPr/>
                <p14:nvPr/>
              </p14:nvContentPartPr>
              <p14:xfrm>
                <a:off x="6915152" y="6210550"/>
                <a:ext cx="91080" cy="112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3E1F06B-CFCB-3488-BF0A-81879E2B5CB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09032" y="6204430"/>
                  <a:ext cx="103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7CB1E49-566F-6802-C482-22A086DB89F5}"/>
                    </a:ext>
                  </a:extLst>
                </p14:cNvPr>
                <p14:cNvContentPartPr/>
                <p14:nvPr/>
              </p14:nvContentPartPr>
              <p14:xfrm>
                <a:off x="7246352" y="6227830"/>
                <a:ext cx="272520" cy="38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7CB1E49-566F-6802-C482-22A086DB89F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240232" y="6221710"/>
                  <a:ext cx="2847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B6A774B-E045-BFD2-F3C6-45FB7DF3C8A0}"/>
                    </a:ext>
                  </a:extLst>
                </p14:cNvPr>
                <p14:cNvContentPartPr/>
                <p14:nvPr/>
              </p14:nvContentPartPr>
              <p14:xfrm>
                <a:off x="7341392" y="6164830"/>
                <a:ext cx="186840" cy="182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B6A774B-E045-BFD2-F3C6-45FB7DF3C8A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335272" y="6158710"/>
                  <a:ext cx="199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5C1772B-3FE9-8E04-81E9-3912742EE0E9}"/>
                    </a:ext>
                  </a:extLst>
                </p14:cNvPr>
                <p14:cNvContentPartPr/>
                <p14:nvPr/>
              </p14:nvContentPartPr>
              <p14:xfrm>
                <a:off x="7678352" y="6008950"/>
                <a:ext cx="53280" cy="275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5C1772B-3FE9-8E04-81E9-3912742EE0E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672232" y="6002830"/>
                  <a:ext cx="65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D19BAFA-E08D-9E1E-98A6-BDDA5D4AADA3}"/>
                    </a:ext>
                  </a:extLst>
                </p14:cNvPr>
                <p14:cNvContentPartPr/>
                <p14:nvPr/>
              </p14:nvContentPartPr>
              <p14:xfrm>
                <a:off x="7562072" y="6043510"/>
                <a:ext cx="223200" cy="219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D19BAFA-E08D-9E1E-98A6-BDDA5D4AADA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555952" y="6037390"/>
                  <a:ext cx="235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8C62E28-3022-3D57-D532-88BFD0F1B0A1}"/>
                    </a:ext>
                  </a:extLst>
                </p14:cNvPr>
                <p14:cNvContentPartPr/>
                <p14:nvPr/>
              </p14:nvContentPartPr>
              <p14:xfrm>
                <a:off x="7551992" y="6052510"/>
                <a:ext cx="248040" cy="248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8C62E28-3022-3D57-D532-88BFD0F1B0A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545872" y="6046390"/>
                  <a:ext cx="260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9080CE-E8D2-E693-C69F-FBD1E65B3E8F}"/>
                    </a:ext>
                  </a:extLst>
                </p14:cNvPr>
                <p14:cNvContentPartPr/>
                <p14:nvPr/>
              </p14:nvContentPartPr>
              <p14:xfrm>
                <a:off x="8023232" y="5868190"/>
                <a:ext cx="77760" cy="429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9080CE-E8D2-E693-C69F-FBD1E65B3E8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017112" y="5862070"/>
                  <a:ext cx="900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F2B5E4F-E22C-DEEB-2950-7361F31FD723}"/>
                    </a:ext>
                  </a:extLst>
                </p14:cNvPr>
                <p14:cNvContentPartPr/>
                <p14:nvPr/>
              </p14:nvContentPartPr>
              <p14:xfrm>
                <a:off x="8007032" y="5598910"/>
                <a:ext cx="847080" cy="839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F2B5E4F-E22C-DEEB-2950-7361F31FD72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000912" y="5592790"/>
                  <a:ext cx="85932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0D612B1-9D9B-F3C2-CAE7-878F6DA93BD0}"/>
                    </a:ext>
                  </a:extLst>
                </p14:cNvPr>
                <p14:cNvContentPartPr/>
                <p14:nvPr/>
              </p14:nvContentPartPr>
              <p14:xfrm>
                <a:off x="7002272" y="6224590"/>
                <a:ext cx="489600" cy="29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0D612B1-9D9B-F3C2-CAE7-878F6DA93BD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996152" y="6218470"/>
                  <a:ext cx="501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3D6527D-D340-2ECF-54B8-9B95A780BBD9}"/>
                    </a:ext>
                  </a:extLst>
                </p14:cNvPr>
                <p14:cNvContentPartPr/>
                <p14:nvPr/>
              </p14:nvContentPartPr>
              <p14:xfrm>
                <a:off x="7582232" y="6247270"/>
                <a:ext cx="360" cy="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3D6527D-D340-2ECF-54B8-9B95A780BBD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76112" y="62411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E9E3E73-EC71-4294-567E-A87E73DD9D1A}"/>
                    </a:ext>
                  </a:extLst>
                </p14:cNvPr>
                <p14:cNvContentPartPr/>
                <p14:nvPr/>
              </p14:nvContentPartPr>
              <p14:xfrm>
                <a:off x="8427512" y="6069790"/>
                <a:ext cx="13320" cy="24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E9E3E73-EC71-4294-567E-A87E73DD9D1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21392" y="6063670"/>
                  <a:ext cx="25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AC47F68-5E2C-4DDE-BD8D-160C58CF24BE}"/>
                    </a:ext>
                  </a:extLst>
                </p14:cNvPr>
                <p14:cNvContentPartPr/>
                <p14:nvPr/>
              </p14:nvContentPartPr>
              <p14:xfrm>
                <a:off x="7018832" y="6159070"/>
                <a:ext cx="389520" cy="140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AC47F68-5E2C-4DDE-BD8D-160C58CF24B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12712" y="6152950"/>
                  <a:ext cx="401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F9518D-1657-27E7-7D2F-6B3CF34ACFDD}"/>
                    </a:ext>
                  </a:extLst>
                </p14:cNvPr>
                <p14:cNvContentPartPr/>
                <p14:nvPr/>
              </p14:nvContentPartPr>
              <p14:xfrm>
                <a:off x="7170392" y="6433390"/>
                <a:ext cx="382680" cy="75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F9518D-1657-27E7-7D2F-6B3CF34ACFD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64272" y="6427270"/>
                  <a:ext cx="3949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AD67508-4D95-BE1A-AE43-5431F87BE4AB}"/>
              </a:ext>
            </a:extLst>
          </p:cNvPr>
          <p:cNvGrpSpPr/>
          <p:nvPr/>
        </p:nvGrpSpPr>
        <p:grpSpPr>
          <a:xfrm>
            <a:off x="7350032" y="6641110"/>
            <a:ext cx="388440" cy="230040"/>
            <a:chOff x="7350032" y="6641110"/>
            <a:chExt cx="38844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4DE72DC-A236-3236-E470-6D04AFDBD892}"/>
                    </a:ext>
                  </a:extLst>
                </p14:cNvPr>
                <p14:cNvContentPartPr/>
                <p14:nvPr/>
              </p14:nvContentPartPr>
              <p14:xfrm>
                <a:off x="7350032" y="6641110"/>
                <a:ext cx="279360" cy="113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4DE72DC-A236-3236-E470-6D04AFDBD89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43912" y="6634990"/>
                  <a:ext cx="291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0512416-9D8C-F872-E2E8-D5AAC9DC52B3}"/>
                    </a:ext>
                  </a:extLst>
                </p14:cNvPr>
                <p14:cNvContentPartPr/>
                <p14:nvPr/>
              </p14:nvContentPartPr>
              <p14:xfrm>
                <a:off x="7551632" y="6799870"/>
                <a:ext cx="186840" cy="71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0512416-9D8C-F872-E2E8-D5AAC9DC52B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45512" y="6793750"/>
                  <a:ext cx="19908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D769706-0ADB-D1BF-58C4-C62BB4BFCC59}"/>
                  </a:ext>
                </a:extLst>
              </p14:cNvPr>
              <p14:cNvContentPartPr/>
              <p14:nvPr/>
            </p14:nvContentPartPr>
            <p14:xfrm>
              <a:off x="9285032" y="5424643"/>
              <a:ext cx="615960" cy="5353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D769706-0ADB-D1BF-58C4-C62BB4BFCC5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278912" y="5418523"/>
                <a:ext cx="62820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9ECEB67-58D5-A22E-2D5E-B98FAE4FB225}"/>
                  </a:ext>
                </a:extLst>
              </p14:cNvPr>
              <p14:cNvContentPartPr/>
              <p14:nvPr/>
            </p14:nvContentPartPr>
            <p14:xfrm>
              <a:off x="4821032" y="3383803"/>
              <a:ext cx="51480" cy="2815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9ECEB67-58D5-A22E-2D5E-B98FAE4FB225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4814912" y="3377683"/>
                <a:ext cx="63720" cy="29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857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If the input layer ‘X’ denote the one hot encoding of the vocabulary, “e” is the embedding layer,</a:t>
            </a:r>
          </a:p>
          <a:p>
            <a:pPr marL="0" indent="0">
              <a:buNone/>
            </a:pPr>
            <a:r>
              <a:rPr lang="en-US" dirty="0"/>
              <a:t>“h1”,”h2” are hidden layers with sigmoid activation function and “Y” is the output layer with</a:t>
            </a:r>
          </a:p>
          <a:p>
            <a:pPr marL="0" indent="0">
              <a:buNone/>
            </a:pPr>
            <a:r>
              <a:rPr lang="en-US" dirty="0"/>
              <a:t>sigmoid activation function, identify no more than 2 issues/error in the architecture for each of the</a:t>
            </a:r>
          </a:p>
          <a:p>
            <a:pPr marL="0" indent="0">
              <a:buNone/>
            </a:pPr>
            <a:r>
              <a:rPr lang="en-US" dirty="0"/>
              <a:t>below two scenarios: If there are no corrections required then mention “No Error” explicitly.</a:t>
            </a:r>
          </a:p>
          <a:p>
            <a:pPr marL="0" indent="0">
              <a:buNone/>
            </a:pPr>
            <a:r>
              <a:rPr lang="en-US" dirty="0"/>
              <a:t>a) Scenario 1: The input with context window of four tokens is used to predict the next fifth token. The candidate fifth word can be either Y= “.” Or Y=”?” for this application.</a:t>
            </a:r>
          </a:p>
          <a:p>
            <a:pPr marL="0" indent="0">
              <a:buNone/>
            </a:pPr>
            <a:r>
              <a:rPr lang="en-US" dirty="0"/>
              <a:t>b) Scenario 2: Top three frequent tokens with embedding of size three, is used to predict the</a:t>
            </a:r>
          </a:p>
          <a:p>
            <a:pPr marL="0" indent="0">
              <a:buNone/>
            </a:pPr>
            <a:r>
              <a:rPr lang="en-US" dirty="0"/>
              <a:t>sentiment from the set {Positive, Negative, Neutral} of the document from where the tokens were</a:t>
            </a:r>
          </a:p>
          <a:p>
            <a:pPr marL="0" indent="0">
              <a:buNone/>
            </a:pPr>
            <a:r>
              <a:rPr lang="en-US" dirty="0"/>
              <a:t>extracted.</a:t>
            </a:r>
          </a:p>
          <a:p>
            <a:pPr marL="0" indent="0">
              <a:buNone/>
            </a:pPr>
            <a:r>
              <a:rPr lang="en-US" dirty="0"/>
              <a:t>c) With respect to the “scenario 1”, find the dimension (matrix size) w.r.t to section/layer “W1” and</a:t>
            </a:r>
          </a:p>
          <a:p>
            <a:pPr marL="0" indent="0">
              <a:buNone/>
            </a:pPr>
            <a:r>
              <a:rPr lang="en-US" dirty="0"/>
              <a:t>“U”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F86F3B-3D97-EDAB-5213-D4E35478CBF7}"/>
                  </a:ext>
                </a:extLst>
              </p14:cNvPr>
              <p14:cNvContentPartPr/>
              <p14:nvPr/>
            </p14:nvContentPartPr>
            <p14:xfrm>
              <a:off x="3976472" y="2749870"/>
              <a:ext cx="1291680" cy="98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F86F3B-3D97-EDAB-5213-D4E35478CB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0352" y="2743750"/>
                <a:ext cx="130392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078E069-B19F-F1B6-5D27-7F83192B5C9D}"/>
              </a:ext>
            </a:extLst>
          </p:cNvPr>
          <p:cNvGrpSpPr/>
          <p:nvPr/>
        </p:nvGrpSpPr>
        <p:grpSpPr>
          <a:xfrm>
            <a:off x="5219912" y="2766070"/>
            <a:ext cx="2091240" cy="81000"/>
            <a:chOff x="5219912" y="2766070"/>
            <a:chExt cx="209124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B6BFF1-72A8-0434-4FBA-9CC026141007}"/>
                    </a:ext>
                  </a:extLst>
                </p14:cNvPr>
                <p14:cNvContentPartPr/>
                <p14:nvPr/>
              </p14:nvContentPartPr>
              <p14:xfrm>
                <a:off x="5219912" y="2766070"/>
                <a:ext cx="1355760" cy="81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B6BFF1-72A8-0434-4FBA-9CC0261410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13792" y="2759950"/>
                  <a:ext cx="1368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AC2AEC-8CB8-F9AB-2BEB-E635BC3606B1}"/>
                    </a:ext>
                  </a:extLst>
                </p14:cNvPr>
                <p14:cNvContentPartPr/>
                <p14:nvPr/>
              </p14:nvContentPartPr>
              <p14:xfrm>
                <a:off x="6705992" y="2777590"/>
                <a:ext cx="605160" cy="23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AC2AEC-8CB8-F9AB-2BEB-E635BC3606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99872" y="2771470"/>
                  <a:ext cx="61740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03EA9CB-929C-6ACE-F05D-6A3730E834E0}"/>
                  </a:ext>
                </a:extLst>
              </p14:cNvPr>
              <p14:cNvContentPartPr/>
              <p14:nvPr/>
            </p14:nvContentPartPr>
            <p14:xfrm>
              <a:off x="507872" y="3173230"/>
              <a:ext cx="337320" cy="2045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03EA9CB-929C-6ACE-F05D-6A3730E834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1752" y="3167110"/>
                <a:ext cx="349560" cy="20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76E3F9-E142-1D1B-2DA7-D2587D22E6DD}"/>
                  </a:ext>
                </a:extLst>
              </p14:cNvPr>
              <p14:cNvContentPartPr/>
              <p14:nvPr/>
            </p14:nvContentPartPr>
            <p14:xfrm>
              <a:off x="1428752" y="3412270"/>
              <a:ext cx="448920" cy="35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76E3F9-E142-1D1B-2DA7-D2587D22E6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2632" y="3406150"/>
                <a:ext cx="46116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03EB69C-341F-84F4-5356-F2D18B2A1955}"/>
              </a:ext>
            </a:extLst>
          </p:cNvPr>
          <p:cNvGrpSpPr/>
          <p:nvPr/>
        </p:nvGrpSpPr>
        <p:grpSpPr>
          <a:xfrm>
            <a:off x="6253832" y="584525"/>
            <a:ext cx="2750400" cy="649800"/>
            <a:chOff x="6253832" y="584525"/>
            <a:chExt cx="2750400" cy="64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FE678B6-364B-5F9C-9F55-391B5041812F}"/>
                    </a:ext>
                  </a:extLst>
                </p14:cNvPr>
                <p14:cNvContentPartPr/>
                <p14:nvPr/>
              </p14:nvContentPartPr>
              <p14:xfrm>
                <a:off x="6253832" y="681725"/>
                <a:ext cx="30960" cy="423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FE678B6-364B-5F9C-9F55-391B504181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47712" y="675605"/>
                  <a:ext cx="432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8CD631-33E1-B546-CDA3-68C26DAEC3A1}"/>
                    </a:ext>
                  </a:extLst>
                </p14:cNvPr>
                <p14:cNvContentPartPr/>
                <p14:nvPr/>
              </p14:nvContentPartPr>
              <p14:xfrm>
                <a:off x="6264632" y="584525"/>
                <a:ext cx="2030400" cy="649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8CD631-33E1-B546-CDA3-68C26DAEC3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58512" y="578405"/>
                  <a:ext cx="204264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4B9521-38D1-3915-6905-1EAB681156BF}"/>
                    </a:ext>
                  </a:extLst>
                </p14:cNvPr>
                <p14:cNvContentPartPr/>
                <p14:nvPr/>
              </p14:nvContentPartPr>
              <p14:xfrm>
                <a:off x="6906872" y="827885"/>
                <a:ext cx="274680" cy="155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4B9521-38D1-3915-6905-1EAB681156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00752" y="821765"/>
                  <a:ext cx="286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392423-F56F-9491-779A-E7B8D635E2A2}"/>
                    </a:ext>
                  </a:extLst>
                </p14:cNvPr>
                <p14:cNvContentPartPr/>
                <p14:nvPr/>
              </p14:nvContentPartPr>
              <p14:xfrm>
                <a:off x="7154912" y="879725"/>
                <a:ext cx="16920" cy="167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392423-F56F-9491-779A-E7B8D635E2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48792" y="873605"/>
                  <a:ext cx="29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C947FF-59A4-2272-1544-BAAFD2516788}"/>
                    </a:ext>
                  </a:extLst>
                </p14:cNvPr>
                <p14:cNvContentPartPr/>
                <p14:nvPr/>
              </p14:nvContentPartPr>
              <p14:xfrm>
                <a:off x="7303232" y="805205"/>
                <a:ext cx="147600" cy="238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FC947FF-59A4-2272-1544-BAAFD25167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97112" y="799085"/>
                  <a:ext cx="159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48571F-F7F7-74F8-EE78-4977FA486ADB}"/>
                    </a:ext>
                  </a:extLst>
                </p14:cNvPr>
                <p14:cNvContentPartPr/>
                <p14:nvPr/>
              </p14:nvContentPartPr>
              <p14:xfrm>
                <a:off x="7311872" y="872165"/>
                <a:ext cx="412200" cy="123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48571F-F7F7-74F8-EE78-4977FA486AD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5752" y="866045"/>
                  <a:ext cx="424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DA07B0-8A3A-F3D1-5571-06A27437B8EE}"/>
                    </a:ext>
                  </a:extLst>
                </p14:cNvPr>
                <p14:cNvContentPartPr/>
                <p14:nvPr/>
              </p14:nvContentPartPr>
              <p14:xfrm>
                <a:off x="8572592" y="834005"/>
                <a:ext cx="101520" cy="189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DA07B0-8A3A-F3D1-5571-06A27437B8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66472" y="827885"/>
                  <a:ext cx="113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B0D793-A01A-A936-C438-A92E8DDBBC0B}"/>
                    </a:ext>
                  </a:extLst>
                </p14:cNvPr>
                <p14:cNvContentPartPr/>
                <p14:nvPr/>
              </p14:nvContentPartPr>
              <p14:xfrm>
                <a:off x="8594192" y="940565"/>
                <a:ext cx="163800" cy="22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B0D793-A01A-A936-C438-A92E8DDBBC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88072" y="934445"/>
                  <a:ext cx="176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747F618-13A3-E83B-469E-FF9D4652C86A}"/>
                    </a:ext>
                  </a:extLst>
                </p14:cNvPr>
                <p14:cNvContentPartPr/>
                <p14:nvPr/>
              </p14:nvContentPartPr>
              <p14:xfrm>
                <a:off x="8774192" y="934085"/>
                <a:ext cx="30960" cy="6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747F618-13A3-E83B-469E-FF9D4652C8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68072" y="927965"/>
                  <a:ext cx="43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DB56B0-6968-1ED2-F0A4-FC0C55A5BEDA}"/>
                    </a:ext>
                  </a:extLst>
                </p14:cNvPr>
                <p14:cNvContentPartPr/>
                <p14:nvPr/>
              </p14:nvContentPartPr>
              <p14:xfrm>
                <a:off x="8804432" y="916805"/>
                <a:ext cx="199800" cy="47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DB56B0-6968-1ED2-F0A4-FC0C55A5BE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98312" y="910685"/>
                  <a:ext cx="21204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FC66E25-6A6C-36DA-5C95-49E7B3C0DE56}"/>
                  </a:ext>
                </a:extLst>
              </p14:cNvPr>
              <p14:cNvContentPartPr/>
              <p14:nvPr/>
            </p14:nvContentPartPr>
            <p14:xfrm>
              <a:off x="4935152" y="3694510"/>
              <a:ext cx="136080" cy="18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FC66E25-6A6C-36DA-5C95-49E7B3C0DE5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29032" y="3688390"/>
                <a:ext cx="148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412F61E-36D4-DB23-6EB1-1F0BBB13C2BF}"/>
                  </a:ext>
                </a:extLst>
              </p14:cNvPr>
              <p14:cNvContentPartPr/>
              <p14:nvPr/>
            </p14:nvContentPartPr>
            <p14:xfrm>
              <a:off x="6063752" y="3675070"/>
              <a:ext cx="128520" cy="198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412F61E-36D4-DB23-6EB1-1F0BBB13C2B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57632" y="3668950"/>
                <a:ext cx="1407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18474F8-EDE6-18AE-2672-C1F71CA66364}"/>
                  </a:ext>
                </a:extLst>
              </p14:cNvPr>
              <p14:cNvContentPartPr/>
              <p14:nvPr/>
            </p14:nvContentPartPr>
            <p14:xfrm>
              <a:off x="5358152" y="3578230"/>
              <a:ext cx="29520" cy="32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18474F8-EDE6-18AE-2672-C1F71CA6636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352032" y="3572110"/>
                <a:ext cx="4176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D3988A6A-DE6C-BD97-8151-49A772277C4A}"/>
              </a:ext>
            </a:extLst>
          </p:cNvPr>
          <p:cNvGrpSpPr/>
          <p:nvPr/>
        </p:nvGrpSpPr>
        <p:grpSpPr>
          <a:xfrm>
            <a:off x="5943512" y="3652030"/>
            <a:ext cx="328320" cy="181080"/>
            <a:chOff x="5943512" y="3652030"/>
            <a:chExt cx="32832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9EFE04-9815-EBEB-5481-9496CA5584F1}"/>
                    </a:ext>
                  </a:extLst>
                </p14:cNvPr>
                <p14:cNvContentPartPr/>
                <p14:nvPr/>
              </p14:nvContentPartPr>
              <p14:xfrm>
                <a:off x="5943512" y="3718270"/>
                <a:ext cx="78120" cy="114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9EFE04-9815-EBEB-5481-9496CA5584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37392" y="3712150"/>
                  <a:ext cx="90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4D18AE-0D97-B6C2-5BDB-4D7927F5DA8F}"/>
                    </a:ext>
                  </a:extLst>
                </p14:cNvPr>
                <p14:cNvContentPartPr/>
                <p14:nvPr/>
              </p14:nvContentPartPr>
              <p14:xfrm>
                <a:off x="6137192" y="3689110"/>
                <a:ext cx="3600" cy="2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4D18AE-0D97-B6C2-5BDB-4D7927F5DA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31072" y="3682990"/>
                  <a:ext cx="15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4CAB194-A624-285B-CEBD-9DA2877CE164}"/>
                    </a:ext>
                  </a:extLst>
                </p14:cNvPr>
                <p14:cNvContentPartPr/>
                <p14:nvPr/>
              </p14:nvContentPartPr>
              <p14:xfrm>
                <a:off x="6140432" y="3652030"/>
                <a:ext cx="64800" cy="37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4CAB194-A624-285B-CEBD-9DA2877CE1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34312" y="3645910"/>
                  <a:ext cx="77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4F46A8F-87EE-EBB3-2ACB-A40A243E3593}"/>
                    </a:ext>
                  </a:extLst>
                </p14:cNvPr>
                <p14:cNvContentPartPr/>
                <p14:nvPr/>
              </p14:nvContentPartPr>
              <p14:xfrm>
                <a:off x="6235472" y="3654550"/>
                <a:ext cx="36360" cy="15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4F46A8F-87EE-EBB3-2ACB-A40A243E359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29352" y="3648430"/>
                  <a:ext cx="486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317AF41-8355-7871-7AE2-D261FF912A07}"/>
              </a:ext>
            </a:extLst>
          </p:cNvPr>
          <p:cNvGrpSpPr/>
          <p:nvPr/>
        </p:nvGrpSpPr>
        <p:grpSpPr>
          <a:xfrm>
            <a:off x="5066912" y="3584710"/>
            <a:ext cx="330120" cy="270360"/>
            <a:chOff x="5066912" y="3584710"/>
            <a:chExt cx="33012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6B0C40-6B23-3B3A-9D67-D3EC1F1453D3}"/>
                    </a:ext>
                  </a:extLst>
                </p14:cNvPr>
                <p14:cNvContentPartPr/>
                <p14:nvPr/>
              </p14:nvContentPartPr>
              <p14:xfrm>
                <a:off x="5066912" y="3662830"/>
                <a:ext cx="100080" cy="111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6B0C40-6B23-3B3A-9D67-D3EC1F1453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60792" y="3656710"/>
                  <a:ext cx="112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19AF10-481B-9DC1-B6AC-A62A234DB0A9}"/>
                    </a:ext>
                  </a:extLst>
                </p14:cNvPr>
                <p14:cNvContentPartPr/>
                <p14:nvPr/>
              </p14:nvContentPartPr>
              <p14:xfrm>
                <a:off x="5111912" y="3677230"/>
                <a:ext cx="81000" cy="177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19AF10-481B-9DC1-B6AC-A62A234DB0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05792" y="3671110"/>
                  <a:ext cx="93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DA338E-5D82-33DC-C96A-078148095AEE}"/>
                    </a:ext>
                  </a:extLst>
                </p14:cNvPr>
                <p14:cNvContentPartPr/>
                <p14:nvPr/>
              </p14:nvContentPartPr>
              <p14:xfrm>
                <a:off x="5337632" y="3584710"/>
                <a:ext cx="59400" cy="47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DA338E-5D82-33DC-C96A-078148095A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31512" y="3578590"/>
                  <a:ext cx="71640" cy="6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315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397" y="2364377"/>
            <a:ext cx="10680496" cy="177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0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2. “Erring is human. To err is human. Seeing is believing. To see is to believe.”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the given above training data construct a neural architecture for language modelling for the following</a:t>
            </a:r>
          </a:p>
          <a:p>
            <a:pPr marL="0" indent="0">
              <a:buNone/>
            </a:pPr>
            <a:r>
              <a:rPr lang="en-US" dirty="0"/>
              <a:t>case. Mention the dimension at each and every layer and for the weights between layers.</a:t>
            </a:r>
          </a:p>
          <a:p>
            <a:pPr marL="0" indent="0">
              <a:buNone/>
            </a:pPr>
            <a:r>
              <a:rPr lang="en-US" dirty="0"/>
              <a:t>Case: “Using context window of size 4, design a neural network to predict the next word with candidate</a:t>
            </a:r>
          </a:p>
          <a:p>
            <a:pPr marL="0" indent="0">
              <a:buNone/>
            </a:pPr>
            <a:r>
              <a:rPr lang="en-US" dirty="0"/>
              <a:t>vocabulary of size 10. Each vocabulary has a word embedding of dimension 3. Use two internal hidden</a:t>
            </a:r>
          </a:p>
          <a:p>
            <a:pPr marL="0" indent="0">
              <a:buNone/>
            </a:pPr>
            <a:r>
              <a:rPr lang="en-US" dirty="0"/>
              <a:t>layers. First one with 6 neurons and second with 4 neurons. Each internal hidden layers must be use sigmoid activation function. “</a:t>
            </a:r>
          </a:p>
          <a:p>
            <a:pPr marL="0" indent="0">
              <a:buNone/>
            </a:pPr>
            <a:r>
              <a:rPr lang="en-US" dirty="0"/>
              <a:t>If the above needs to be changed to accommodate the net to learn the word embedding as well, do the</a:t>
            </a:r>
          </a:p>
          <a:p>
            <a:pPr marL="0" indent="0">
              <a:buNone/>
            </a:pPr>
            <a:r>
              <a:rPr lang="en-US" dirty="0"/>
              <a:t>necessary modification in above case study requirement and pictorially draw the final network (No need to</a:t>
            </a:r>
          </a:p>
          <a:p>
            <a:pPr marL="0" indent="0">
              <a:buNone/>
            </a:pPr>
            <a:r>
              <a:rPr lang="en-US" dirty="0"/>
              <a:t>draw all the connection between immediate layers).</a:t>
            </a:r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94A940-3F33-76EA-8EDD-F3AF52A6BEC8}"/>
              </a:ext>
            </a:extLst>
          </p:cNvPr>
          <p:cNvGrpSpPr/>
          <p:nvPr/>
        </p:nvGrpSpPr>
        <p:grpSpPr>
          <a:xfrm>
            <a:off x="7323752" y="1192565"/>
            <a:ext cx="278280" cy="195120"/>
            <a:chOff x="7323752" y="1192565"/>
            <a:chExt cx="27828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57DB2C-A16B-C1AD-0474-787FBEA04702}"/>
                    </a:ext>
                  </a:extLst>
                </p14:cNvPr>
                <p14:cNvContentPartPr/>
                <p14:nvPr/>
              </p14:nvContentPartPr>
              <p14:xfrm>
                <a:off x="7323752" y="1192565"/>
                <a:ext cx="51480" cy="188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57DB2C-A16B-C1AD-0474-787FBEA047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17632" y="1186445"/>
                  <a:ext cx="63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1754763-3FA6-0BB4-9F8B-9F2F1EEC9670}"/>
                    </a:ext>
                  </a:extLst>
                </p14:cNvPr>
                <p14:cNvContentPartPr/>
                <p14:nvPr/>
              </p14:nvContentPartPr>
              <p14:xfrm>
                <a:off x="7464152" y="1231445"/>
                <a:ext cx="137880" cy="156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1754763-3FA6-0BB4-9F8B-9F2F1EEC96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58032" y="1225325"/>
                  <a:ext cx="15012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269ADF1-626D-79B7-4CDA-DE9026A4BF5B}"/>
                  </a:ext>
                </a:extLst>
              </p14:cNvPr>
              <p14:cNvContentPartPr/>
              <p14:nvPr/>
            </p14:nvContentPartPr>
            <p14:xfrm>
              <a:off x="7757552" y="1228205"/>
              <a:ext cx="131040" cy="192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269ADF1-626D-79B7-4CDA-DE9026A4BF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51432" y="1222085"/>
                <a:ext cx="14328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01F8BF0-EAAD-263F-7813-E07B967E5577}"/>
              </a:ext>
            </a:extLst>
          </p:cNvPr>
          <p:cNvGrpSpPr/>
          <p:nvPr/>
        </p:nvGrpSpPr>
        <p:grpSpPr>
          <a:xfrm>
            <a:off x="7806512" y="1878310"/>
            <a:ext cx="300960" cy="463680"/>
            <a:chOff x="7806512" y="1878310"/>
            <a:chExt cx="300960" cy="4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2E0FE1-961F-4D30-AC31-24FA8858CF3B}"/>
                    </a:ext>
                  </a:extLst>
                </p14:cNvPr>
                <p14:cNvContentPartPr/>
                <p14:nvPr/>
              </p14:nvContentPartPr>
              <p14:xfrm>
                <a:off x="7806512" y="1878310"/>
                <a:ext cx="300960" cy="261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2E0FE1-961F-4D30-AC31-24FA8858CF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00392" y="1872190"/>
                  <a:ext cx="313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5C1828-036A-EB16-954D-33CF9BAA8909}"/>
                    </a:ext>
                  </a:extLst>
                </p14:cNvPr>
                <p14:cNvContentPartPr/>
                <p14:nvPr/>
              </p14:nvContentPartPr>
              <p14:xfrm>
                <a:off x="8014592" y="1985230"/>
                <a:ext cx="47520" cy="356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5C1828-036A-EB16-954D-33CF9BAA89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08472" y="1979110"/>
                  <a:ext cx="59760" cy="36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304BD2-EAFB-6E3D-47A7-7A8D2B7B4094}"/>
                  </a:ext>
                </a:extLst>
              </p14:cNvPr>
              <p14:cNvContentPartPr/>
              <p14:nvPr/>
            </p14:nvContentPartPr>
            <p14:xfrm>
              <a:off x="3116432" y="4007710"/>
              <a:ext cx="268920" cy="69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304BD2-EAFB-6E3D-47A7-7A8D2B7B40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10312" y="4001590"/>
                <a:ext cx="2811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58EEACD-03CF-4466-84DA-2A3E96B15E1F}"/>
                  </a:ext>
                </a:extLst>
              </p14:cNvPr>
              <p14:cNvContentPartPr/>
              <p14:nvPr/>
            </p14:nvContentPartPr>
            <p14:xfrm>
              <a:off x="5780072" y="4000870"/>
              <a:ext cx="169200" cy="22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58EEACD-03CF-4466-84DA-2A3E96B15E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73952" y="3994750"/>
                <a:ext cx="18144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185808B-9944-1B86-BA91-0789803CB6E4}"/>
              </a:ext>
            </a:extLst>
          </p:cNvPr>
          <p:cNvGrpSpPr/>
          <p:nvPr/>
        </p:nvGrpSpPr>
        <p:grpSpPr>
          <a:xfrm>
            <a:off x="5483072" y="4815910"/>
            <a:ext cx="4760280" cy="1603800"/>
            <a:chOff x="5483072" y="4815910"/>
            <a:chExt cx="4760280" cy="160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6E30FC-22C5-E081-57BB-79D74A2B7F49}"/>
                    </a:ext>
                  </a:extLst>
                </p14:cNvPr>
                <p14:cNvContentPartPr/>
                <p14:nvPr/>
              </p14:nvContentPartPr>
              <p14:xfrm>
                <a:off x="6705992" y="5262310"/>
                <a:ext cx="74520" cy="714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6E30FC-22C5-E081-57BB-79D74A2B7F4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99872" y="5256190"/>
                  <a:ext cx="86760" cy="7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01D333-1B28-C7D6-C528-434070CC6AE6}"/>
                    </a:ext>
                  </a:extLst>
                </p14:cNvPr>
                <p14:cNvContentPartPr/>
                <p14:nvPr/>
              </p14:nvContentPartPr>
              <p14:xfrm>
                <a:off x="6739832" y="5125150"/>
                <a:ext cx="678240" cy="1161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01D333-1B28-C7D6-C528-434070CC6A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3712" y="5119030"/>
                  <a:ext cx="690480" cy="11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4BBBB5-7B57-5B1E-3843-2B8D0158B2A4}"/>
                    </a:ext>
                  </a:extLst>
                </p14:cNvPr>
                <p14:cNvContentPartPr/>
                <p14:nvPr/>
              </p14:nvContentPartPr>
              <p14:xfrm>
                <a:off x="6879512" y="5316670"/>
                <a:ext cx="197280" cy="168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4BBBB5-7B57-5B1E-3843-2B8D0158B2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3392" y="5310550"/>
                  <a:ext cx="209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DF12C4-73CC-E90A-2701-F408584F63C7}"/>
                    </a:ext>
                  </a:extLst>
                </p14:cNvPr>
                <p14:cNvContentPartPr/>
                <p14:nvPr/>
              </p14:nvContentPartPr>
              <p14:xfrm>
                <a:off x="6949712" y="5554990"/>
                <a:ext cx="166320" cy="117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DF12C4-73CC-E90A-2701-F408584F63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43592" y="5548870"/>
                  <a:ext cx="178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C004A6-617D-F002-5DD9-2563314FACE0}"/>
                    </a:ext>
                  </a:extLst>
                </p14:cNvPr>
                <p14:cNvContentPartPr/>
                <p14:nvPr/>
              </p14:nvContentPartPr>
              <p14:xfrm>
                <a:off x="6983192" y="5780350"/>
                <a:ext cx="152640" cy="88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C004A6-617D-F002-5DD9-2563314FAC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77072" y="5774230"/>
                  <a:ext cx="1648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F5BD64-2EE0-5439-9C96-95E1AF1FBD73}"/>
                    </a:ext>
                  </a:extLst>
                </p14:cNvPr>
                <p14:cNvContentPartPr/>
                <p14:nvPr/>
              </p14:nvContentPartPr>
              <p14:xfrm>
                <a:off x="7030352" y="5940910"/>
                <a:ext cx="145080" cy="98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F5BD64-2EE0-5439-9C96-95E1AF1FBD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24232" y="5934790"/>
                  <a:ext cx="157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F3A508-25D1-F073-AB8A-69EC0BE1D21D}"/>
                    </a:ext>
                  </a:extLst>
                </p14:cNvPr>
                <p14:cNvContentPartPr/>
                <p14:nvPr/>
              </p14:nvContentPartPr>
              <p14:xfrm>
                <a:off x="7025312" y="6151150"/>
                <a:ext cx="165600" cy="87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F3A508-25D1-F073-AB8A-69EC0BE1D2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19192" y="6145030"/>
                  <a:ext cx="177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AF8F061-46BF-AD93-CA5C-A8AE299E4752}"/>
                    </a:ext>
                  </a:extLst>
                </p14:cNvPr>
                <p14:cNvContentPartPr/>
                <p14:nvPr/>
              </p14:nvContentPartPr>
              <p14:xfrm>
                <a:off x="6918392" y="5093110"/>
                <a:ext cx="169200" cy="167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AF8F061-46BF-AD93-CA5C-A8AE299E47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12272" y="5086990"/>
                  <a:ext cx="181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BB7971-43F1-CC88-3CD3-7E9DFD52CDE6}"/>
                    </a:ext>
                  </a:extLst>
                </p14:cNvPr>
                <p14:cNvContentPartPr/>
                <p14:nvPr/>
              </p14:nvContentPartPr>
              <p14:xfrm>
                <a:off x="6745232" y="4944070"/>
                <a:ext cx="542160" cy="398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BB7971-43F1-CC88-3CD3-7E9DFD52CD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39112" y="4937950"/>
                  <a:ext cx="5544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A561A35-C837-8A15-2C7C-1435AC35EE8A}"/>
                    </a:ext>
                  </a:extLst>
                </p14:cNvPr>
                <p14:cNvContentPartPr/>
                <p14:nvPr/>
              </p14:nvContentPartPr>
              <p14:xfrm>
                <a:off x="8523632" y="4966390"/>
                <a:ext cx="66600" cy="943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A561A35-C837-8A15-2C7C-1435AC35EE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517512" y="4960270"/>
                  <a:ext cx="78840" cy="9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974B6E1-1712-5ECD-14E2-CA3542296B0C}"/>
                    </a:ext>
                  </a:extLst>
                </p14:cNvPr>
                <p14:cNvContentPartPr/>
                <p14:nvPr/>
              </p14:nvContentPartPr>
              <p14:xfrm>
                <a:off x="8531192" y="4851550"/>
                <a:ext cx="582480" cy="1242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974B6E1-1712-5ECD-14E2-CA3542296B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525072" y="4845430"/>
                  <a:ext cx="594720" cy="12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EE84A2-90C8-D26D-C2F2-60F41AC7E154}"/>
                    </a:ext>
                  </a:extLst>
                </p14:cNvPr>
                <p14:cNvContentPartPr/>
                <p14:nvPr/>
              </p14:nvContentPartPr>
              <p14:xfrm>
                <a:off x="8673392" y="4980070"/>
                <a:ext cx="125280" cy="117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EE84A2-90C8-D26D-C2F2-60F41AC7E15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67272" y="4973950"/>
                  <a:ext cx="137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11C032-4F54-826A-0E39-2BB248936B53}"/>
                    </a:ext>
                  </a:extLst>
                </p14:cNvPr>
                <p14:cNvContentPartPr/>
                <p14:nvPr/>
              </p14:nvContentPartPr>
              <p14:xfrm>
                <a:off x="8689592" y="5195350"/>
                <a:ext cx="146160" cy="89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11C032-4F54-826A-0E39-2BB248936B5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83472" y="5189230"/>
                  <a:ext cx="158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D40B5A-30C9-DB13-2590-13E79911F2ED}"/>
                    </a:ext>
                  </a:extLst>
                </p14:cNvPr>
                <p14:cNvContentPartPr/>
                <p14:nvPr/>
              </p14:nvContentPartPr>
              <p14:xfrm>
                <a:off x="8687432" y="5397310"/>
                <a:ext cx="138600" cy="73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D40B5A-30C9-DB13-2590-13E79911F2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81312" y="5391190"/>
                  <a:ext cx="150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21C555-9C01-948C-17DC-FCA594E64A57}"/>
                    </a:ext>
                  </a:extLst>
                </p14:cNvPr>
                <p14:cNvContentPartPr/>
                <p14:nvPr/>
              </p14:nvContentPartPr>
              <p14:xfrm>
                <a:off x="8791472" y="5618710"/>
                <a:ext cx="107640" cy="10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21C555-9C01-948C-17DC-FCA594E64A5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5352" y="5612590"/>
                  <a:ext cx="1198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E577F7-2BED-A0C4-5AE5-1E4F101D5382}"/>
                    </a:ext>
                  </a:extLst>
                </p14:cNvPr>
                <p14:cNvContentPartPr/>
                <p14:nvPr/>
              </p14:nvContentPartPr>
              <p14:xfrm>
                <a:off x="9903872" y="5083750"/>
                <a:ext cx="39600" cy="330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E577F7-2BED-A0C4-5AE5-1E4F101D538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97752" y="5077630"/>
                  <a:ext cx="518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247834-4CAE-90D1-A07C-774C925B3468}"/>
                    </a:ext>
                  </a:extLst>
                </p14:cNvPr>
                <p14:cNvContentPartPr/>
                <p14:nvPr/>
              </p14:nvContentPartPr>
              <p14:xfrm>
                <a:off x="9845192" y="5026150"/>
                <a:ext cx="398160" cy="476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247834-4CAE-90D1-A07C-774C925B34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39072" y="5020030"/>
                  <a:ext cx="4104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97BA10-FC31-4965-7B42-9F4CF4E66831}"/>
                    </a:ext>
                  </a:extLst>
                </p14:cNvPr>
                <p14:cNvContentPartPr/>
                <p14:nvPr/>
              </p14:nvContentPartPr>
              <p14:xfrm>
                <a:off x="10146872" y="5623030"/>
                <a:ext cx="96120" cy="152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97BA10-FC31-4965-7B42-9F4CF4E668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40752" y="5616910"/>
                  <a:ext cx="108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5E1A05E-9AD1-BA2D-D0B0-E2C90CA798EE}"/>
                    </a:ext>
                  </a:extLst>
                </p14:cNvPr>
                <p14:cNvContentPartPr/>
                <p14:nvPr/>
              </p14:nvContentPartPr>
              <p14:xfrm>
                <a:off x="8998472" y="5016430"/>
                <a:ext cx="959400" cy="311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5E1A05E-9AD1-BA2D-D0B0-E2C90CA798E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92352" y="5010310"/>
                  <a:ext cx="9716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A4ED643-D2F8-F6B0-DC1C-6B82BCC683D5}"/>
                    </a:ext>
                  </a:extLst>
                </p14:cNvPr>
                <p14:cNvContentPartPr/>
                <p14:nvPr/>
              </p14:nvContentPartPr>
              <p14:xfrm>
                <a:off x="9159752" y="5320270"/>
                <a:ext cx="804960" cy="520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A4ED643-D2F8-F6B0-DC1C-6B82BCC683D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53632" y="5314150"/>
                  <a:ext cx="81720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469ADB-935A-CFAB-5401-EEC4BB083961}"/>
                    </a:ext>
                  </a:extLst>
                </p14:cNvPr>
                <p14:cNvContentPartPr/>
                <p14:nvPr/>
              </p14:nvContentPartPr>
              <p14:xfrm>
                <a:off x="9506072" y="4815910"/>
                <a:ext cx="223920" cy="288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469ADB-935A-CFAB-5401-EEC4BB0839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99952" y="4809790"/>
                  <a:ext cx="2361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E20B9D-EBCB-5D77-5E2F-B8B466A75C74}"/>
                    </a:ext>
                  </a:extLst>
                </p14:cNvPr>
                <p14:cNvContentPartPr/>
                <p14:nvPr/>
              </p14:nvContentPartPr>
              <p14:xfrm>
                <a:off x="7373792" y="5016430"/>
                <a:ext cx="1199160" cy="284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E20B9D-EBCB-5D77-5E2F-B8B466A75C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67672" y="5010310"/>
                  <a:ext cx="12114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51BFA8-D056-9124-01BE-27346CE9BCE4}"/>
                    </a:ext>
                  </a:extLst>
                </p14:cNvPr>
                <p14:cNvContentPartPr/>
                <p14:nvPr/>
              </p14:nvContentPartPr>
              <p14:xfrm>
                <a:off x="7559912" y="5266990"/>
                <a:ext cx="1126440" cy="644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51BFA8-D056-9124-01BE-27346CE9BCE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53792" y="5260870"/>
                  <a:ext cx="113868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3E6AE2-2597-076C-1198-C3405661ED3C}"/>
                    </a:ext>
                  </a:extLst>
                </p14:cNvPr>
                <p14:cNvContentPartPr/>
                <p14:nvPr/>
              </p14:nvContentPartPr>
              <p14:xfrm>
                <a:off x="7828472" y="4942270"/>
                <a:ext cx="222480" cy="9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3E6AE2-2597-076C-1198-C3405661ED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22352" y="4936150"/>
                  <a:ext cx="234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92FBDBB-539F-AACD-77F9-F35228937930}"/>
                    </a:ext>
                  </a:extLst>
                </p14:cNvPr>
                <p14:cNvContentPartPr/>
                <p14:nvPr/>
              </p14:nvContentPartPr>
              <p14:xfrm>
                <a:off x="8122592" y="5002030"/>
                <a:ext cx="53640" cy="101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92FBDBB-539F-AACD-77F9-F352289379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16472" y="4995910"/>
                  <a:ext cx="65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E17CE42-B93B-E5C7-A6C5-4480B67288CB}"/>
                    </a:ext>
                  </a:extLst>
                </p14:cNvPr>
                <p14:cNvContentPartPr/>
                <p14:nvPr/>
              </p14:nvContentPartPr>
              <p14:xfrm>
                <a:off x="9797312" y="5031550"/>
                <a:ext cx="141840" cy="124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E17CE42-B93B-E5C7-A6C5-4480B67288C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91192" y="5025430"/>
                  <a:ext cx="154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E4C07A-41E5-918E-E42C-B03B2126A312}"/>
                    </a:ext>
                  </a:extLst>
                </p14:cNvPr>
                <p14:cNvContentPartPr/>
                <p14:nvPr/>
              </p14:nvContentPartPr>
              <p14:xfrm>
                <a:off x="6124232" y="5202550"/>
                <a:ext cx="727560" cy="112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E4C07A-41E5-918E-E42C-B03B2126A31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18112" y="5196430"/>
                  <a:ext cx="739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31A6FAD-EF00-BE53-705B-64B455852264}"/>
                    </a:ext>
                  </a:extLst>
                </p14:cNvPr>
                <p14:cNvContentPartPr/>
                <p14:nvPr/>
              </p14:nvContentPartPr>
              <p14:xfrm>
                <a:off x="6117752" y="5561110"/>
                <a:ext cx="637920" cy="116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31A6FAD-EF00-BE53-705B-64B45585226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11632" y="5554990"/>
                  <a:ext cx="650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2CAF09-875E-2780-D630-1E0CC674BCA5}"/>
                    </a:ext>
                  </a:extLst>
                </p14:cNvPr>
                <p14:cNvContentPartPr/>
                <p14:nvPr/>
              </p14:nvContentPartPr>
              <p14:xfrm>
                <a:off x="6361832" y="6016510"/>
                <a:ext cx="417240" cy="117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2CAF09-875E-2780-D630-1E0CC674BCA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55712" y="6010390"/>
                  <a:ext cx="429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E5A219-9076-F0A5-E899-F4272E8EDC1A}"/>
                    </a:ext>
                  </a:extLst>
                </p14:cNvPr>
                <p14:cNvContentPartPr/>
                <p14:nvPr/>
              </p14:nvContentPartPr>
              <p14:xfrm>
                <a:off x="5483072" y="5088070"/>
                <a:ext cx="842760" cy="1331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E5A219-9076-F0A5-E899-F4272E8EDC1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76952" y="5081950"/>
                  <a:ext cx="855000" cy="134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0E7D99-D1D7-EBDE-E35F-48C00922F40C}"/>
              </a:ext>
            </a:extLst>
          </p:cNvPr>
          <p:cNvGrpSpPr/>
          <p:nvPr/>
        </p:nvGrpSpPr>
        <p:grpSpPr>
          <a:xfrm>
            <a:off x="5786192" y="6530590"/>
            <a:ext cx="594000" cy="187920"/>
            <a:chOff x="5786192" y="6530590"/>
            <a:chExt cx="59400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DAF651E-131A-D853-E67A-9F8113B63805}"/>
                    </a:ext>
                  </a:extLst>
                </p14:cNvPr>
                <p14:cNvContentPartPr/>
                <p14:nvPr/>
              </p14:nvContentPartPr>
              <p14:xfrm>
                <a:off x="5786192" y="6530590"/>
                <a:ext cx="38880" cy="176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DAF651E-131A-D853-E67A-9F8113B638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80072" y="6524470"/>
                  <a:ext cx="51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901349-7A91-7D8A-86A4-1F70DDB33988}"/>
                    </a:ext>
                  </a:extLst>
                </p14:cNvPr>
                <p14:cNvContentPartPr/>
                <p14:nvPr/>
              </p14:nvContentPartPr>
              <p14:xfrm>
                <a:off x="5913992" y="6582070"/>
                <a:ext cx="63720" cy="95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7901349-7A91-7D8A-86A4-1F70DDB339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07872" y="6575950"/>
                  <a:ext cx="759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1958017-E8E3-9761-FC7E-08E0735523E5}"/>
                    </a:ext>
                  </a:extLst>
                </p14:cNvPr>
                <p14:cNvContentPartPr/>
                <p14:nvPr/>
              </p14:nvContentPartPr>
              <p14:xfrm>
                <a:off x="6076352" y="6601510"/>
                <a:ext cx="109440" cy="70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1958017-E8E3-9761-FC7E-08E0735523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70232" y="6595390"/>
                  <a:ext cx="121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CCA370-828C-5E93-6046-0432373E8102}"/>
                    </a:ext>
                  </a:extLst>
                </p14:cNvPr>
                <p14:cNvContentPartPr/>
                <p14:nvPr/>
              </p14:nvContentPartPr>
              <p14:xfrm>
                <a:off x="6080672" y="6607990"/>
                <a:ext cx="69120" cy="11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CCA370-828C-5E93-6046-0432373E810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74552" y="6601870"/>
                  <a:ext cx="81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F2C8E4-4944-4141-1BBE-6F5E3C99F44E}"/>
                    </a:ext>
                  </a:extLst>
                </p14:cNvPr>
                <p14:cNvContentPartPr/>
                <p14:nvPr/>
              </p14:nvContentPartPr>
              <p14:xfrm>
                <a:off x="6201632" y="6537790"/>
                <a:ext cx="178560" cy="165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F2C8E4-4944-4141-1BBE-6F5E3C99F44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95512" y="6531670"/>
                  <a:ext cx="190800" cy="17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13120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17" y="2586446"/>
            <a:ext cx="9400345" cy="22149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9DFCCE-49D7-74BA-DD3B-D78487F56E39}"/>
                  </a:ext>
                </a:extLst>
              </p14:cNvPr>
              <p14:cNvContentPartPr/>
              <p14:nvPr/>
            </p14:nvContentPartPr>
            <p14:xfrm>
              <a:off x="1431632" y="451999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9DFCCE-49D7-74BA-DD3B-D78487F56E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5512" y="451387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6862D9-C28F-E463-9AD8-A35E1B877430}"/>
                  </a:ext>
                </a:extLst>
              </p14:cNvPr>
              <p14:cNvContentPartPr/>
              <p14:nvPr/>
            </p14:nvContentPartPr>
            <p14:xfrm>
              <a:off x="1449272" y="4485430"/>
              <a:ext cx="145800" cy="21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6862D9-C28F-E463-9AD8-A35E1B8774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3152" y="4479310"/>
                <a:ext cx="158040" cy="22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4956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training corpus: “I live in Bangalore, India”, use the skip-gram negative sampling method and answer the following: The initial embedding matrix has dimensions |v| x 3 and is given as follows: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802" y="3182983"/>
            <a:ext cx="2324100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225" y="4608535"/>
            <a:ext cx="4295775" cy="1209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0" y="298563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a) Generate the training dataset for an input word ‘I” and context window of 1 next word and</a:t>
            </a:r>
          </a:p>
          <a:p>
            <a:r>
              <a:rPr lang="en-IN" dirty="0"/>
              <a:t>hyper parameter value k=3 for the negative sampling task. Use the information available in</a:t>
            </a:r>
          </a:p>
          <a:p>
            <a:r>
              <a:rPr lang="en-IN" dirty="0"/>
              <a:t>the question.</a:t>
            </a:r>
          </a:p>
          <a:p>
            <a:r>
              <a:rPr lang="en-IN" dirty="0"/>
              <a:t>b) Calculate the error for the above dataset during the first iteration of skip-gram training.</a:t>
            </a:r>
          </a:p>
        </p:txBody>
      </p:sp>
    </p:spTree>
    <p:extLst>
      <p:ext uri="{BB962C8B-B14F-4D97-AF65-F5344CB8AC3E}">
        <p14:creationId xmlns:p14="http://schemas.microsoft.com/office/powerpoint/2010/main" val="311692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670" y="2120106"/>
            <a:ext cx="7869418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3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Given a training corpus: “played in the morning”, use the skip-gram negative sampling method and answer the following: The initial embedding matrix and initial context matrix has dimensions |v| x 3 and is given as</a:t>
            </a:r>
            <a:br>
              <a:rPr lang="en-US" dirty="0"/>
            </a:br>
            <a:r>
              <a:rPr lang="en-US" dirty="0"/>
              <a:t>follows:</a:t>
            </a:r>
            <a:br>
              <a:rPr lang="en-US" dirty="0"/>
            </a:br>
            <a:r>
              <a:rPr lang="en-US" dirty="0"/>
              <a:t>Note: No need to update or show any weights other than necessary for below questions. Follow only the</a:t>
            </a:r>
            <a:br>
              <a:rPr lang="en-US" dirty="0"/>
            </a:br>
            <a:r>
              <a:rPr lang="en-US" dirty="0"/>
              <a:t>approach as discussed in class. i.e., Simplified Skip gram negative sampling with binary classification model.</a:t>
            </a:r>
            <a:br>
              <a:rPr lang="en-US" dirty="0"/>
            </a:br>
            <a:r>
              <a:rPr lang="en-US" dirty="0"/>
              <a:t>Round all the calculations to exactly two decimal places.</a:t>
            </a:r>
            <a:br>
              <a:rPr lang="en-US" dirty="0"/>
            </a:br>
            <a:r>
              <a:rPr lang="en-US" dirty="0"/>
              <a:t>a) Generate the training dataset for an input target word “played” and context window of 1 next</a:t>
            </a:r>
            <a:br>
              <a:rPr lang="en-US" dirty="0"/>
            </a:br>
            <a:r>
              <a:rPr lang="en-US" dirty="0"/>
              <a:t>word and hyper parameter value k=2 for the negative sampling task. Use the information</a:t>
            </a:r>
            <a:br>
              <a:rPr lang="en-US" dirty="0"/>
            </a:br>
            <a:r>
              <a:rPr lang="en-US" dirty="0"/>
              <a:t>available in the question.</a:t>
            </a:r>
            <a:br>
              <a:rPr lang="en-US" dirty="0"/>
            </a:br>
            <a:r>
              <a:rPr lang="en-US" dirty="0"/>
              <a:t>b) Calculate the error for the above dataset for only the first iteration of skip-gram training, with</a:t>
            </a:r>
            <a:br>
              <a:rPr lang="en-US" dirty="0"/>
            </a:br>
            <a:r>
              <a:rPr lang="en-US" dirty="0"/>
              <a:t>only one hidden layer.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57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046" y="2739231"/>
            <a:ext cx="7576729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31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95" y="2102711"/>
            <a:ext cx="7715250" cy="44291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8DF74F-E68F-E6D8-E522-8249A0EBB3F5}"/>
                  </a:ext>
                </a:extLst>
              </p14:cNvPr>
              <p14:cNvContentPartPr/>
              <p14:nvPr/>
            </p14:nvContentPartPr>
            <p14:xfrm>
              <a:off x="8455952" y="1065845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8DF74F-E68F-E6D8-E522-8249A0EBB3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49832" y="1059725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884B1-9372-139F-108C-699A04EEFC35}"/>
              </a:ext>
            </a:extLst>
          </p:cNvPr>
          <p:cNvGrpSpPr/>
          <p:nvPr/>
        </p:nvGrpSpPr>
        <p:grpSpPr>
          <a:xfrm>
            <a:off x="8453432" y="2546470"/>
            <a:ext cx="642240" cy="271800"/>
            <a:chOff x="8453432" y="2546470"/>
            <a:chExt cx="64224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DDA114-9096-4D8A-D63E-6874202E7217}"/>
                    </a:ext>
                  </a:extLst>
                </p14:cNvPr>
                <p14:cNvContentPartPr/>
                <p14:nvPr/>
              </p14:nvContentPartPr>
              <p14:xfrm>
                <a:off x="8453432" y="2546470"/>
                <a:ext cx="225360" cy="271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DDA114-9096-4D8A-D63E-6874202E72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7312" y="2540350"/>
                  <a:ext cx="2376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32D3C4E-E09F-DA68-460F-636657F0C996}"/>
                    </a:ext>
                  </a:extLst>
                </p14:cNvPr>
                <p14:cNvContentPartPr/>
                <p14:nvPr/>
              </p14:nvContentPartPr>
              <p14:xfrm>
                <a:off x="8688152" y="2601910"/>
                <a:ext cx="162360" cy="151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32D3C4E-E09F-DA68-460F-636657F0C99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82032" y="2595790"/>
                  <a:ext cx="174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725C540-AB62-E30D-00CB-87C5DCA770B8}"/>
                    </a:ext>
                  </a:extLst>
                </p14:cNvPr>
                <p14:cNvContentPartPr/>
                <p14:nvPr/>
              </p14:nvContentPartPr>
              <p14:xfrm>
                <a:off x="8957072" y="2625670"/>
                <a:ext cx="138600" cy="173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725C540-AB62-E30D-00CB-87C5DCA770B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50952" y="2619550"/>
                  <a:ext cx="1508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8A42B3-6BFD-5AA2-6679-41EEEBD270D9}"/>
              </a:ext>
            </a:extLst>
          </p:cNvPr>
          <p:cNvGrpSpPr/>
          <p:nvPr/>
        </p:nvGrpSpPr>
        <p:grpSpPr>
          <a:xfrm>
            <a:off x="9424712" y="2591110"/>
            <a:ext cx="762120" cy="158400"/>
            <a:chOff x="9424712" y="2591110"/>
            <a:chExt cx="76212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642628-621C-BA85-D74F-42525667062A}"/>
                    </a:ext>
                  </a:extLst>
                </p14:cNvPr>
                <p14:cNvContentPartPr/>
                <p14:nvPr/>
              </p14:nvContentPartPr>
              <p14:xfrm>
                <a:off x="9424712" y="2624230"/>
                <a:ext cx="132120" cy="125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642628-621C-BA85-D74F-4252566706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18592" y="2618110"/>
                  <a:ext cx="1443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ACC443B-9C20-A41C-A71F-4359EA3869A0}"/>
                    </a:ext>
                  </a:extLst>
                </p14:cNvPr>
                <p14:cNvContentPartPr/>
                <p14:nvPr/>
              </p14:nvContentPartPr>
              <p14:xfrm>
                <a:off x="9627392" y="2591110"/>
                <a:ext cx="559440" cy="132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ACC443B-9C20-A41C-A71F-4359EA3869A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21272" y="2584990"/>
                  <a:ext cx="57168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EE87B-ED96-00D2-5368-28DAE62D8FD1}"/>
              </a:ext>
            </a:extLst>
          </p:cNvPr>
          <p:cNvGrpSpPr/>
          <p:nvPr/>
        </p:nvGrpSpPr>
        <p:grpSpPr>
          <a:xfrm>
            <a:off x="10617752" y="2597590"/>
            <a:ext cx="198720" cy="78840"/>
            <a:chOff x="10617752" y="2597590"/>
            <a:chExt cx="198720" cy="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DC0CE4-D2E5-EE6E-A326-828DEA23A0B7}"/>
                    </a:ext>
                  </a:extLst>
                </p14:cNvPr>
                <p14:cNvContentPartPr/>
                <p14:nvPr/>
              </p14:nvContentPartPr>
              <p14:xfrm>
                <a:off x="10630712" y="2597590"/>
                <a:ext cx="123480" cy="33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DC0CE4-D2E5-EE6E-A326-828DEA23A0B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624592" y="2591470"/>
                  <a:ext cx="135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16CC54-520E-07B6-0AD4-50E40A97FA80}"/>
                    </a:ext>
                  </a:extLst>
                </p14:cNvPr>
                <p14:cNvContentPartPr/>
                <p14:nvPr/>
              </p14:nvContentPartPr>
              <p14:xfrm>
                <a:off x="10617752" y="2601910"/>
                <a:ext cx="198720" cy="74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16CC54-520E-07B6-0AD4-50E40A97FA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11632" y="2595790"/>
                  <a:ext cx="210960" cy="8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253AA15-2823-0A31-E755-05AD04A1C90D}"/>
                  </a:ext>
                </a:extLst>
              </p14:cNvPr>
              <p14:cNvContentPartPr/>
              <p14:nvPr/>
            </p14:nvContentPartPr>
            <p14:xfrm>
              <a:off x="11078192" y="2422990"/>
              <a:ext cx="300600" cy="294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253AA15-2823-0A31-E755-05AD04A1C90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072072" y="2416870"/>
                <a:ext cx="3128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39C6FFD-ED26-CCFA-F140-CF0548932C65}"/>
                  </a:ext>
                </a:extLst>
              </p14:cNvPr>
              <p14:cNvContentPartPr/>
              <p14:nvPr/>
            </p14:nvContentPartPr>
            <p14:xfrm>
              <a:off x="8528672" y="3124630"/>
              <a:ext cx="865800" cy="352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39C6FFD-ED26-CCFA-F140-CF0548932C6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22552" y="3118510"/>
                <a:ext cx="878040" cy="36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D092484-ACC9-C86F-3157-72DD1EA0AC57}"/>
              </a:ext>
            </a:extLst>
          </p:cNvPr>
          <p:cNvGrpSpPr/>
          <p:nvPr/>
        </p:nvGrpSpPr>
        <p:grpSpPr>
          <a:xfrm>
            <a:off x="10705952" y="3099430"/>
            <a:ext cx="810000" cy="375120"/>
            <a:chOff x="10705952" y="3099430"/>
            <a:chExt cx="81000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743C24-63A3-58ED-CD31-9A344CCB06F9}"/>
                    </a:ext>
                  </a:extLst>
                </p14:cNvPr>
                <p14:cNvContentPartPr/>
                <p14:nvPr/>
              </p14:nvContentPartPr>
              <p14:xfrm>
                <a:off x="10705952" y="3281590"/>
                <a:ext cx="165960" cy="13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743C24-63A3-58ED-CD31-9A344CCB06F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99832" y="3275470"/>
                  <a:ext cx="178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39742B-3747-330D-DB53-B205F883638E}"/>
                    </a:ext>
                  </a:extLst>
                </p14:cNvPr>
                <p14:cNvContentPartPr/>
                <p14:nvPr/>
              </p14:nvContentPartPr>
              <p14:xfrm>
                <a:off x="10901072" y="3342790"/>
                <a:ext cx="138600" cy="10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39742B-3747-330D-DB53-B205F88363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94952" y="3336670"/>
                  <a:ext cx="150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C07D07-7869-C341-9397-6A22840DF3B5}"/>
                    </a:ext>
                  </a:extLst>
                </p14:cNvPr>
                <p14:cNvContentPartPr/>
                <p14:nvPr/>
              </p14:nvContentPartPr>
              <p14:xfrm>
                <a:off x="11196992" y="3099430"/>
                <a:ext cx="318960" cy="375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C07D07-7869-C341-9397-6A22840DF3B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90872" y="3093310"/>
                  <a:ext cx="331200" cy="38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8667F1-C6E9-38C2-1903-DB7A282E27B1}"/>
              </a:ext>
            </a:extLst>
          </p:cNvPr>
          <p:cNvGrpSpPr/>
          <p:nvPr/>
        </p:nvGrpSpPr>
        <p:grpSpPr>
          <a:xfrm>
            <a:off x="10821512" y="3793870"/>
            <a:ext cx="583200" cy="295560"/>
            <a:chOff x="10821512" y="3793870"/>
            <a:chExt cx="58320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0E8CD9-90C8-CFCF-8E54-26B26DFF60ED}"/>
                    </a:ext>
                  </a:extLst>
                </p14:cNvPr>
                <p14:cNvContentPartPr/>
                <p14:nvPr/>
              </p14:nvContentPartPr>
              <p14:xfrm>
                <a:off x="10826912" y="3877750"/>
                <a:ext cx="160560" cy="1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0E8CD9-90C8-CFCF-8E54-26B26DFF60E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820792" y="3871630"/>
                  <a:ext cx="172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18026F-D373-109F-370B-B073837F39A6}"/>
                    </a:ext>
                  </a:extLst>
                </p14:cNvPr>
                <p14:cNvContentPartPr/>
                <p14:nvPr/>
              </p14:nvContentPartPr>
              <p14:xfrm>
                <a:off x="10821512" y="3893950"/>
                <a:ext cx="196560" cy="82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18026F-D373-109F-370B-B073837F39A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815392" y="3887830"/>
                  <a:ext cx="208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4BE0C5-DB2A-3FFC-A04C-D6FC279F6B1C}"/>
                    </a:ext>
                  </a:extLst>
                </p14:cNvPr>
                <p14:cNvContentPartPr/>
                <p14:nvPr/>
              </p14:nvContentPartPr>
              <p14:xfrm>
                <a:off x="11243072" y="3793870"/>
                <a:ext cx="161640" cy="295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4BE0C5-DB2A-3FFC-A04C-D6FC279F6B1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236952" y="3787750"/>
                  <a:ext cx="17388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95FB26A-16F5-14C2-8D77-186D31AC6531}"/>
              </a:ext>
            </a:extLst>
          </p:cNvPr>
          <p:cNvGrpSpPr/>
          <p:nvPr/>
        </p:nvGrpSpPr>
        <p:grpSpPr>
          <a:xfrm>
            <a:off x="9700112" y="4389670"/>
            <a:ext cx="1053000" cy="276840"/>
            <a:chOff x="9700112" y="4389670"/>
            <a:chExt cx="105300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307CD4-22E3-E226-AF55-721A29C05EA6}"/>
                    </a:ext>
                  </a:extLst>
                </p14:cNvPr>
                <p14:cNvContentPartPr/>
                <p14:nvPr/>
              </p14:nvContentPartPr>
              <p14:xfrm>
                <a:off x="9700112" y="4437550"/>
                <a:ext cx="201960" cy="228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307CD4-22E3-E226-AF55-721A29C05E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992" y="4431430"/>
                  <a:ext cx="2142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DA0147-2C0D-D26C-3113-8B74FA9CF1C9}"/>
                    </a:ext>
                  </a:extLst>
                </p14:cNvPr>
                <p14:cNvContentPartPr/>
                <p14:nvPr/>
              </p14:nvContentPartPr>
              <p14:xfrm>
                <a:off x="10004312" y="4543390"/>
                <a:ext cx="26640" cy="98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DA0147-2C0D-D26C-3113-8B74FA9CF1C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98192" y="4537270"/>
                  <a:ext cx="38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64E3BA-1CA5-A276-32B0-B18908239A4A}"/>
                    </a:ext>
                  </a:extLst>
                </p14:cNvPr>
                <p14:cNvContentPartPr/>
                <p14:nvPr/>
              </p14:nvContentPartPr>
              <p14:xfrm>
                <a:off x="10161272" y="4389670"/>
                <a:ext cx="33120" cy="194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64E3BA-1CA5-A276-32B0-B18908239A4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55152" y="4383550"/>
                  <a:ext cx="45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F5BFD00-A9AA-F079-9EEA-E77799E0003B}"/>
                    </a:ext>
                  </a:extLst>
                </p14:cNvPr>
                <p14:cNvContentPartPr/>
                <p14:nvPr/>
              </p14:nvContentPartPr>
              <p14:xfrm>
                <a:off x="10130672" y="4499830"/>
                <a:ext cx="190080" cy="16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F5BFD00-A9AA-F079-9EEA-E77799E0003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24552" y="4493710"/>
                  <a:ext cx="202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6BA397-39A8-C58F-8E0B-9540130B0374}"/>
                    </a:ext>
                  </a:extLst>
                </p14:cNvPr>
                <p14:cNvContentPartPr/>
                <p14:nvPr/>
              </p14:nvContentPartPr>
              <p14:xfrm>
                <a:off x="10394552" y="4508470"/>
                <a:ext cx="203040" cy="73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6BA397-39A8-C58F-8E0B-9540130B037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388432" y="4502350"/>
                  <a:ext cx="215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EB60C0-6185-0411-21F3-35426D462869}"/>
                    </a:ext>
                  </a:extLst>
                </p14:cNvPr>
                <p14:cNvContentPartPr/>
                <p14:nvPr/>
              </p14:nvContentPartPr>
              <p14:xfrm>
                <a:off x="10656992" y="4512070"/>
                <a:ext cx="96120" cy="64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EB60C0-6185-0411-21F3-35426D46286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50872" y="4505950"/>
                  <a:ext cx="1083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752844B-2F9B-0BB8-3D30-6C83F2006371}"/>
              </a:ext>
            </a:extLst>
          </p:cNvPr>
          <p:cNvGrpSpPr/>
          <p:nvPr/>
        </p:nvGrpSpPr>
        <p:grpSpPr>
          <a:xfrm>
            <a:off x="11099072" y="4408390"/>
            <a:ext cx="453960" cy="291240"/>
            <a:chOff x="11099072" y="4408390"/>
            <a:chExt cx="45396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F0FCAC-D9C8-90EB-490B-5D8CBCB2894F}"/>
                    </a:ext>
                  </a:extLst>
                </p14:cNvPr>
                <p14:cNvContentPartPr/>
                <p14:nvPr/>
              </p14:nvContentPartPr>
              <p14:xfrm>
                <a:off x="11099072" y="4475710"/>
                <a:ext cx="122400" cy="11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F0FCAC-D9C8-90EB-490B-5D8CBCB289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92952" y="4469590"/>
                  <a:ext cx="134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4F13011-2CE3-9ED8-ECE5-0F088BA20CD3}"/>
                    </a:ext>
                  </a:extLst>
                </p14:cNvPr>
                <p14:cNvContentPartPr/>
                <p14:nvPr/>
              </p14:nvContentPartPr>
              <p14:xfrm>
                <a:off x="11149472" y="4543390"/>
                <a:ext cx="136440" cy="26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4F13011-2CE3-9ED8-ECE5-0F088BA20C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143352" y="4537270"/>
                  <a:ext cx="148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F42C5A-5397-1814-6837-1A06CB7ACC2A}"/>
                    </a:ext>
                  </a:extLst>
                </p14:cNvPr>
                <p14:cNvContentPartPr/>
                <p14:nvPr/>
              </p14:nvContentPartPr>
              <p14:xfrm>
                <a:off x="11392472" y="4408390"/>
                <a:ext cx="160560" cy="291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F42C5A-5397-1814-6837-1A06CB7ACC2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86352" y="4402270"/>
                  <a:ext cx="172800" cy="30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34E092A-447C-4B3D-C773-73FF1984449A}"/>
                  </a:ext>
                </a:extLst>
              </p14:cNvPr>
              <p14:cNvContentPartPr/>
              <p14:nvPr/>
            </p14:nvContentPartPr>
            <p14:xfrm>
              <a:off x="9909632" y="4825630"/>
              <a:ext cx="628920" cy="254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34E092A-447C-4B3D-C773-73FF1984449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903512" y="4819510"/>
                <a:ext cx="6411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E26FCF1F-48D2-510C-E12D-2B0ADAA48E35}"/>
              </a:ext>
            </a:extLst>
          </p:cNvPr>
          <p:cNvGrpSpPr/>
          <p:nvPr/>
        </p:nvGrpSpPr>
        <p:grpSpPr>
          <a:xfrm>
            <a:off x="10065152" y="5401990"/>
            <a:ext cx="422280" cy="171360"/>
            <a:chOff x="10065152" y="5401990"/>
            <a:chExt cx="422280" cy="17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7D23590-F2CA-6A39-D1EB-470DBCD3D05F}"/>
                    </a:ext>
                  </a:extLst>
                </p14:cNvPr>
                <p14:cNvContentPartPr/>
                <p14:nvPr/>
              </p14:nvContentPartPr>
              <p14:xfrm>
                <a:off x="10065152" y="5401990"/>
                <a:ext cx="57960" cy="171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7D23590-F2CA-6A39-D1EB-470DBCD3D05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059032" y="5395870"/>
                  <a:ext cx="70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449F660-DFB5-5250-7905-28721E471F9E}"/>
                    </a:ext>
                  </a:extLst>
                </p14:cNvPr>
                <p14:cNvContentPartPr/>
                <p14:nvPr/>
              </p14:nvContentPartPr>
              <p14:xfrm>
                <a:off x="10204832" y="5407390"/>
                <a:ext cx="56880" cy="110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449F660-DFB5-5250-7905-28721E471F9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98712" y="5401270"/>
                  <a:ext cx="69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FBFE57-A96A-72D2-F7E3-24B30690585D}"/>
                    </a:ext>
                  </a:extLst>
                </p14:cNvPr>
                <p14:cNvContentPartPr/>
                <p14:nvPr/>
              </p14:nvContentPartPr>
              <p14:xfrm>
                <a:off x="10160192" y="5431510"/>
                <a:ext cx="327240" cy="8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FBFE57-A96A-72D2-F7E3-24B30690585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54072" y="5425390"/>
                  <a:ext cx="33948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BF48A03-F9EC-B9DE-6A3F-A24613A6BFAE}"/>
                  </a:ext>
                </a:extLst>
              </p14:cNvPr>
              <p14:cNvContentPartPr/>
              <p14:nvPr/>
            </p14:nvContentPartPr>
            <p14:xfrm>
              <a:off x="7164632" y="2043910"/>
              <a:ext cx="318600" cy="321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BF48A03-F9EC-B9DE-6A3F-A24613A6BFA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158512" y="2037790"/>
                <a:ext cx="33084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DB02974-20E9-CAFF-4943-07E997B2C519}"/>
                  </a:ext>
                </a:extLst>
              </p14:cNvPr>
              <p14:cNvContentPartPr/>
              <p14:nvPr/>
            </p14:nvContentPartPr>
            <p14:xfrm>
              <a:off x="7348952" y="2661670"/>
              <a:ext cx="360" cy="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DB02974-20E9-CAFF-4943-07E997B2C5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42832" y="265555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5FF54B0A-E593-3112-463D-2E53973B1B1F}"/>
              </a:ext>
            </a:extLst>
          </p:cNvPr>
          <p:cNvGrpSpPr/>
          <p:nvPr/>
        </p:nvGrpSpPr>
        <p:grpSpPr>
          <a:xfrm>
            <a:off x="5416112" y="1645390"/>
            <a:ext cx="1479600" cy="1785240"/>
            <a:chOff x="5416112" y="1645390"/>
            <a:chExt cx="1479600" cy="178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8F39D7-E1ED-A9CF-10E1-1E2019301030}"/>
                    </a:ext>
                  </a:extLst>
                </p14:cNvPr>
                <p14:cNvContentPartPr/>
                <p14:nvPr/>
              </p14:nvContentPartPr>
              <p14:xfrm>
                <a:off x="5744072" y="2125630"/>
                <a:ext cx="622440" cy="242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8F39D7-E1ED-A9CF-10E1-1E20193010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37952" y="2119510"/>
                  <a:ext cx="634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A444F14-BE50-F596-0883-4F238AD89263}"/>
                    </a:ext>
                  </a:extLst>
                </p14:cNvPr>
                <p14:cNvContentPartPr/>
                <p14:nvPr/>
              </p14:nvContentPartPr>
              <p14:xfrm>
                <a:off x="5929112" y="2763190"/>
                <a:ext cx="691200" cy="119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A444F14-BE50-F596-0883-4F238AD892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2992" y="2757070"/>
                  <a:ext cx="703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DB8B78-443D-9234-6532-EE14C0F0695D}"/>
                    </a:ext>
                  </a:extLst>
                </p14:cNvPr>
                <p14:cNvContentPartPr/>
                <p14:nvPr/>
              </p14:nvContentPartPr>
              <p14:xfrm>
                <a:off x="5416112" y="1645390"/>
                <a:ext cx="1479600" cy="1785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DB8B78-443D-9234-6532-EE14C0F069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09992" y="1639270"/>
                  <a:ext cx="1491840" cy="179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77B5474-C6ED-9F8B-8990-D7CA95A9F859}"/>
                  </a:ext>
                </a:extLst>
              </p14:cNvPr>
              <p14:cNvContentPartPr/>
              <p14:nvPr/>
            </p14:nvContentPartPr>
            <p14:xfrm>
              <a:off x="704792" y="3227590"/>
              <a:ext cx="218160" cy="741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77B5474-C6ED-9F8B-8990-D7CA95A9F85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8672" y="3221470"/>
                <a:ext cx="230400" cy="8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492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28" ma:contentTypeDescription="Create a new document." ma:contentTypeScope="" ma:versionID="3d53ea8c32564d09b7e82dbdc6bb24a4">
  <xsd:schema xmlns:xsd="http://www.w3.org/2001/XMLSchema" xmlns:xs="http://www.w3.org/2001/XMLSchema" xmlns:p="http://schemas.microsoft.com/office/2006/metadata/properties" xmlns:ns2="15d03a25-cda5-4943-9684-7d18d97bb3bc" targetNamespace="http://schemas.microsoft.com/office/2006/metadata/properties" ma:root="true" ma:fieldsID="433e705946a9d0e3592fcd5bee88941e" ns2:_="">
    <xsd:import namespace="15d03a25-cda5-4943-9684-7d18d97bb3b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5FD71EA5-47E0-4572-B12A-E7F528BA6BDC}"/>
</file>

<file path=customXml/itemProps2.xml><?xml version="1.0" encoding="utf-8"?>
<ds:datastoreItem xmlns:ds="http://schemas.openxmlformats.org/officeDocument/2006/customXml" ds:itemID="{E7A888A0-9B55-41F3-9498-76CEDA2F7910}"/>
</file>

<file path=customXml/itemProps3.xml><?xml version="1.0" encoding="utf-8"?>
<ds:datastoreItem xmlns:ds="http://schemas.openxmlformats.org/officeDocument/2006/customXml" ds:itemID="{AFA4294D-4436-49D3-B6EC-7481F4D9DCF4}"/>
</file>

<file path=docProps/app.xml><?xml version="1.0" encoding="utf-8"?>
<Properties xmlns="http://schemas.openxmlformats.org/officeDocument/2006/extended-properties" xmlns:vt="http://schemas.openxmlformats.org/officeDocument/2006/docPropsVTypes">
  <TotalTime>6595</TotalTime>
  <Words>660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Sample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BITS</dc:creator>
  <cp:lastModifiedBy>VIJAYALAKSHMI ANAND .</cp:lastModifiedBy>
  <cp:revision>27</cp:revision>
  <dcterms:created xsi:type="dcterms:W3CDTF">2024-07-12T15:20:50Z</dcterms:created>
  <dcterms:modified xsi:type="dcterms:W3CDTF">2026-06-14T09:51:39Z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